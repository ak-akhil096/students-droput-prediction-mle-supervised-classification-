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91" r:id="rId3"/>
    <p:sldId id="272" r:id="rId4"/>
    <p:sldId id="284" r:id="rId5"/>
    <p:sldId id="285" r:id="rId6"/>
    <p:sldId id="259" r:id="rId7"/>
    <p:sldId id="274" r:id="rId8"/>
    <p:sldId id="257" r:id="rId9"/>
    <p:sldId id="276" r:id="rId10"/>
    <p:sldId id="292" r:id="rId11"/>
    <p:sldId id="258" r:id="rId12"/>
    <p:sldId id="264" r:id="rId13"/>
  </p:sldIdLst>
  <p:sldSz cx="9144000" cy="5143500" type="screen16x9"/>
  <p:notesSz cx="6858000" cy="9144000"/>
  <p:embeddedFontLst>
    <p:embeddedFont>
      <p:font typeface="Bahnschrift Light" panose="020B0502040204020203" pitchFamily="34" charset="0"/>
      <p:regular r:id="rId15"/>
    </p:embeddedFont>
    <p:embeddedFont>
      <p:font typeface="Cambria" panose="02040503050406030204" pitchFamily="18" charset="0"/>
      <p:regular r:id="rId16"/>
      <p:bold r:id="rId17"/>
      <p:italic r:id="rId18"/>
      <p:boldItalic r:id="rId19"/>
    </p:embeddedFont>
    <p:embeddedFont>
      <p:font typeface="Fira Sans Extra Condensed" panose="020B0503050000020004" pitchFamily="34" charset="0"/>
      <p:regular r:id="rId20"/>
      <p:bold r:id="rId21"/>
      <p:italic r:id="rId22"/>
      <p:boldItalic r:id="rId23"/>
    </p:embeddedFont>
    <p:embeddedFont>
      <p:font typeface="Fira Sans Extra Condensed SemiBold" panose="020B0604020202020204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DC9CCF-F1AF-46DD-8B9B-E341E8CCA49C}">
  <a:tblStyle styleId="{18DC9CCF-F1AF-46DD-8B9B-E341E8CCA4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177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cb566e1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eaf96fdb62_0_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eaf96fdb62_0_4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ge8e3b22d46_0_1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4" name="Google Shape;2194;ge8e3b22d46_0_1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e8ec9b5836_0_2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e8ec9b5836_0_2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eaf96fdb62_0_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eaf96fdb62_0_6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e8ec9b5836_0_2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e8ec9b5836_0_28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e77f93ad05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e77f93ad05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e8ec9b5836_0_1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e8ec9b5836_0_1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eaf96fdb62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eaf96fdb62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e8e3b22d46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e8e3b22d46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0" y="1013699"/>
            <a:ext cx="4114800" cy="26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600" b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" y="3711600"/>
            <a:ext cx="4114800" cy="4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1202100" y="1580114"/>
            <a:ext cx="4872900" cy="131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9600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1202100" y="2892275"/>
            <a:ext cx="4872900" cy="67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/>
          <p:nvPr/>
        </p:nvSpPr>
        <p:spPr>
          <a:xfrm>
            <a:off x="6565775" y="2015076"/>
            <a:ext cx="3091992" cy="2899826"/>
          </a:xfrm>
          <a:custGeom>
            <a:avLst/>
            <a:gdLst/>
            <a:ahLst/>
            <a:cxnLst/>
            <a:rect l="l" t="t" r="r" b="b"/>
            <a:pathLst>
              <a:path w="23678" h="22206" extrusionOk="0">
                <a:moveTo>
                  <a:pt x="14484" y="1"/>
                </a:moveTo>
                <a:cubicBezTo>
                  <a:pt x="13702" y="1"/>
                  <a:pt x="12921" y="90"/>
                  <a:pt x="12155" y="249"/>
                </a:cubicBezTo>
                <a:cubicBezTo>
                  <a:pt x="6582" y="1413"/>
                  <a:pt x="5446" y="6308"/>
                  <a:pt x="3894" y="7879"/>
                </a:cubicBezTo>
                <a:cubicBezTo>
                  <a:pt x="2342" y="9450"/>
                  <a:pt x="1" y="12057"/>
                  <a:pt x="1173" y="16039"/>
                </a:cubicBezTo>
                <a:cubicBezTo>
                  <a:pt x="2064" y="19067"/>
                  <a:pt x="4493" y="21576"/>
                  <a:pt x="8101" y="22103"/>
                </a:cubicBezTo>
                <a:cubicBezTo>
                  <a:pt x="8499" y="22162"/>
                  <a:pt x="8912" y="22195"/>
                  <a:pt x="9337" y="22204"/>
                </a:cubicBezTo>
                <a:cubicBezTo>
                  <a:pt x="9402" y="22205"/>
                  <a:pt x="9467" y="22205"/>
                  <a:pt x="9532" y="22205"/>
                </a:cubicBezTo>
                <a:cubicBezTo>
                  <a:pt x="10267" y="22205"/>
                  <a:pt x="11042" y="22129"/>
                  <a:pt x="11855" y="21966"/>
                </a:cubicBezTo>
                <a:cubicBezTo>
                  <a:pt x="17533" y="20827"/>
                  <a:pt x="17289" y="18205"/>
                  <a:pt x="20199" y="16501"/>
                </a:cubicBezTo>
                <a:cubicBezTo>
                  <a:pt x="22124" y="15373"/>
                  <a:pt x="23087" y="12918"/>
                  <a:pt x="23337" y="10807"/>
                </a:cubicBezTo>
                <a:cubicBezTo>
                  <a:pt x="23677" y="7928"/>
                  <a:pt x="22793" y="4515"/>
                  <a:pt x="20713" y="2379"/>
                </a:cubicBezTo>
                <a:cubicBezTo>
                  <a:pt x="20606" y="2270"/>
                  <a:pt x="20497" y="2164"/>
                  <a:pt x="20385" y="2062"/>
                </a:cubicBezTo>
                <a:cubicBezTo>
                  <a:pt x="18888" y="704"/>
                  <a:pt x="16726" y="52"/>
                  <a:pt x="14743" y="4"/>
                </a:cubicBezTo>
                <a:cubicBezTo>
                  <a:pt x="14657" y="2"/>
                  <a:pt x="14571" y="1"/>
                  <a:pt x="1448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>
            <a:off x="-120700" y="-92921"/>
            <a:ext cx="1816952" cy="1712403"/>
          </a:xfrm>
          <a:custGeom>
            <a:avLst/>
            <a:gdLst/>
            <a:ahLst/>
            <a:cxnLst/>
            <a:rect l="l" t="t" r="r" b="b"/>
            <a:pathLst>
              <a:path w="23983" h="22603" extrusionOk="0">
                <a:moveTo>
                  <a:pt x="10454" y="0"/>
                </a:moveTo>
                <a:cubicBezTo>
                  <a:pt x="10132" y="0"/>
                  <a:pt x="9810" y="9"/>
                  <a:pt x="9491" y="25"/>
                </a:cubicBezTo>
                <a:cubicBezTo>
                  <a:pt x="7629" y="115"/>
                  <a:pt x="4631" y="152"/>
                  <a:pt x="4193" y="2490"/>
                </a:cubicBezTo>
                <a:cubicBezTo>
                  <a:pt x="3738" y="4915"/>
                  <a:pt x="4598" y="7187"/>
                  <a:pt x="2779" y="8349"/>
                </a:cubicBezTo>
                <a:cubicBezTo>
                  <a:pt x="961" y="9511"/>
                  <a:pt x="1" y="11935"/>
                  <a:pt x="557" y="14006"/>
                </a:cubicBezTo>
                <a:cubicBezTo>
                  <a:pt x="1025" y="15753"/>
                  <a:pt x="3272" y="16062"/>
                  <a:pt x="3739" y="17844"/>
                </a:cubicBezTo>
                <a:cubicBezTo>
                  <a:pt x="4276" y="19894"/>
                  <a:pt x="7311" y="22603"/>
                  <a:pt x="10339" y="22603"/>
                </a:cubicBezTo>
                <a:cubicBezTo>
                  <a:pt x="10445" y="22603"/>
                  <a:pt x="10552" y="22600"/>
                  <a:pt x="10658" y="22593"/>
                </a:cubicBezTo>
                <a:cubicBezTo>
                  <a:pt x="13716" y="22395"/>
                  <a:pt x="15521" y="20418"/>
                  <a:pt x="16827" y="20418"/>
                </a:cubicBezTo>
                <a:cubicBezTo>
                  <a:pt x="16858" y="20418"/>
                  <a:pt x="16890" y="20419"/>
                  <a:pt x="16921" y="20421"/>
                </a:cubicBezTo>
                <a:cubicBezTo>
                  <a:pt x="17312" y="20451"/>
                  <a:pt x="17709" y="20473"/>
                  <a:pt x="18105" y="20473"/>
                </a:cubicBezTo>
                <a:cubicBezTo>
                  <a:pt x="19253" y="20473"/>
                  <a:pt x="20393" y="20289"/>
                  <a:pt x="21344" y="19582"/>
                </a:cubicBezTo>
                <a:cubicBezTo>
                  <a:pt x="21789" y="19250"/>
                  <a:pt x="22168" y="18851"/>
                  <a:pt x="22485" y="18406"/>
                </a:cubicBezTo>
                <a:cubicBezTo>
                  <a:pt x="23646" y="16774"/>
                  <a:pt x="23983" y="14512"/>
                  <a:pt x="23790" y="12591"/>
                </a:cubicBezTo>
                <a:cubicBezTo>
                  <a:pt x="23696" y="11640"/>
                  <a:pt x="23510" y="10643"/>
                  <a:pt x="22949" y="9847"/>
                </a:cubicBezTo>
                <a:cubicBezTo>
                  <a:pt x="22130" y="8686"/>
                  <a:pt x="20779" y="8075"/>
                  <a:pt x="19750" y="7137"/>
                </a:cubicBezTo>
                <a:cubicBezTo>
                  <a:pt x="18235" y="5756"/>
                  <a:pt x="17594" y="3742"/>
                  <a:pt x="16305" y="2189"/>
                </a:cubicBezTo>
                <a:cubicBezTo>
                  <a:pt x="14839" y="422"/>
                  <a:pt x="12638" y="0"/>
                  <a:pt x="1045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6471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ctrTitle"/>
          </p:nvPr>
        </p:nvSpPr>
        <p:spPr>
          <a:xfrm>
            <a:off x="457200" y="153052"/>
            <a:ext cx="4114800" cy="26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i="1" dirty="0"/>
              <a:t>Student Dropout Prediction System</a:t>
            </a:r>
            <a:endParaRPr dirty="0"/>
          </a:p>
        </p:txBody>
      </p:sp>
      <p:sp>
        <p:nvSpPr>
          <p:cNvPr id="47" name="Google Shape;47;p15"/>
          <p:cNvSpPr txBox="1">
            <a:spLocks noGrp="1"/>
          </p:cNvSpPr>
          <p:nvPr>
            <p:ph type="subTitle" idx="1"/>
          </p:nvPr>
        </p:nvSpPr>
        <p:spPr>
          <a:xfrm>
            <a:off x="203350" y="3686520"/>
            <a:ext cx="6215981" cy="4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sz="1400" dirty="0"/>
              <a:t>Predict whether a student will </a:t>
            </a:r>
            <a:r>
              <a:rPr lang="en-US" sz="1400" b="1" dirty="0"/>
              <a:t>drop out or stay (retained)</a:t>
            </a:r>
            <a:r>
              <a:rPr lang="en-US" sz="1400" dirty="0"/>
              <a:t> based on academic, personal, and behavioral factors.</a:t>
            </a:r>
            <a:endParaRPr sz="1400" dirty="0"/>
          </a:p>
        </p:txBody>
      </p:sp>
      <p:grpSp>
        <p:nvGrpSpPr>
          <p:cNvPr id="48" name="Google Shape;48;p15"/>
          <p:cNvGrpSpPr/>
          <p:nvPr/>
        </p:nvGrpSpPr>
        <p:grpSpPr>
          <a:xfrm>
            <a:off x="4657717" y="-351518"/>
            <a:ext cx="3648206" cy="5085036"/>
            <a:chOff x="1930825" y="238125"/>
            <a:chExt cx="3758325" cy="5238525"/>
          </a:xfrm>
        </p:grpSpPr>
        <p:sp>
          <p:nvSpPr>
            <p:cNvPr id="49" name="Google Shape;49;p15"/>
            <p:cNvSpPr/>
            <p:nvPr/>
          </p:nvSpPr>
          <p:spPr>
            <a:xfrm>
              <a:off x="4596800" y="2006500"/>
              <a:ext cx="848600" cy="1105875"/>
            </a:xfrm>
            <a:custGeom>
              <a:avLst/>
              <a:gdLst/>
              <a:ahLst/>
              <a:cxnLst/>
              <a:rect l="l" t="t" r="r" b="b"/>
              <a:pathLst>
                <a:path w="33944" h="44235" extrusionOk="0">
                  <a:moveTo>
                    <a:pt x="26136" y="1"/>
                  </a:moveTo>
                  <a:lnTo>
                    <a:pt x="26044" y="10"/>
                  </a:lnTo>
                  <a:lnTo>
                    <a:pt x="25962" y="28"/>
                  </a:lnTo>
                  <a:lnTo>
                    <a:pt x="25870" y="56"/>
                  </a:lnTo>
                  <a:lnTo>
                    <a:pt x="25779" y="102"/>
                  </a:lnTo>
                  <a:lnTo>
                    <a:pt x="25696" y="147"/>
                  </a:lnTo>
                  <a:lnTo>
                    <a:pt x="25623" y="202"/>
                  </a:lnTo>
                  <a:lnTo>
                    <a:pt x="25550" y="267"/>
                  </a:lnTo>
                  <a:lnTo>
                    <a:pt x="25476" y="331"/>
                  </a:lnTo>
                  <a:lnTo>
                    <a:pt x="25421" y="413"/>
                  </a:lnTo>
                  <a:lnTo>
                    <a:pt x="25366" y="496"/>
                  </a:lnTo>
                  <a:lnTo>
                    <a:pt x="25330" y="578"/>
                  </a:lnTo>
                  <a:lnTo>
                    <a:pt x="25293" y="670"/>
                  </a:lnTo>
                  <a:lnTo>
                    <a:pt x="25266" y="761"/>
                  </a:lnTo>
                  <a:lnTo>
                    <a:pt x="25256" y="853"/>
                  </a:lnTo>
                  <a:lnTo>
                    <a:pt x="25247" y="945"/>
                  </a:lnTo>
                  <a:lnTo>
                    <a:pt x="25247" y="1036"/>
                  </a:lnTo>
                  <a:lnTo>
                    <a:pt x="25266" y="1128"/>
                  </a:lnTo>
                  <a:lnTo>
                    <a:pt x="25284" y="1220"/>
                  </a:lnTo>
                  <a:lnTo>
                    <a:pt x="25311" y="1311"/>
                  </a:lnTo>
                  <a:lnTo>
                    <a:pt x="25348" y="1394"/>
                  </a:lnTo>
                  <a:lnTo>
                    <a:pt x="25394" y="1476"/>
                  </a:lnTo>
                  <a:lnTo>
                    <a:pt x="25449" y="1559"/>
                  </a:lnTo>
                  <a:lnTo>
                    <a:pt x="25513" y="1632"/>
                  </a:lnTo>
                  <a:lnTo>
                    <a:pt x="25586" y="1696"/>
                  </a:lnTo>
                  <a:lnTo>
                    <a:pt x="25687" y="1788"/>
                  </a:lnTo>
                  <a:lnTo>
                    <a:pt x="25953" y="2035"/>
                  </a:lnTo>
                  <a:lnTo>
                    <a:pt x="26347" y="2420"/>
                  </a:lnTo>
                  <a:lnTo>
                    <a:pt x="26585" y="2658"/>
                  </a:lnTo>
                  <a:lnTo>
                    <a:pt x="26842" y="2933"/>
                  </a:lnTo>
                  <a:lnTo>
                    <a:pt x="27126" y="3236"/>
                  </a:lnTo>
                  <a:lnTo>
                    <a:pt x="27428" y="3566"/>
                  </a:lnTo>
                  <a:lnTo>
                    <a:pt x="27740" y="3923"/>
                  </a:lnTo>
                  <a:lnTo>
                    <a:pt x="28060" y="4317"/>
                  </a:lnTo>
                  <a:lnTo>
                    <a:pt x="28390" y="4729"/>
                  </a:lnTo>
                  <a:lnTo>
                    <a:pt x="28729" y="5169"/>
                  </a:lnTo>
                  <a:lnTo>
                    <a:pt x="29059" y="5627"/>
                  </a:lnTo>
                  <a:lnTo>
                    <a:pt x="29389" y="6104"/>
                  </a:lnTo>
                  <a:lnTo>
                    <a:pt x="29719" y="6608"/>
                  </a:lnTo>
                  <a:lnTo>
                    <a:pt x="30040" y="7130"/>
                  </a:lnTo>
                  <a:lnTo>
                    <a:pt x="30342" y="7671"/>
                  </a:lnTo>
                  <a:lnTo>
                    <a:pt x="30489" y="7946"/>
                  </a:lnTo>
                  <a:lnTo>
                    <a:pt x="30636" y="8230"/>
                  </a:lnTo>
                  <a:lnTo>
                    <a:pt x="30773" y="8514"/>
                  </a:lnTo>
                  <a:lnTo>
                    <a:pt x="30901" y="8798"/>
                  </a:lnTo>
                  <a:lnTo>
                    <a:pt x="31030" y="9091"/>
                  </a:lnTo>
                  <a:lnTo>
                    <a:pt x="31149" y="9385"/>
                  </a:lnTo>
                  <a:lnTo>
                    <a:pt x="31268" y="9687"/>
                  </a:lnTo>
                  <a:lnTo>
                    <a:pt x="31378" y="9989"/>
                  </a:lnTo>
                  <a:lnTo>
                    <a:pt x="31479" y="10292"/>
                  </a:lnTo>
                  <a:lnTo>
                    <a:pt x="31570" y="10603"/>
                  </a:lnTo>
                  <a:lnTo>
                    <a:pt x="31662" y="10906"/>
                  </a:lnTo>
                  <a:lnTo>
                    <a:pt x="31735" y="11227"/>
                  </a:lnTo>
                  <a:lnTo>
                    <a:pt x="31808" y="11538"/>
                  </a:lnTo>
                  <a:lnTo>
                    <a:pt x="31863" y="11859"/>
                  </a:lnTo>
                  <a:lnTo>
                    <a:pt x="31918" y="12170"/>
                  </a:lnTo>
                  <a:lnTo>
                    <a:pt x="31955" y="12500"/>
                  </a:lnTo>
                  <a:lnTo>
                    <a:pt x="31983" y="12821"/>
                  </a:lnTo>
                  <a:lnTo>
                    <a:pt x="32001" y="13142"/>
                  </a:lnTo>
                  <a:lnTo>
                    <a:pt x="32010" y="13472"/>
                  </a:lnTo>
                  <a:lnTo>
                    <a:pt x="32010" y="13802"/>
                  </a:lnTo>
                  <a:lnTo>
                    <a:pt x="31992" y="14122"/>
                  </a:lnTo>
                  <a:lnTo>
                    <a:pt x="31964" y="14452"/>
                  </a:lnTo>
                  <a:lnTo>
                    <a:pt x="31918" y="14791"/>
                  </a:lnTo>
                  <a:lnTo>
                    <a:pt x="31863" y="15121"/>
                  </a:lnTo>
                  <a:lnTo>
                    <a:pt x="31799" y="15451"/>
                  </a:lnTo>
                  <a:lnTo>
                    <a:pt x="31717" y="15781"/>
                  </a:lnTo>
                  <a:lnTo>
                    <a:pt x="31579" y="16303"/>
                  </a:lnTo>
                  <a:lnTo>
                    <a:pt x="31424" y="16817"/>
                  </a:lnTo>
                  <a:lnTo>
                    <a:pt x="31268" y="17330"/>
                  </a:lnTo>
                  <a:lnTo>
                    <a:pt x="31112" y="17834"/>
                  </a:lnTo>
                  <a:lnTo>
                    <a:pt x="30947" y="18338"/>
                  </a:lnTo>
                  <a:lnTo>
                    <a:pt x="30773" y="18833"/>
                  </a:lnTo>
                  <a:lnTo>
                    <a:pt x="30590" y="19327"/>
                  </a:lnTo>
                  <a:lnTo>
                    <a:pt x="30406" y="19813"/>
                  </a:lnTo>
                  <a:lnTo>
                    <a:pt x="30214" y="20299"/>
                  </a:lnTo>
                  <a:lnTo>
                    <a:pt x="30022" y="20784"/>
                  </a:lnTo>
                  <a:lnTo>
                    <a:pt x="29811" y="21261"/>
                  </a:lnTo>
                  <a:lnTo>
                    <a:pt x="29600" y="21728"/>
                  </a:lnTo>
                  <a:lnTo>
                    <a:pt x="29389" y="22196"/>
                  </a:lnTo>
                  <a:lnTo>
                    <a:pt x="29169" y="22663"/>
                  </a:lnTo>
                  <a:lnTo>
                    <a:pt x="28940" y="23121"/>
                  </a:lnTo>
                  <a:lnTo>
                    <a:pt x="28711" y="23570"/>
                  </a:lnTo>
                  <a:lnTo>
                    <a:pt x="28464" y="24019"/>
                  </a:lnTo>
                  <a:lnTo>
                    <a:pt x="28225" y="24468"/>
                  </a:lnTo>
                  <a:lnTo>
                    <a:pt x="27969" y="24908"/>
                  </a:lnTo>
                  <a:lnTo>
                    <a:pt x="27712" y="25339"/>
                  </a:lnTo>
                  <a:lnTo>
                    <a:pt x="27456" y="25770"/>
                  </a:lnTo>
                  <a:lnTo>
                    <a:pt x="27181" y="26200"/>
                  </a:lnTo>
                  <a:lnTo>
                    <a:pt x="26906" y="26622"/>
                  </a:lnTo>
                  <a:lnTo>
                    <a:pt x="26631" y="27034"/>
                  </a:lnTo>
                  <a:lnTo>
                    <a:pt x="26338" y="27447"/>
                  </a:lnTo>
                  <a:lnTo>
                    <a:pt x="26044" y="27859"/>
                  </a:lnTo>
                  <a:lnTo>
                    <a:pt x="25751" y="28253"/>
                  </a:lnTo>
                  <a:lnTo>
                    <a:pt x="25449" y="28656"/>
                  </a:lnTo>
                  <a:lnTo>
                    <a:pt x="25137" y="29050"/>
                  </a:lnTo>
                  <a:lnTo>
                    <a:pt x="24826" y="29435"/>
                  </a:lnTo>
                  <a:lnTo>
                    <a:pt x="24505" y="29820"/>
                  </a:lnTo>
                  <a:lnTo>
                    <a:pt x="24175" y="30196"/>
                  </a:lnTo>
                  <a:lnTo>
                    <a:pt x="23634" y="30791"/>
                  </a:lnTo>
                  <a:lnTo>
                    <a:pt x="23085" y="31378"/>
                  </a:lnTo>
                  <a:lnTo>
                    <a:pt x="22526" y="31946"/>
                  </a:lnTo>
                  <a:lnTo>
                    <a:pt x="21939" y="32505"/>
                  </a:lnTo>
                  <a:lnTo>
                    <a:pt x="21353" y="33046"/>
                  </a:lnTo>
                  <a:lnTo>
                    <a:pt x="20739" y="33577"/>
                  </a:lnTo>
                  <a:lnTo>
                    <a:pt x="20115" y="34100"/>
                  </a:lnTo>
                  <a:lnTo>
                    <a:pt x="19483" y="34604"/>
                  </a:lnTo>
                  <a:lnTo>
                    <a:pt x="18832" y="35098"/>
                  </a:lnTo>
                  <a:lnTo>
                    <a:pt x="18173" y="35575"/>
                  </a:lnTo>
                  <a:lnTo>
                    <a:pt x="17495" y="36042"/>
                  </a:lnTo>
                  <a:lnTo>
                    <a:pt x="16807" y="36491"/>
                  </a:lnTo>
                  <a:lnTo>
                    <a:pt x="16102" y="36931"/>
                  </a:lnTo>
                  <a:lnTo>
                    <a:pt x="15387" y="37353"/>
                  </a:lnTo>
                  <a:lnTo>
                    <a:pt x="14654" y="37765"/>
                  </a:lnTo>
                  <a:lnTo>
                    <a:pt x="13911" y="38159"/>
                  </a:lnTo>
                  <a:lnTo>
                    <a:pt x="13243" y="38498"/>
                  </a:lnTo>
                  <a:lnTo>
                    <a:pt x="12583" y="38819"/>
                  </a:lnTo>
                  <a:lnTo>
                    <a:pt x="11932" y="39121"/>
                  </a:lnTo>
                  <a:lnTo>
                    <a:pt x="11291" y="39405"/>
                  </a:lnTo>
                  <a:lnTo>
                    <a:pt x="10658" y="39671"/>
                  </a:lnTo>
                  <a:lnTo>
                    <a:pt x="10044" y="39919"/>
                  </a:lnTo>
                  <a:lnTo>
                    <a:pt x="9430" y="40157"/>
                  </a:lnTo>
                  <a:lnTo>
                    <a:pt x="8844" y="40368"/>
                  </a:lnTo>
                  <a:lnTo>
                    <a:pt x="8267" y="40569"/>
                  </a:lnTo>
                  <a:lnTo>
                    <a:pt x="7708" y="40762"/>
                  </a:lnTo>
                  <a:lnTo>
                    <a:pt x="7176" y="40927"/>
                  </a:lnTo>
                  <a:lnTo>
                    <a:pt x="6654" y="41082"/>
                  </a:lnTo>
                  <a:lnTo>
                    <a:pt x="6159" y="41229"/>
                  </a:lnTo>
                  <a:lnTo>
                    <a:pt x="5682" y="41357"/>
                  </a:lnTo>
                  <a:lnTo>
                    <a:pt x="4812" y="41586"/>
                  </a:lnTo>
                  <a:lnTo>
                    <a:pt x="3969" y="41779"/>
                  </a:lnTo>
                  <a:lnTo>
                    <a:pt x="3199" y="41944"/>
                  </a:lnTo>
                  <a:lnTo>
                    <a:pt x="2530" y="42063"/>
                  </a:lnTo>
                  <a:lnTo>
                    <a:pt x="1962" y="42164"/>
                  </a:lnTo>
                  <a:lnTo>
                    <a:pt x="1513" y="42228"/>
                  </a:lnTo>
                  <a:lnTo>
                    <a:pt x="1174" y="42274"/>
                  </a:lnTo>
                  <a:lnTo>
                    <a:pt x="880" y="42301"/>
                  </a:lnTo>
                  <a:lnTo>
                    <a:pt x="789" y="42320"/>
                  </a:lnTo>
                  <a:lnTo>
                    <a:pt x="688" y="42338"/>
                  </a:lnTo>
                  <a:lnTo>
                    <a:pt x="606" y="42375"/>
                  </a:lnTo>
                  <a:lnTo>
                    <a:pt x="514" y="42411"/>
                  </a:lnTo>
                  <a:lnTo>
                    <a:pt x="431" y="42457"/>
                  </a:lnTo>
                  <a:lnTo>
                    <a:pt x="358" y="42512"/>
                  </a:lnTo>
                  <a:lnTo>
                    <a:pt x="294" y="42576"/>
                  </a:lnTo>
                  <a:lnTo>
                    <a:pt x="230" y="42649"/>
                  </a:lnTo>
                  <a:lnTo>
                    <a:pt x="175" y="42723"/>
                  </a:lnTo>
                  <a:lnTo>
                    <a:pt x="120" y="42796"/>
                  </a:lnTo>
                  <a:lnTo>
                    <a:pt x="83" y="42879"/>
                  </a:lnTo>
                  <a:lnTo>
                    <a:pt x="47" y="42970"/>
                  </a:lnTo>
                  <a:lnTo>
                    <a:pt x="19" y="43062"/>
                  </a:lnTo>
                  <a:lnTo>
                    <a:pt x="10" y="43153"/>
                  </a:lnTo>
                  <a:lnTo>
                    <a:pt x="1" y="43254"/>
                  </a:lnTo>
                  <a:lnTo>
                    <a:pt x="1" y="43355"/>
                  </a:lnTo>
                  <a:lnTo>
                    <a:pt x="19" y="43447"/>
                  </a:lnTo>
                  <a:lnTo>
                    <a:pt x="37" y="43538"/>
                  </a:lnTo>
                  <a:lnTo>
                    <a:pt x="65" y="43621"/>
                  </a:lnTo>
                  <a:lnTo>
                    <a:pt x="102" y="43703"/>
                  </a:lnTo>
                  <a:lnTo>
                    <a:pt x="147" y="43777"/>
                  </a:lnTo>
                  <a:lnTo>
                    <a:pt x="193" y="43850"/>
                  </a:lnTo>
                  <a:lnTo>
                    <a:pt x="257" y="43923"/>
                  </a:lnTo>
                  <a:lnTo>
                    <a:pt x="312" y="43978"/>
                  </a:lnTo>
                  <a:lnTo>
                    <a:pt x="386" y="44042"/>
                  </a:lnTo>
                  <a:lnTo>
                    <a:pt x="459" y="44088"/>
                  </a:lnTo>
                  <a:lnTo>
                    <a:pt x="532" y="44134"/>
                  </a:lnTo>
                  <a:lnTo>
                    <a:pt x="615" y="44171"/>
                  </a:lnTo>
                  <a:lnTo>
                    <a:pt x="697" y="44198"/>
                  </a:lnTo>
                  <a:lnTo>
                    <a:pt x="789" y="44216"/>
                  </a:lnTo>
                  <a:lnTo>
                    <a:pt x="871" y="44235"/>
                  </a:lnTo>
                  <a:lnTo>
                    <a:pt x="1055" y="44235"/>
                  </a:lnTo>
                  <a:lnTo>
                    <a:pt x="1375" y="44198"/>
                  </a:lnTo>
                  <a:lnTo>
                    <a:pt x="1742" y="44152"/>
                  </a:lnTo>
                  <a:lnTo>
                    <a:pt x="2218" y="44079"/>
                  </a:lnTo>
                  <a:lnTo>
                    <a:pt x="2814" y="43978"/>
                  </a:lnTo>
                  <a:lnTo>
                    <a:pt x="3511" y="43850"/>
                  </a:lnTo>
                  <a:lnTo>
                    <a:pt x="4317" y="43685"/>
                  </a:lnTo>
                  <a:lnTo>
                    <a:pt x="5206" y="43483"/>
                  </a:lnTo>
                  <a:lnTo>
                    <a:pt x="5646" y="43373"/>
                  </a:lnTo>
                  <a:lnTo>
                    <a:pt x="6113" y="43245"/>
                  </a:lnTo>
                  <a:lnTo>
                    <a:pt x="6608" y="43108"/>
                  </a:lnTo>
                  <a:lnTo>
                    <a:pt x="7130" y="42961"/>
                  </a:lnTo>
                  <a:lnTo>
                    <a:pt x="7671" y="42796"/>
                  </a:lnTo>
                  <a:lnTo>
                    <a:pt x="8239" y="42622"/>
                  </a:lnTo>
                  <a:lnTo>
                    <a:pt x="8816" y="42430"/>
                  </a:lnTo>
                  <a:lnTo>
                    <a:pt x="9421" y="42219"/>
                  </a:lnTo>
                  <a:lnTo>
                    <a:pt x="10044" y="41990"/>
                  </a:lnTo>
                  <a:lnTo>
                    <a:pt x="10677" y="41751"/>
                  </a:lnTo>
                  <a:lnTo>
                    <a:pt x="11327" y="41495"/>
                  </a:lnTo>
                  <a:lnTo>
                    <a:pt x="11987" y="41211"/>
                  </a:lnTo>
                  <a:lnTo>
                    <a:pt x="12665" y="40917"/>
                  </a:lnTo>
                  <a:lnTo>
                    <a:pt x="13343" y="40606"/>
                  </a:lnTo>
                  <a:lnTo>
                    <a:pt x="14040" y="40267"/>
                  </a:lnTo>
                  <a:lnTo>
                    <a:pt x="14736" y="39919"/>
                  </a:lnTo>
                  <a:lnTo>
                    <a:pt x="15524" y="39497"/>
                  </a:lnTo>
                  <a:lnTo>
                    <a:pt x="16294" y="39066"/>
                  </a:lnTo>
                  <a:lnTo>
                    <a:pt x="17055" y="38617"/>
                  </a:lnTo>
                  <a:lnTo>
                    <a:pt x="17797" y="38159"/>
                  </a:lnTo>
                  <a:lnTo>
                    <a:pt x="18521" y="37683"/>
                  </a:lnTo>
                  <a:lnTo>
                    <a:pt x="19236" y="37188"/>
                  </a:lnTo>
                  <a:lnTo>
                    <a:pt x="19941" y="36684"/>
                  </a:lnTo>
                  <a:lnTo>
                    <a:pt x="20629" y="36161"/>
                  </a:lnTo>
                  <a:lnTo>
                    <a:pt x="21298" y="35630"/>
                  </a:lnTo>
                  <a:lnTo>
                    <a:pt x="21957" y="35080"/>
                  </a:lnTo>
                  <a:lnTo>
                    <a:pt x="22608" y="34521"/>
                  </a:lnTo>
                  <a:lnTo>
                    <a:pt x="23231" y="33944"/>
                  </a:lnTo>
                  <a:lnTo>
                    <a:pt x="23845" y="33357"/>
                  </a:lnTo>
                  <a:lnTo>
                    <a:pt x="24441" y="32752"/>
                  </a:lnTo>
                  <a:lnTo>
                    <a:pt x="25027" y="32139"/>
                  </a:lnTo>
                  <a:lnTo>
                    <a:pt x="25595" y="31506"/>
                  </a:lnTo>
                  <a:lnTo>
                    <a:pt x="25944" y="31112"/>
                  </a:lnTo>
                  <a:lnTo>
                    <a:pt x="26283" y="30700"/>
                  </a:lnTo>
                  <a:lnTo>
                    <a:pt x="26622" y="30297"/>
                  </a:lnTo>
                  <a:lnTo>
                    <a:pt x="26942" y="29875"/>
                  </a:lnTo>
                  <a:lnTo>
                    <a:pt x="27272" y="29463"/>
                  </a:lnTo>
                  <a:lnTo>
                    <a:pt x="27584" y="29032"/>
                  </a:lnTo>
                  <a:lnTo>
                    <a:pt x="27896" y="28601"/>
                  </a:lnTo>
                  <a:lnTo>
                    <a:pt x="28198" y="28171"/>
                  </a:lnTo>
                  <a:lnTo>
                    <a:pt x="28491" y="27731"/>
                  </a:lnTo>
                  <a:lnTo>
                    <a:pt x="28784" y="27282"/>
                  </a:lnTo>
                  <a:lnTo>
                    <a:pt x="29068" y="26833"/>
                  </a:lnTo>
                  <a:lnTo>
                    <a:pt x="29353" y="26374"/>
                  </a:lnTo>
                  <a:lnTo>
                    <a:pt x="29618" y="25916"/>
                  </a:lnTo>
                  <a:lnTo>
                    <a:pt x="29884" y="25449"/>
                  </a:lnTo>
                  <a:lnTo>
                    <a:pt x="30150" y="24982"/>
                  </a:lnTo>
                  <a:lnTo>
                    <a:pt x="30397" y="24505"/>
                  </a:lnTo>
                  <a:lnTo>
                    <a:pt x="30645" y="24028"/>
                  </a:lnTo>
                  <a:lnTo>
                    <a:pt x="30892" y="23543"/>
                  </a:lnTo>
                  <a:lnTo>
                    <a:pt x="31121" y="23057"/>
                  </a:lnTo>
                  <a:lnTo>
                    <a:pt x="31350" y="22562"/>
                  </a:lnTo>
                  <a:lnTo>
                    <a:pt x="31570" y="22067"/>
                  </a:lnTo>
                  <a:lnTo>
                    <a:pt x="31790" y="21563"/>
                  </a:lnTo>
                  <a:lnTo>
                    <a:pt x="32001" y="21050"/>
                  </a:lnTo>
                  <a:lnTo>
                    <a:pt x="32203" y="20537"/>
                  </a:lnTo>
                  <a:lnTo>
                    <a:pt x="32395" y="20024"/>
                  </a:lnTo>
                  <a:lnTo>
                    <a:pt x="32587" y="19502"/>
                  </a:lnTo>
                  <a:lnTo>
                    <a:pt x="32771" y="18979"/>
                  </a:lnTo>
                  <a:lnTo>
                    <a:pt x="32945" y="18448"/>
                  </a:lnTo>
                  <a:lnTo>
                    <a:pt x="33119" y="17916"/>
                  </a:lnTo>
                  <a:lnTo>
                    <a:pt x="33275" y="17376"/>
                  </a:lnTo>
                  <a:lnTo>
                    <a:pt x="33440" y="16835"/>
                  </a:lnTo>
                  <a:lnTo>
                    <a:pt x="33586" y="16285"/>
                  </a:lnTo>
                  <a:lnTo>
                    <a:pt x="33678" y="15918"/>
                  </a:lnTo>
                  <a:lnTo>
                    <a:pt x="33751" y="15552"/>
                  </a:lnTo>
                  <a:lnTo>
                    <a:pt x="33815" y="15176"/>
                  </a:lnTo>
                  <a:lnTo>
                    <a:pt x="33870" y="14800"/>
                  </a:lnTo>
                  <a:lnTo>
                    <a:pt x="33907" y="14425"/>
                  </a:lnTo>
                  <a:lnTo>
                    <a:pt x="33935" y="14049"/>
                  </a:lnTo>
                  <a:lnTo>
                    <a:pt x="33944" y="13664"/>
                  </a:lnTo>
                  <a:lnTo>
                    <a:pt x="33944" y="13279"/>
                  </a:lnTo>
                  <a:lnTo>
                    <a:pt x="33925" y="12894"/>
                  </a:lnTo>
                  <a:lnTo>
                    <a:pt x="33898" y="12510"/>
                  </a:lnTo>
                  <a:lnTo>
                    <a:pt x="33861" y="12115"/>
                  </a:lnTo>
                  <a:lnTo>
                    <a:pt x="33806" y="11731"/>
                  </a:lnTo>
                  <a:lnTo>
                    <a:pt x="33733" y="11337"/>
                  </a:lnTo>
                  <a:lnTo>
                    <a:pt x="33660" y="10933"/>
                  </a:lnTo>
                  <a:lnTo>
                    <a:pt x="33559" y="10539"/>
                  </a:lnTo>
                  <a:lnTo>
                    <a:pt x="33449" y="10136"/>
                  </a:lnTo>
                  <a:lnTo>
                    <a:pt x="33357" y="9825"/>
                  </a:lnTo>
                  <a:lnTo>
                    <a:pt x="33256" y="9513"/>
                  </a:lnTo>
                  <a:lnTo>
                    <a:pt x="33146" y="9192"/>
                  </a:lnTo>
                  <a:lnTo>
                    <a:pt x="33036" y="8881"/>
                  </a:lnTo>
                  <a:lnTo>
                    <a:pt x="32908" y="8560"/>
                  </a:lnTo>
                  <a:lnTo>
                    <a:pt x="32771" y="8248"/>
                  </a:lnTo>
                  <a:lnTo>
                    <a:pt x="32633" y="7928"/>
                  </a:lnTo>
                  <a:lnTo>
                    <a:pt x="32487" y="7607"/>
                  </a:lnTo>
                  <a:lnTo>
                    <a:pt x="32331" y="7286"/>
                  </a:lnTo>
                  <a:lnTo>
                    <a:pt x="32166" y="6975"/>
                  </a:lnTo>
                  <a:lnTo>
                    <a:pt x="31992" y="6654"/>
                  </a:lnTo>
                  <a:lnTo>
                    <a:pt x="31808" y="6333"/>
                  </a:lnTo>
                  <a:lnTo>
                    <a:pt x="31625" y="6012"/>
                  </a:lnTo>
                  <a:lnTo>
                    <a:pt x="31433" y="5692"/>
                  </a:lnTo>
                  <a:lnTo>
                    <a:pt x="31231" y="5371"/>
                  </a:lnTo>
                  <a:lnTo>
                    <a:pt x="31020" y="5050"/>
                  </a:lnTo>
                  <a:lnTo>
                    <a:pt x="30654" y="4519"/>
                  </a:lnTo>
                  <a:lnTo>
                    <a:pt x="30287" y="4024"/>
                  </a:lnTo>
                  <a:lnTo>
                    <a:pt x="29930" y="3547"/>
                  </a:lnTo>
                  <a:lnTo>
                    <a:pt x="29563" y="3098"/>
                  </a:lnTo>
                  <a:lnTo>
                    <a:pt x="29215" y="2677"/>
                  </a:lnTo>
                  <a:lnTo>
                    <a:pt x="28876" y="2283"/>
                  </a:lnTo>
                  <a:lnTo>
                    <a:pt x="28555" y="1925"/>
                  </a:lnTo>
                  <a:lnTo>
                    <a:pt x="28244" y="1595"/>
                  </a:lnTo>
                  <a:lnTo>
                    <a:pt x="27960" y="1293"/>
                  </a:lnTo>
                  <a:lnTo>
                    <a:pt x="27694" y="1027"/>
                  </a:lnTo>
                  <a:lnTo>
                    <a:pt x="27263" y="615"/>
                  </a:lnTo>
                  <a:lnTo>
                    <a:pt x="26970" y="340"/>
                  </a:lnTo>
                  <a:lnTo>
                    <a:pt x="26842" y="230"/>
                  </a:lnTo>
                  <a:lnTo>
                    <a:pt x="26768" y="166"/>
                  </a:lnTo>
                  <a:lnTo>
                    <a:pt x="26686" y="120"/>
                  </a:lnTo>
                  <a:lnTo>
                    <a:pt x="26594" y="74"/>
                  </a:lnTo>
                  <a:lnTo>
                    <a:pt x="26512" y="47"/>
                  </a:lnTo>
                  <a:lnTo>
                    <a:pt x="26420" y="19"/>
                  </a:lnTo>
                  <a:lnTo>
                    <a:pt x="263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15"/>
            <p:cNvSpPr/>
            <p:nvPr/>
          </p:nvSpPr>
          <p:spPr>
            <a:xfrm>
              <a:off x="5323500" y="2430575"/>
              <a:ext cx="161775" cy="153500"/>
            </a:xfrm>
            <a:custGeom>
              <a:avLst/>
              <a:gdLst/>
              <a:ahLst/>
              <a:cxnLst/>
              <a:rect l="l" t="t" r="r" b="b"/>
              <a:pathLst>
                <a:path w="6471" h="6140" extrusionOk="0">
                  <a:moveTo>
                    <a:pt x="3767" y="0"/>
                  </a:moveTo>
                  <a:lnTo>
                    <a:pt x="2933" y="1283"/>
                  </a:lnTo>
                  <a:lnTo>
                    <a:pt x="2026" y="2658"/>
                  </a:lnTo>
                  <a:lnTo>
                    <a:pt x="1045" y="4106"/>
                  </a:lnTo>
                  <a:lnTo>
                    <a:pt x="0" y="5627"/>
                  </a:lnTo>
                  <a:lnTo>
                    <a:pt x="349" y="5700"/>
                  </a:lnTo>
                  <a:lnTo>
                    <a:pt x="715" y="5764"/>
                  </a:lnTo>
                  <a:lnTo>
                    <a:pt x="1100" y="5828"/>
                  </a:lnTo>
                  <a:lnTo>
                    <a:pt x="1485" y="5874"/>
                  </a:lnTo>
                  <a:lnTo>
                    <a:pt x="2264" y="5966"/>
                  </a:lnTo>
                  <a:lnTo>
                    <a:pt x="2997" y="6039"/>
                  </a:lnTo>
                  <a:lnTo>
                    <a:pt x="3657" y="6085"/>
                  </a:lnTo>
                  <a:lnTo>
                    <a:pt x="4188" y="6122"/>
                  </a:lnTo>
                  <a:lnTo>
                    <a:pt x="4747" y="6140"/>
                  </a:lnTo>
                  <a:lnTo>
                    <a:pt x="4793" y="6140"/>
                  </a:lnTo>
                  <a:lnTo>
                    <a:pt x="4857" y="6131"/>
                  </a:lnTo>
                  <a:lnTo>
                    <a:pt x="5031" y="6076"/>
                  </a:lnTo>
                  <a:lnTo>
                    <a:pt x="5251" y="6002"/>
                  </a:lnTo>
                  <a:lnTo>
                    <a:pt x="5490" y="5911"/>
                  </a:lnTo>
                  <a:lnTo>
                    <a:pt x="5737" y="5801"/>
                  </a:lnTo>
                  <a:lnTo>
                    <a:pt x="5957" y="5673"/>
                  </a:lnTo>
                  <a:lnTo>
                    <a:pt x="6058" y="5618"/>
                  </a:lnTo>
                  <a:lnTo>
                    <a:pt x="6140" y="5553"/>
                  </a:lnTo>
                  <a:lnTo>
                    <a:pt x="6214" y="5489"/>
                  </a:lnTo>
                  <a:lnTo>
                    <a:pt x="6259" y="5425"/>
                  </a:lnTo>
                  <a:lnTo>
                    <a:pt x="6296" y="5361"/>
                  </a:lnTo>
                  <a:lnTo>
                    <a:pt x="6324" y="5297"/>
                  </a:lnTo>
                  <a:lnTo>
                    <a:pt x="6333" y="5242"/>
                  </a:lnTo>
                  <a:lnTo>
                    <a:pt x="6333" y="5187"/>
                  </a:lnTo>
                  <a:lnTo>
                    <a:pt x="6314" y="5132"/>
                  </a:lnTo>
                  <a:lnTo>
                    <a:pt x="6305" y="5077"/>
                  </a:lnTo>
                  <a:lnTo>
                    <a:pt x="6278" y="5022"/>
                  </a:lnTo>
                  <a:lnTo>
                    <a:pt x="6250" y="4976"/>
                  </a:lnTo>
                  <a:lnTo>
                    <a:pt x="6186" y="4903"/>
                  </a:lnTo>
                  <a:lnTo>
                    <a:pt x="6122" y="4839"/>
                  </a:lnTo>
                  <a:lnTo>
                    <a:pt x="6058" y="4784"/>
                  </a:lnTo>
                  <a:lnTo>
                    <a:pt x="6122" y="4710"/>
                  </a:lnTo>
                  <a:lnTo>
                    <a:pt x="6269" y="4536"/>
                  </a:lnTo>
                  <a:lnTo>
                    <a:pt x="6342" y="4426"/>
                  </a:lnTo>
                  <a:lnTo>
                    <a:pt x="6415" y="4307"/>
                  </a:lnTo>
                  <a:lnTo>
                    <a:pt x="6434" y="4252"/>
                  </a:lnTo>
                  <a:lnTo>
                    <a:pt x="6452" y="4197"/>
                  </a:lnTo>
                  <a:lnTo>
                    <a:pt x="6470" y="4151"/>
                  </a:lnTo>
                  <a:lnTo>
                    <a:pt x="6470" y="4106"/>
                  </a:lnTo>
                  <a:lnTo>
                    <a:pt x="6452" y="3986"/>
                  </a:lnTo>
                  <a:lnTo>
                    <a:pt x="6415" y="3831"/>
                  </a:lnTo>
                  <a:lnTo>
                    <a:pt x="6324" y="3464"/>
                  </a:lnTo>
                  <a:lnTo>
                    <a:pt x="6195" y="3006"/>
                  </a:lnTo>
                  <a:lnTo>
                    <a:pt x="6232" y="2923"/>
                  </a:lnTo>
                  <a:lnTo>
                    <a:pt x="6269" y="2832"/>
                  </a:lnTo>
                  <a:lnTo>
                    <a:pt x="6314" y="2722"/>
                  </a:lnTo>
                  <a:lnTo>
                    <a:pt x="6351" y="2584"/>
                  </a:lnTo>
                  <a:lnTo>
                    <a:pt x="6369" y="2429"/>
                  </a:lnTo>
                  <a:lnTo>
                    <a:pt x="6379" y="2346"/>
                  </a:lnTo>
                  <a:lnTo>
                    <a:pt x="6379" y="2264"/>
                  </a:lnTo>
                  <a:lnTo>
                    <a:pt x="6369" y="2181"/>
                  </a:lnTo>
                  <a:lnTo>
                    <a:pt x="6351" y="2099"/>
                  </a:lnTo>
                  <a:lnTo>
                    <a:pt x="6324" y="2016"/>
                  </a:lnTo>
                  <a:lnTo>
                    <a:pt x="6278" y="1925"/>
                  </a:lnTo>
                  <a:lnTo>
                    <a:pt x="6223" y="1833"/>
                  </a:lnTo>
                  <a:lnTo>
                    <a:pt x="6159" y="1741"/>
                  </a:lnTo>
                  <a:lnTo>
                    <a:pt x="5994" y="1531"/>
                  </a:lnTo>
                  <a:lnTo>
                    <a:pt x="5792" y="1320"/>
                  </a:lnTo>
                  <a:lnTo>
                    <a:pt x="5371" y="871"/>
                  </a:lnTo>
                  <a:lnTo>
                    <a:pt x="5151" y="642"/>
                  </a:lnTo>
                  <a:lnTo>
                    <a:pt x="4958" y="413"/>
                  </a:lnTo>
                  <a:lnTo>
                    <a:pt x="4921" y="367"/>
                  </a:lnTo>
                  <a:lnTo>
                    <a:pt x="4876" y="321"/>
                  </a:lnTo>
                  <a:lnTo>
                    <a:pt x="4821" y="284"/>
                  </a:lnTo>
                  <a:lnTo>
                    <a:pt x="4766" y="248"/>
                  </a:lnTo>
                  <a:lnTo>
                    <a:pt x="4628" y="183"/>
                  </a:lnTo>
                  <a:lnTo>
                    <a:pt x="4482" y="128"/>
                  </a:lnTo>
                  <a:lnTo>
                    <a:pt x="4317" y="83"/>
                  </a:lnTo>
                  <a:lnTo>
                    <a:pt x="4143" y="46"/>
                  </a:lnTo>
                  <a:lnTo>
                    <a:pt x="3959" y="18"/>
                  </a:lnTo>
                  <a:lnTo>
                    <a:pt x="3767" y="0"/>
                  </a:lnTo>
                  <a:close/>
                </a:path>
              </a:pathLst>
            </a:custGeom>
            <a:solidFill>
              <a:srgbClr val="F798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15"/>
            <p:cNvSpPr/>
            <p:nvPr/>
          </p:nvSpPr>
          <p:spPr>
            <a:xfrm>
              <a:off x="1930825" y="1084400"/>
              <a:ext cx="3113425" cy="2269225"/>
            </a:xfrm>
            <a:custGeom>
              <a:avLst/>
              <a:gdLst/>
              <a:ahLst/>
              <a:cxnLst/>
              <a:rect l="l" t="t" r="r" b="b"/>
              <a:pathLst>
                <a:path w="124537" h="90769" extrusionOk="0">
                  <a:moveTo>
                    <a:pt x="59483" y="0"/>
                  </a:moveTo>
                  <a:lnTo>
                    <a:pt x="0" y="55982"/>
                  </a:lnTo>
                  <a:lnTo>
                    <a:pt x="79771" y="90768"/>
                  </a:lnTo>
                  <a:lnTo>
                    <a:pt x="124537" y="35785"/>
                  </a:lnTo>
                  <a:lnTo>
                    <a:pt x="79423" y="10969"/>
                  </a:lnTo>
                  <a:lnTo>
                    <a:pt x="59483" y="0"/>
                  </a:lnTo>
                  <a:close/>
                </a:path>
              </a:pathLst>
            </a:custGeom>
            <a:solidFill>
              <a:srgbClr val="FF7B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5"/>
            <p:cNvSpPr/>
            <p:nvPr/>
          </p:nvSpPr>
          <p:spPr>
            <a:xfrm>
              <a:off x="3916400" y="238125"/>
              <a:ext cx="1338175" cy="1740925"/>
            </a:xfrm>
            <a:custGeom>
              <a:avLst/>
              <a:gdLst/>
              <a:ahLst/>
              <a:cxnLst/>
              <a:rect l="l" t="t" r="r" b="b"/>
              <a:pathLst>
                <a:path w="53527" h="69637" extrusionOk="0">
                  <a:moveTo>
                    <a:pt x="36646" y="0"/>
                  </a:moveTo>
                  <a:lnTo>
                    <a:pt x="0" y="44820"/>
                  </a:lnTo>
                  <a:lnTo>
                    <a:pt x="45114" y="69636"/>
                  </a:lnTo>
                  <a:lnTo>
                    <a:pt x="53526" y="66218"/>
                  </a:lnTo>
                  <a:lnTo>
                    <a:pt x="36646" y="0"/>
                  </a:lnTo>
                  <a:close/>
                </a:path>
              </a:pathLst>
            </a:custGeom>
            <a:solidFill>
              <a:srgbClr val="FF7B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5"/>
            <p:cNvSpPr/>
            <p:nvPr/>
          </p:nvSpPr>
          <p:spPr>
            <a:xfrm>
              <a:off x="3916400" y="1358625"/>
              <a:ext cx="1127850" cy="620425"/>
            </a:xfrm>
            <a:custGeom>
              <a:avLst/>
              <a:gdLst/>
              <a:ahLst/>
              <a:cxnLst/>
              <a:rect l="l" t="t" r="r" b="b"/>
              <a:pathLst>
                <a:path w="45114" h="24817" extrusionOk="0">
                  <a:moveTo>
                    <a:pt x="45114" y="24816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45114" y="24816"/>
                  </a:lnTo>
                  <a:close/>
                </a:path>
              </a:pathLst>
            </a:custGeom>
            <a:solidFill>
              <a:srgbClr val="F48B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5"/>
            <p:cNvSpPr/>
            <p:nvPr/>
          </p:nvSpPr>
          <p:spPr>
            <a:xfrm>
              <a:off x="5254550" y="1893575"/>
              <a:ext cx="32100" cy="125550"/>
            </a:xfrm>
            <a:custGeom>
              <a:avLst/>
              <a:gdLst/>
              <a:ahLst/>
              <a:cxnLst/>
              <a:rect l="l" t="t" r="r" b="b"/>
              <a:pathLst>
                <a:path w="1284" h="5022" extrusionOk="0">
                  <a:moveTo>
                    <a:pt x="0" y="0"/>
                  </a:moveTo>
                  <a:lnTo>
                    <a:pt x="0" y="0"/>
                  </a:lnTo>
                  <a:lnTo>
                    <a:pt x="1283" y="50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8B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5"/>
            <p:cNvSpPr/>
            <p:nvPr/>
          </p:nvSpPr>
          <p:spPr>
            <a:xfrm>
              <a:off x="3925100" y="1979025"/>
              <a:ext cx="1361550" cy="1479300"/>
            </a:xfrm>
            <a:custGeom>
              <a:avLst/>
              <a:gdLst/>
              <a:ahLst/>
              <a:cxnLst/>
              <a:rect l="l" t="t" r="r" b="b"/>
              <a:pathLst>
                <a:path w="54462" h="59172" extrusionOk="0">
                  <a:moveTo>
                    <a:pt x="44766" y="0"/>
                  </a:moveTo>
                  <a:lnTo>
                    <a:pt x="0" y="54983"/>
                  </a:lnTo>
                  <a:lnTo>
                    <a:pt x="8898" y="59171"/>
                  </a:lnTo>
                  <a:lnTo>
                    <a:pt x="54461" y="1604"/>
                  </a:lnTo>
                  <a:lnTo>
                    <a:pt x="44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5"/>
            <p:cNvSpPr/>
            <p:nvPr/>
          </p:nvSpPr>
          <p:spPr>
            <a:xfrm>
              <a:off x="5044225" y="1893575"/>
              <a:ext cx="242425" cy="125550"/>
            </a:xfrm>
            <a:custGeom>
              <a:avLst/>
              <a:gdLst/>
              <a:ahLst/>
              <a:cxnLst/>
              <a:rect l="l" t="t" r="r" b="b"/>
              <a:pathLst>
                <a:path w="9697" h="5022" extrusionOk="0">
                  <a:moveTo>
                    <a:pt x="8413" y="0"/>
                  </a:moveTo>
                  <a:lnTo>
                    <a:pt x="1" y="3418"/>
                  </a:lnTo>
                  <a:lnTo>
                    <a:pt x="9696" y="5022"/>
                  </a:lnTo>
                  <a:lnTo>
                    <a:pt x="84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5"/>
            <p:cNvSpPr/>
            <p:nvPr/>
          </p:nvSpPr>
          <p:spPr>
            <a:xfrm>
              <a:off x="3589250" y="3013625"/>
              <a:ext cx="1274025" cy="1821325"/>
            </a:xfrm>
            <a:custGeom>
              <a:avLst/>
              <a:gdLst/>
              <a:ahLst/>
              <a:cxnLst/>
              <a:rect l="l" t="t" r="r" b="b"/>
              <a:pathLst>
                <a:path w="50961" h="72853" extrusionOk="0">
                  <a:moveTo>
                    <a:pt x="44326" y="0"/>
                  </a:moveTo>
                  <a:lnTo>
                    <a:pt x="36142" y="7634"/>
                  </a:lnTo>
                  <a:lnTo>
                    <a:pt x="26713" y="36207"/>
                  </a:lnTo>
                  <a:lnTo>
                    <a:pt x="27043" y="37352"/>
                  </a:lnTo>
                  <a:lnTo>
                    <a:pt x="25622" y="37508"/>
                  </a:lnTo>
                  <a:lnTo>
                    <a:pt x="26135" y="38388"/>
                  </a:lnTo>
                  <a:lnTo>
                    <a:pt x="0" y="67776"/>
                  </a:lnTo>
                  <a:lnTo>
                    <a:pt x="7175" y="72853"/>
                  </a:lnTo>
                  <a:lnTo>
                    <a:pt x="8358" y="71772"/>
                  </a:lnTo>
                  <a:lnTo>
                    <a:pt x="9723" y="70516"/>
                  </a:lnTo>
                  <a:lnTo>
                    <a:pt x="11501" y="68867"/>
                  </a:lnTo>
                  <a:lnTo>
                    <a:pt x="13627" y="66887"/>
                  </a:lnTo>
                  <a:lnTo>
                    <a:pt x="16019" y="64651"/>
                  </a:lnTo>
                  <a:lnTo>
                    <a:pt x="18594" y="62214"/>
                  </a:lnTo>
                  <a:lnTo>
                    <a:pt x="19932" y="60931"/>
                  </a:lnTo>
                  <a:lnTo>
                    <a:pt x="21288" y="59629"/>
                  </a:lnTo>
                  <a:lnTo>
                    <a:pt x="22653" y="58319"/>
                  </a:lnTo>
                  <a:lnTo>
                    <a:pt x="24019" y="56981"/>
                  </a:lnTo>
                  <a:lnTo>
                    <a:pt x="25375" y="55652"/>
                  </a:lnTo>
                  <a:lnTo>
                    <a:pt x="26713" y="54333"/>
                  </a:lnTo>
                  <a:lnTo>
                    <a:pt x="28023" y="53022"/>
                  </a:lnTo>
                  <a:lnTo>
                    <a:pt x="29297" y="51730"/>
                  </a:lnTo>
                  <a:lnTo>
                    <a:pt x="30525" y="50466"/>
                  </a:lnTo>
                  <a:lnTo>
                    <a:pt x="31689" y="49247"/>
                  </a:lnTo>
                  <a:lnTo>
                    <a:pt x="32798" y="48074"/>
                  </a:lnTo>
                  <a:lnTo>
                    <a:pt x="33824" y="46956"/>
                  </a:lnTo>
                  <a:lnTo>
                    <a:pt x="34310" y="46415"/>
                  </a:lnTo>
                  <a:lnTo>
                    <a:pt x="34768" y="45893"/>
                  </a:lnTo>
                  <a:lnTo>
                    <a:pt x="35208" y="45389"/>
                  </a:lnTo>
                  <a:lnTo>
                    <a:pt x="35620" y="44903"/>
                  </a:lnTo>
                  <a:lnTo>
                    <a:pt x="36005" y="44436"/>
                  </a:lnTo>
                  <a:lnTo>
                    <a:pt x="36362" y="43996"/>
                  </a:lnTo>
                  <a:lnTo>
                    <a:pt x="36701" y="43565"/>
                  </a:lnTo>
                  <a:lnTo>
                    <a:pt x="36995" y="43162"/>
                  </a:lnTo>
                  <a:lnTo>
                    <a:pt x="37270" y="42786"/>
                  </a:lnTo>
                  <a:lnTo>
                    <a:pt x="37508" y="42438"/>
                  </a:lnTo>
                  <a:lnTo>
                    <a:pt x="37719" y="42108"/>
                  </a:lnTo>
                  <a:lnTo>
                    <a:pt x="37893" y="41806"/>
                  </a:lnTo>
                  <a:lnTo>
                    <a:pt x="38048" y="41503"/>
                  </a:lnTo>
                  <a:lnTo>
                    <a:pt x="38223" y="41155"/>
                  </a:lnTo>
                  <a:lnTo>
                    <a:pt x="38397" y="40789"/>
                  </a:lnTo>
                  <a:lnTo>
                    <a:pt x="38589" y="40385"/>
                  </a:lnTo>
                  <a:lnTo>
                    <a:pt x="38983" y="39478"/>
                  </a:lnTo>
                  <a:lnTo>
                    <a:pt x="39405" y="38470"/>
                  </a:lnTo>
                  <a:lnTo>
                    <a:pt x="39854" y="37352"/>
                  </a:lnTo>
                  <a:lnTo>
                    <a:pt x="40330" y="36142"/>
                  </a:lnTo>
                  <a:lnTo>
                    <a:pt x="40825" y="34850"/>
                  </a:lnTo>
                  <a:lnTo>
                    <a:pt x="41338" y="33494"/>
                  </a:lnTo>
                  <a:lnTo>
                    <a:pt x="41861" y="32065"/>
                  </a:lnTo>
                  <a:lnTo>
                    <a:pt x="42392" y="30589"/>
                  </a:lnTo>
                  <a:lnTo>
                    <a:pt x="42933" y="29068"/>
                  </a:lnTo>
                  <a:lnTo>
                    <a:pt x="43483" y="27519"/>
                  </a:lnTo>
                  <a:lnTo>
                    <a:pt x="44582" y="24358"/>
                  </a:lnTo>
                  <a:lnTo>
                    <a:pt x="45673" y="21187"/>
                  </a:lnTo>
                  <a:lnTo>
                    <a:pt x="46717" y="18090"/>
                  </a:lnTo>
                  <a:lnTo>
                    <a:pt x="47698" y="15148"/>
                  </a:lnTo>
                  <a:lnTo>
                    <a:pt x="48596" y="12436"/>
                  </a:lnTo>
                  <a:lnTo>
                    <a:pt x="49384" y="10035"/>
                  </a:lnTo>
                  <a:lnTo>
                    <a:pt x="50539" y="6497"/>
                  </a:lnTo>
                  <a:lnTo>
                    <a:pt x="50960" y="5178"/>
                  </a:lnTo>
                  <a:lnTo>
                    <a:pt x="443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5"/>
            <p:cNvSpPr/>
            <p:nvPr/>
          </p:nvSpPr>
          <p:spPr>
            <a:xfrm>
              <a:off x="3102175" y="2805150"/>
              <a:ext cx="1677250" cy="1096700"/>
            </a:xfrm>
            <a:custGeom>
              <a:avLst/>
              <a:gdLst/>
              <a:ahLst/>
              <a:cxnLst/>
              <a:rect l="l" t="t" r="r" b="b"/>
              <a:pathLst>
                <a:path w="67090" h="43868" extrusionOk="0">
                  <a:moveTo>
                    <a:pt x="53344" y="0"/>
                  </a:moveTo>
                  <a:lnTo>
                    <a:pt x="31735" y="23505"/>
                  </a:lnTo>
                  <a:lnTo>
                    <a:pt x="31964" y="25054"/>
                  </a:lnTo>
                  <a:lnTo>
                    <a:pt x="30828" y="24541"/>
                  </a:lnTo>
                  <a:lnTo>
                    <a:pt x="29765" y="25329"/>
                  </a:lnTo>
                  <a:lnTo>
                    <a:pt x="1" y="32990"/>
                  </a:lnTo>
                  <a:lnTo>
                    <a:pt x="1" y="43867"/>
                  </a:lnTo>
                  <a:lnTo>
                    <a:pt x="1366" y="43638"/>
                  </a:lnTo>
                  <a:lnTo>
                    <a:pt x="2942" y="43354"/>
                  </a:lnTo>
                  <a:lnTo>
                    <a:pt x="5004" y="42988"/>
                  </a:lnTo>
                  <a:lnTo>
                    <a:pt x="7469" y="42530"/>
                  </a:lnTo>
                  <a:lnTo>
                    <a:pt x="10255" y="41989"/>
                  </a:lnTo>
                  <a:lnTo>
                    <a:pt x="11740" y="41696"/>
                  </a:lnTo>
                  <a:lnTo>
                    <a:pt x="13270" y="41384"/>
                  </a:lnTo>
                  <a:lnTo>
                    <a:pt x="14837" y="41063"/>
                  </a:lnTo>
                  <a:lnTo>
                    <a:pt x="16441" y="40724"/>
                  </a:lnTo>
                  <a:lnTo>
                    <a:pt x="18054" y="40376"/>
                  </a:lnTo>
                  <a:lnTo>
                    <a:pt x="19666" y="40009"/>
                  </a:lnTo>
                  <a:lnTo>
                    <a:pt x="21279" y="39634"/>
                  </a:lnTo>
                  <a:lnTo>
                    <a:pt x="22883" y="39258"/>
                  </a:lnTo>
                  <a:lnTo>
                    <a:pt x="24459" y="38864"/>
                  </a:lnTo>
                  <a:lnTo>
                    <a:pt x="25989" y="38470"/>
                  </a:lnTo>
                  <a:lnTo>
                    <a:pt x="27483" y="38067"/>
                  </a:lnTo>
                  <a:lnTo>
                    <a:pt x="28913" y="37664"/>
                  </a:lnTo>
                  <a:lnTo>
                    <a:pt x="29609" y="37453"/>
                  </a:lnTo>
                  <a:lnTo>
                    <a:pt x="30278" y="37251"/>
                  </a:lnTo>
                  <a:lnTo>
                    <a:pt x="30938" y="37040"/>
                  </a:lnTo>
                  <a:lnTo>
                    <a:pt x="31570" y="36839"/>
                  </a:lnTo>
                  <a:lnTo>
                    <a:pt x="32184" y="36628"/>
                  </a:lnTo>
                  <a:lnTo>
                    <a:pt x="32771" y="36426"/>
                  </a:lnTo>
                  <a:lnTo>
                    <a:pt x="33330" y="36216"/>
                  </a:lnTo>
                  <a:lnTo>
                    <a:pt x="33870" y="36005"/>
                  </a:lnTo>
                  <a:lnTo>
                    <a:pt x="34374" y="35803"/>
                  </a:lnTo>
                  <a:lnTo>
                    <a:pt x="34860" y="35593"/>
                  </a:lnTo>
                  <a:lnTo>
                    <a:pt x="35309" y="35391"/>
                  </a:lnTo>
                  <a:lnTo>
                    <a:pt x="35731" y="35189"/>
                  </a:lnTo>
                  <a:lnTo>
                    <a:pt x="36116" y="34979"/>
                  </a:lnTo>
                  <a:lnTo>
                    <a:pt x="36464" y="34777"/>
                  </a:lnTo>
                  <a:lnTo>
                    <a:pt x="36784" y="34575"/>
                  </a:lnTo>
                  <a:lnTo>
                    <a:pt x="37069" y="34374"/>
                  </a:lnTo>
                  <a:lnTo>
                    <a:pt x="38214" y="33485"/>
                  </a:lnTo>
                  <a:lnTo>
                    <a:pt x="39543" y="32431"/>
                  </a:lnTo>
                  <a:lnTo>
                    <a:pt x="41018" y="31240"/>
                  </a:lnTo>
                  <a:lnTo>
                    <a:pt x="42604" y="29957"/>
                  </a:lnTo>
                  <a:lnTo>
                    <a:pt x="44262" y="28591"/>
                  </a:lnTo>
                  <a:lnTo>
                    <a:pt x="45967" y="27198"/>
                  </a:lnTo>
                  <a:lnTo>
                    <a:pt x="49348" y="24394"/>
                  </a:lnTo>
                  <a:lnTo>
                    <a:pt x="52464" y="21792"/>
                  </a:lnTo>
                  <a:lnTo>
                    <a:pt x="55030" y="19638"/>
                  </a:lnTo>
                  <a:lnTo>
                    <a:pt x="57431" y="17613"/>
                  </a:lnTo>
                  <a:lnTo>
                    <a:pt x="61014" y="16541"/>
                  </a:lnTo>
                  <a:lnTo>
                    <a:pt x="67089" y="10804"/>
                  </a:lnTo>
                  <a:lnTo>
                    <a:pt x="53344" y="0"/>
                  </a:lnTo>
                  <a:close/>
                </a:path>
              </a:pathLst>
            </a:custGeom>
            <a:solidFill>
              <a:srgbClr val="009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4351900" y="2067900"/>
              <a:ext cx="1197750" cy="1123300"/>
            </a:xfrm>
            <a:custGeom>
              <a:avLst/>
              <a:gdLst/>
              <a:ahLst/>
              <a:cxnLst/>
              <a:rect l="l" t="t" r="r" b="b"/>
              <a:pathLst>
                <a:path w="47910" h="44932" extrusionOk="0">
                  <a:moveTo>
                    <a:pt x="41641" y="1"/>
                  </a:moveTo>
                  <a:lnTo>
                    <a:pt x="41550" y="74"/>
                  </a:lnTo>
                  <a:lnTo>
                    <a:pt x="41440" y="166"/>
                  </a:lnTo>
                  <a:lnTo>
                    <a:pt x="41284" y="285"/>
                  </a:lnTo>
                  <a:lnTo>
                    <a:pt x="41073" y="422"/>
                  </a:lnTo>
                  <a:lnTo>
                    <a:pt x="40807" y="587"/>
                  </a:lnTo>
                  <a:lnTo>
                    <a:pt x="40487" y="761"/>
                  </a:lnTo>
                  <a:lnTo>
                    <a:pt x="40111" y="945"/>
                  </a:lnTo>
                  <a:lnTo>
                    <a:pt x="39891" y="1036"/>
                  </a:lnTo>
                  <a:lnTo>
                    <a:pt x="39662" y="1137"/>
                  </a:lnTo>
                  <a:lnTo>
                    <a:pt x="39414" y="1229"/>
                  </a:lnTo>
                  <a:lnTo>
                    <a:pt x="39158" y="1330"/>
                  </a:lnTo>
                  <a:lnTo>
                    <a:pt x="38874" y="1421"/>
                  </a:lnTo>
                  <a:lnTo>
                    <a:pt x="38580" y="1513"/>
                  </a:lnTo>
                  <a:lnTo>
                    <a:pt x="38260" y="1604"/>
                  </a:lnTo>
                  <a:lnTo>
                    <a:pt x="37930" y="1696"/>
                  </a:lnTo>
                  <a:lnTo>
                    <a:pt x="37582" y="1779"/>
                  </a:lnTo>
                  <a:lnTo>
                    <a:pt x="37215" y="1861"/>
                  </a:lnTo>
                  <a:lnTo>
                    <a:pt x="36821" y="1943"/>
                  </a:lnTo>
                  <a:lnTo>
                    <a:pt x="36418" y="2017"/>
                  </a:lnTo>
                  <a:lnTo>
                    <a:pt x="35987" y="2090"/>
                  </a:lnTo>
                  <a:lnTo>
                    <a:pt x="35538" y="2145"/>
                  </a:lnTo>
                  <a:lnTo>
                    <a:pt x="35071" y="2200"/>
                  </a:lnTo>
                  <a:lnTo>
                    <a:pt x="34585" y="2255"/>
                  </a:lnTo>
                  <a:lnTo>
                    <a:pt x="33586" y="2338"/>
                  </a:lnTo>
                  <a:lnTo>
                    <a:pt x="32587" y="2429"/>
                  </a:lnTo>
                  <a:lnTo>
                    <a:pt x="32083" y="2484"/>
                  </a:lnTo>
                  <a:lnTo>
                    <a:pt x="31579" y="2539"/>
                  </a:lnTo>
                  <a:lnTo>
                    <a:pt x="31066" y="2612"/>
                  </a:lnTo>
                  <a:lnTo>
                    <a:pt x="30553" y="2695"/>
                  </a:lnTo>
                  <a:lnTo>
                    <a:pt x="30040" y="2787"/>
                  </a:lnTo>
                  <a:lnTo>
                    <a:pt x="29517" y="2897"/>
                  </a:lnTo>
                  <a:lnTo>
                    <a:pt x="28986" y="3025"/>
                  </a:lnTo>
                  <a:lnTo>
                    <a:pt x="28445" y="3181"/>
                  </a:lnTo>
                  <a:lnTo>
                    <a:pt x="27905" y="3355"/>
                  </a:lnTo>
                  <a:lnTo>
                    <a:pt x="27630" y="3446"/>
                  </a:lnTo>
                  <a:lnTo>
                    <a:pt x="27346" y="3556"/>
                  </a:lnTo>
                  <a:lnTo>
                    <a:pt x="27071" y="3666"/>
                  </a:lnTo>
                  <a:lnTo>
                    <a:pt x="26787" y="3776"/>
                  </a:lnTo>
                  <a:lnTo>
                    <a:pt x="26502" y="3905"/>
                  </a:lnTo>
                  <a:lnTo>
                    <a:pt x="26209" y="4033"/>
                  </a:lnTo>
                  <a:lnTo>
                    <a:pt x="25925" y="4179"/>
                  </a:lnTo>
                  <a:lnTo>
                    <a:pt x="25632" y="4326"/>
                  </a:lnTo>
                  <a:lnTo>
                    <a:pt x="25329" y="4482"/>
                  </a:lnTo>
                  <a:lnTo>
                    <a:pt x="25036" y="4647"/>
                  </a:lnTo>
                  <a:lnTo>
                    <a:pt x="24734" y="4821"/>
                  </a:lnTo>
                  <a:lnTo>
                    <a:pt x="24422" y="5004"/>
                  </a:lnTo>
                  <a:lnTo>
                    <a:pt x="24120" y="5197"/>
                  </a:lnTo>
                  <a:lnTo>
                    <a:pt x="23808" y="5407"/>
                  </a:lnTo>
                  <a:lnTo>
                    <a:pt x="23497" y="5618"/>
                  </a:lnTo>
                  <a:lnTo>
                    <a:pt x="23176" y="5838"/>
                  </a:lnTo>
                  <a:lnTo>
                    <a:pt x="22855" y="6076"/>
                  </a:lnTo>
                  <a:lnTo>
                    <a:pt x="22525" y="6324"/>
                  </a:lnTo>
                  <a:lnTo>
                    <a:pt x="22195" y="6580"/>
                  </a:lnTo>
                  <a:lnTo>
                    <a:pt x="21866" y="6846"/>
                  </a:lnTo>
                  <a:lnTo>
                    <a:pt x="21526" y="7130"/>
                  </a:lnTo>
                  <a:lnTo>
                    <a:pt x="21187" y="7423"/>
                  </a:lnTo>
                  <a:lnTo>
                    <a:pt x="20839" y="7726"/>
                  </a:lnTo>
                  <a:lnTo>
                    <a:pt x="20491" y="8047"/>
                  </a:lnTo>
                  <a:lnTo>
                    <a:pt x="20143" y="8377"/>
                  </a:lnTo>
                  <a:lnTo>
                    <a:pt x="19785" y="8725"/>
                  </a:lnTo>
                  <a:lnTo>
                    <a:pt x="19419" y="9082"/>
                  </a:lnTo>
                  <a:lnTo>
                    <a:pt x="19052" y="9449"/>
                  </a:lnTo>
                  <a:lnTo>
                    <a:pt x="18686" y="9834"/>
                  </a:lnTo>
                  <a:lnTo>
                    <a:pt x="18310" y="10237"/>
                  </a:lnTo>
                  <a:lnTo>
                    <a:pt x="17925" y="10649"/>
                  </a:lnTo>
                  <a:lnTo>
                    <a:pt x="17540" y="11080"/>
                  </a:lnTo>
                  <a:lnTo>
                    <a:pt x="17146" y="11520"/>
                  </a:lnTo>
                  <a:lnTo>
                    <a:pt x="16752" y="11978"/>
                  </a:lnTo>
                  <a:lnTo>
                    <a:pt x="16349" y="12454"/>
                  </a:lnTo>
                  <a:lnTo>
                    <a:pt x="15946" y="12949"/>
                  </a:lnTo>
                  <a:lnTo>
                    <a:pt x="15533" y="13453"/>
                  </a:lnTo>
                  <a:lnTo>
                    <a:pt x="15121" y="13985"/>
                  </a:lnTo>
                  <a:lnTo>
                    <a:pt x="14287" y="15029"/>
                  </a:lnTo>
                  <a:lnTo>
                    <a:pt x="13471" y="16047"/>
                  </a:lnTo>
                  <a:lnTo>
                    <a:pt x="12674" y="17018"/>
                  </a:lnTo>
                  <a:lnTo>
                    <a:pt x="11904" y="17971"/>
                  </a:lnTo>
                  <a:lnTo>
                    <a:pt x="11144" y="18878"/>
                  </a:lnTo>
                  <a:lnTo>
                    <a:pt x="10402" y="19749"/>
                  </a:lnTo>
                  <a:lnTo>
                    <a:pt x="9678" y="20592"/>
                  </a:lnTo>
                  <a:lnTo>
                    <a:pt x="8981" y="21398"/>
                  </a:lnTo>
                  <a:lnTo>
                    <a:pt x="8303" y="22177"/>
                  </a:lnTo>
                  <a:lnTo>
                    <a:pt x="7652" y="22920"/>
                  </a:lnTo>
                  <a:lnTo>
                    <a:pt x="7011" y="23625"/>
                  </a:lnTo>
                  <a:lnTo>
                    <a:pt x="6406" y="24294"/>
                  </a:lnTo>
                  <a:lnTo>
                    <a:pt x="5251" y="25540"/>
                  </a:lnTo>
                  <a:lnTo>
                    <a:pt x="4207" y="26649"/>
                  </a:lnTo>
                  <a:lnTo>
                    <a:pt x="3263" y="27621"/>
                  </a:lnTo>
                  <a:lnTo>
                    <a:pt x="2429" y="28464"/>
                  </a:lnTo>
                  <a:lnTo>
                    <a:pt x="1705" y="29178"/>
                  </a:lnTo>
                  <a:lnTo>
                    <a:pt x="1109" y="29765"/>
                  </a:lnTo>
                  <a:lnTo>
                    <a:pt x="633" y="30214"/>
                  </a:lnTo>
                  <a:lnTo>
                    <a:pt x="285" y="30535"/>
                  </a:lnTo>
                  <a:lnTo>
                    <a:pt x="1" y="30791"/>
                  </a:lnTo>
                  <a:lnTo>
                    <a:pt x="578" y="31369"/>
                  </a:lnTo>
                  <a:lnTo>
                    <a:pt x="1265" y="32028"/>
                  </a:lnTo>
                  <a:lnTo>
                    <a:pt x="2172" y="32899"/>
                  </a:lnTo>
                  <a:lnTo>
                    <a:pt x="2695" y="33394"/>
                  </a:lnTo>
                  <a:lnTo>
                    <a:pt x="3272" y="33925"/>
                  </a:lnTo>
                  <a:lnTo>
                    <a:pt x="3895" y="34484"/>
                  </a:lnTo>
                  <a:lnTo>
                    <a:pt x="4555" y="35071"/>
                  </a:lnTo>
                  <a:lnTo>
                    <a:pt x="5242" y="35685"/>
                  </a:lnTo>
                  <a:lnTo>
                    <a:pt x="5975" y="36308"/>
                  </a:lnTo>
                  <a:lnTo>
                    <a:pt x="6736" y="36949"/>
                  </a:lnTo>
                  <a:lnTo>
                    <a:pt x="7515" y="37591"/>
                  </a:lnTo>
                  <a:lnTo>
                    <a:pt x="8321" y="38232"/>
                  </a:lnTo>
                  <a:lnTo>
                    <a:pt x="9146" y="38883"/>
                  </a:lnTo>
                  <a:lnTo>
                    <a:pt x="9998" y="39515"/>
                  </a:lnTo>
                  <a:lnTo>
                    <a:pt x="10851" y="40138"/>
                  </a:lnTo>
                  <a:lnTo>
                    <a:pt x="11712" y="40743"/>
                  </a:lnTo>
                  <a:lnTo>
                    <a:pt x="12152" y="41046"/>
                  </a:lnTo>
                  <a:lnTo>
                    <a:pt x="12592" y="41330"/>
                  </a:lnTo>
                  <a:lnTo>
                    <a:pt x="13022" y="41614"/>
                  </a:lnTo>
                  <a:lnTo>
                    <a:pt x="13462" y="41889"/>
                  </a:lnTo>
                  <a:lnTo>
                    <a:pt x="13902" y="42155"/>
                  </a:lnTo>
                  <a:lnTo>
                    <a:pt x="14342" y="42420"/>
                  </a:lnTo>
                  <a:lnTo>
                    <a:pt x="14773" y="42668"/>
                  </a:lnTo>
                  <a:lnTo>
                    <a:pt x="15213" y="42906"/>
                  </a:lnTo>
                  <a:lnTo>
                    <a:pt x="15643" y="43144"/>
                  </a:lnTo>
                  <a:lnTo>
                    <a:pt x="16074" y="43364"/>
                  </a:lnTo>
                  <a:lnTo>
                    <a:pt x="16505" y="43566"/>
                  </a:lnTo>
                  <a:lnTo>
                    <a:pt x="16926" y="43767"/>
                  </a:lnTo>
                  <a:lnTo>
                    <a:pt x="17348" y="43951"/>
                  </a:lnTo>
                  <a:lnTo>
                    <a:pt x="17769" y="44116"/>
                  </a:lnTo>
                  <a:lnTo>
                    <a:pt x="18182" y="44271"/>
                  </a:lnTo>
                  <a:lnTo>
                    <a:pt x="18594" y="44418"/>
                  </a:lnTo>
                  <a:lnTo>
                    <a:pt x="18997" y="44546"/>
                  </a:lnTo>
                  <a:lnTo>
                    <a:pt x="19391" y="44656"/>
                  </a:lnTo>
                  <a:lnTo>
                    <a:pt x="19785" y="44748"/>
                  </a:lnTo>
                  <a:lnTo>
                    <a:pt x="20170" y="44830"/>
                  </a:lnTo>
                  <a:lnTo>
                    <a:pt x="20546" y="44895"/>
                  </a:lnTo>
                  <a:lnTo>
                    <a:pt x="20922" y="44931"/>
                  </a:lnTo>
                  <a:lnTo>
                    <a:pt x="21756" y="43822"/>
                  </a:lnTo>
                  <a:lnTo>
                    <a:pt x="23973" y="40826"/>
                  </a:lnTo>
                  <a:lnTo>
                    <a:pt x="25485" y="38773"/>
                  </a:lnTo>
                  <a:lnTo>
                    <a:pt x="27199" y="36445"/>
                  </a:lnTo>
                  <a:lnTo>
                    <a:pt x="29068" y="33889"/>
                  </a:lnTo>
                  <a:lnTo>
                    <a:pt x="31029" y="31185"/>
                  </a:lnTo>
                  <a:lnTo>
                    <a:pt x="33055" y="28381"/>
                  </a:lnTo>
                  <a:lnTo>
                    <a:pt x="35071" y="25550"/>
                  </a:lnTo>
                  <a:lnTo>
                    <a:pt x="37050" y="22745"/>
                  </a:lnTo>
                  <a:lnTo>
                    <a:pt x="38003" y="21380"/>
                  </a:lnTo>
                  <a:lnTo>
                    <a:pt x="38929" y="20042"/>
                  </a:lnTo>
                  <a:lnTo>
                    <a:pt x="39818" y="18750"/>
                  </a:lnTo>
                  <a:lnTo>
                    <a:pt x="40661" y="17495"/>
                  </a:lnTo>
                  <a:lnTo>
                    <a:pt x="41458" y="16303"/>
                  </a:lnTo>
                  <a:lnTo>
                    <a:pt x="42200" y="15176"/>
                  </a:lnTo>
                  <a:lnTo>
                    <a:pt x="42887" y="14113"/>
                  </a:lnTo>
                  <a:lnTo>
                    <a:pt x="43501" y="13133"/>
                  </a:lnTo>
                  <a:lnTo>
                    <a:pt x="44042" y="12244"/>
                  </a:lnTo>
                  <a:lnTo>
                    <a:pt x="44280" y="11831"/>
                  </a:lnTo>
                  <a:lnTo>
                    <a:pt x="44500" y="11446"/>
                  </a:lnTo>
                  <a:lnTo>
                    <a:pt x="47909" y="5362"/>
                  </a:lnTo>
                  <a:lnTo>
                    <a:pt x="4164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2920275" y="3871825"/>
              <a:ext cx="348725" cy="120975"/>
            </a:xfrm>
            <a:custGeom>
              <a:avLst/>
              <a:gdLst/>
              <a:ahLst/>
              <a:cxnLst/>
              <a:rect l="l" t="t" r="r" b="b"/>
              <a:pathLst>
                <a:path w="13949" h="4839" extrusionOk="0">
                  <a:moveTo>
                    <a:pt x="13930" y="0"/>
                  </a:moveTo>
                  <a:lnTo>
                    <a:pt x="10768" y="293"/>
                  </a:lnTo>
                  <a:lnTo>
                    <a:pt x="2786" y="3381"/>
                  </a:lnTo>
                  <a:lnTo>
                    <a:pt x="1" y="4839"/>
                  </a:lnTo>
                  <a:lnTo>
                    <a:pt x="459" y="4811"/>
                  </a:lnTo>
                  <a:lnTo>
                    <a:pt x="1678" y="4710"/>
                  </a:lnTo>
                  <a:lnTo>
                    <a:pt x="2512" y="4637"/>
                  </a:lnTo>
                  <a:lnTo>
                    <a:pt x="3446" y="4554"/>
                  </a:lnTo>
                  <a:lnTo>
                    <a:pt x="4454" y="4454"/>
                  </a:lnTo>
                  <a:lnTo>
                    <a:pt x="5517" y="4335"/>
                  </a:lnTo>
                  <a:lnTo>
                    <a:pt x="6608" y="4206"/>
                  </a:lnTo>
                  <a:lnTo>
                    <a:pt x="7680" y="4069"/>
                  </a:lnTo>
                  <a:lnTo>
                    <a:pt x="8725" y="3922"/>
                  </a:lnTo>
                  <a:lnTo>
                    <a:pt x="9229" y="3840"/>
                  </a:lnTo>
                  <a:lnTo>
                    <a:pt x="9705" y="3757"/>
                  </a:lnTo>
                  <a:lnTo>
                    <a:pt x="10163" y="3666"/>
                  </a:lnTo>
                  <a:lnTo>
                    <a:pt x="10594" y="3583"/>
                  </a:lnTo>
                  <a:lnTo>
                    <a:pt x="10997" y="3491"/>
                  </a:lnTo>
                  <a:lnTo>
                    <a:pt x="11364" y="3400"/>
                  </a:lnTo>
                  <a:lnTo>
                    <a:pt x="11694" y="3299"/>
                  </a:lnTo>
                  <a:lnTo>
                    <a:pt x="11987" y="3207"/>
                  </a:lnTo>
                  <a:lnTo>
                    <a:pt x="12234" y="3107"/>
                  </a:lnTo>
                  <a:lnTo>
                    <a:pt x="12335" y="3052"/>
                  </a:lnTo>
                  <a:lnTo>
                    <a:pt x="12436" y="3006"/>
                  </a:lnTo>
                  <a:lnTo>
                    <a:pt x="12601" y="2896"/>
                  </a:lnTo>
                  <a:lnTo>
                    <a:pt x="12757" y="2786"/>
                  </a:lnTo>
                  <a:lnTo>
                    <a:pt x="12894" y="2676"/>
                  </a:lnTo>
                  <a:lnTo>
                    <a:pt x="13023" y="2557"/>
                  </a:lnTo>
                  <a:lnTo>
                    <a:pt x="13151" y="2438"/>
                  </a:lnTo>
                  <a:lnTo>
                    <a:pt x="13261" y="2318"/>
                  </a:lnTo>
                  <a:lnTo>
                    <a:pt x="13352" y="2190"/>
                  </a:lnTo>
                  <a:lnTo>
                    <a:pt x="13444" y="2071"/>
                  </a:lnTo>
                  <a:lnTo>
                    <a:pt x="13527" y="1943"/>
                  </a:lnTo>
                  <a:lnTo>
                    <a:pt x="13600" y="1814"/>
                  </a:lnTo>
                  <a:lnTo>
                    <a:pt x="13664" y="1686"/>
                  </a:lnTo>
                  <a:lnTo>
                    <a:pt x="13719" y="1567"/>
                  </a:lnTo>
                  <a:lnTo>
                    <a:pt x="13765" y="1439"/>
                  </a:lnTo>
                  <a:lnTo>
                    <a:pt x="13811" y="1320"/>
                  </a:lnTo>
                  <a:lnTo>
                    <a:pt x="13875" y="1081"/>
                  </a:lnTo>
                  <a:lnTo>
                    <a:pt x="13911" y="861"/>
                  </a:lnTo>
                  <a:lnTo>
                    <a:pt x="13939" y="660"/>
                  </a:lnTo>
                  <a:lnTo>
                    <a:pt x="13948" y="467"/>
                  </a:lnTo>
                  <a:lnTo>
                    <a:pt x="13948" y="312"/>
                  </a:lnTo>
                  <a:lnTo>
                    <a:pt x="13948" y="183"/>
                  </a:lnTo>
                  <a:lnTo>
                    <a:pt x="13939" y="82"/>
                  </a:lnTo>
                  <a:lnTo>
                    <a:pt x="139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2480875" y="3592325"/>
              <a:ext cx="710450" cy="559700"/>
            </a:xfrm>
            <a:custGeom>
              <a:avLst/>
              <a:gdLst/>
              <a:ahLst/>
              <a:cxnLst/>
              <a:rect l="l" t="t" r="r" b="b"/>
              <a:pathLst>
                <a:path w="28418" h="22388" extrusionOk="0">
                  <a:moveTo>
                    <a:pt x="14149" y="0"/>
                  </a:moveTo>
                  <a:lnTo>
                    <a:pt x="13966" y="495"/>
                  </a:lnTo>
                  <a:lnTo>
                    <a:pt x="13755" y="1072"/>
                  </a:lnTo>
                  <a:lnTo>
                    <a:pt x="13508" y="1714"/>
                  </a:lnTo>
                  <a:lnTo>
                    <a:pt x="13224" y="2410"/>
                  </a:lnTo>
                  <a:lnTo>
                    <a:pt x="12921" y="3152"/>
                  </a:lnTo>
                  <a:lnTo>
                    <a:pt x="12582" y="3950"/>
                  </a:lnTo>
                  <a:lnTo>
                    <a:pt x="12216" y="4774"/>
                  </a:lnTo>
                  <a:lnTo>
                    <a:pt x="11813" y="5627"/>
                  </a:lnTo>
                  <a:lnTo>
                    <a:pt x="11391" y="6506"/>
                  </a:lnTo>
                  <a:lnTo>
                    <a:pt x="10942" y="7386"/>
                  </a:lnTo>
                  <a:lnTo>
                    <a:pt x="10704" y="7835"/>
                  </a:lnTo>
                  <a:lnTo>
                    <a:pt x="10466" y="8284"/>
                  </a:lnTo>
                  <a:lnTo>
                    <a:pt x="10218" y="8733"/>
                  </a:lnTo>
                  <a:lnTo>
                    <a:pt x="9962" y="9182"/>
                  </a:lnTo>
                  <a:lnTo>
                    <a:pt x="9705" y="9622"/>
                  </a:lnTo>
                  <a:lnTo>
                    <a:pt x="9439" y="10062"/>
                  </a:lnTo>
                  <a:lnTo>
                    <a:pt x="9164" y="10502"/>
                  </a:lnTo>
                  <a:lnTo>
                    <a:pt x="8889" y="10933"/>
                  </a:lnTo>
                  <a:lnTo>
                    <a:pt x="8605" y="11354"/>
                  </a:lnTo>
                  <a:lnTo>
                    <a:pt x="8312" y="11776"/>
                  </a:lnTo>
                  <a:lnTo>
                    <a:pt x="8019" y="12188"/>
                  </a:lnTo>
                  <a:lnTo>
                    <a:pt x="7716" y="12591"/>
                  </a:lnTo>
                  <a:lnTo>
                    <a:pt x="7112" y="13370"/>
                  </a:lnTo>
                  <a:lnTo>
                    <a:pt x="6525" y="14112"/>
                  </a:lnTo>
                  <a:lnTo>
                    <a:pt x="5957" y="14818"/>
                  </a:lnTo>
                  <a:lnTo>
                    <a:pt x="5398" y="15487"/>
                  </a:lnTo>
                  <a:lnTo>
                    <a:pt x="4857" y="16128"/>
                  </a:lnTo>
                  <a:lnTo>
                    <a:pt x="4335" y="16733"/>
                  </a:lnTo>
                  <a:lnTo>
                    <a:pt x="3336" y="17897"/>
                  </a:lnTo>
                  <a:lnTo>
                    <a:pt x="2860" y="18447"/>
                  </a:lnTo>
                  <a:lnTo>
                    <a:pt x="2401" y="18997"/>
                  </a:lnTo>
                  <a:lnTo>
                    <a:pt x="1961" y="19528"/>
                  </a:lnTo>
                  <a:lnTo>
                    <a:pt x="1531" y="20060"/>
                  </a:lnTo>
                  <a:lnTo>
                    <a:pt x="1128" y="20600"/>
                  </a:lnTo>
                  <a:lnTo>
                    <a:pt x="734" y="21132"/>
                  </a:lnTo>
                  <a:lnTo>
                    <a:pt x="358" y="21682"/>
                  </a:lnTo>
                  <a:lnTo>
                    <a:pt x="0" y="22232"/>
                  </a:lnTo>
                  <a:lnTo>
                    <a:pt x="175" y="22277"/>
                  </a:lnTo>
                  <a:lnTo>
                    <a:pt x="358" y="22314"/>
                  </a:lnTo>
                  <a:lnTo>
                    <a:pt x="541" y="22342"/>
                  </a:lnTo>
                  <a:lnTo>
                    <a:pt x="715" y="22360"/>
                  </a:lnTo>
                  <a:lnTo>
                    <a:pt x="898" y="22378"/>
                  </a:lnTo>
                  <a:lnTo>
                    <a:pt x="1073" y="22387"/>
                  </a:lnTo>
                  <a:lnTo>
                    <a:pt x="1430" y="22387"/>
                  </a:lnTo>
                  <a:lnTo>
                    <a:pt x="1778" y="22360"/>
                  </a:lnTo>
                  <a:lnTo>
                    <a:pt x="2126" y="22323"/>
                  </a:lnTo>
                  <a:lnTo>
                    <a:pt x="2475" y="22259"/>
                  </a:lnTo>
                  <a:lnTo>
                    <a:pt x="2814" y="22177"/>
                  </a:lnTo>
                  <a:lnTo>
                    <a:pt x="3153" y="22085"/>
                  </a:lnTo>
                  <a:lnTo>
                    <a:pt x="3483" y="21975"/>
                  </a:lnTo>
                  <a:lnTo>
                    <a:pt x="3813" y="21847"/>
                  </a:lnTo>
                  <a:lnTo>
                    <a:pt x="4133" y="21700"/>
                  </a:lnTo>
                  <a:lnTo>
                    <a:pt x="4454" y="21553"/>
                  </a:lnTo>
                  <a:lnTo>
                    <a:pt x="4775" y="21389"/>
                  </a:lnTo>
                  <a:lnTo>
                    <a:pt x="5086" y="21214"/>
                  </a:lnTo>
                  <a:lnTo>
                    <a:pt x="5389" y="21040"/>
                  </a:lnTo>
                  <a:lnTo>
                    <a:pt x="5691" y="20848"/>
                  </a:lnTo>
                  <a:lnTo>
                    <a:pt x="5984" y="20655"/>
                  </a:lnTo>
                  <a:lnTo>
                    <a:pt x="6278" y="20454"/>
                  </a:lnTo>
                  <a:lnTo>
                    <a:pt x="6562" y="20252"/>
                  </a:lnTo>
                  <a:lnTo>
                    <a:pt x="7112" y="19849"/>
                  </a:lnTo>
                  <a:lnTo>
                    <a:pt x="7634" y="19437"/>
                  </a:lnTo>
                  <a:lnTo>
                    <a:pt x="8605" y="18676"/>
                  </a:lnTo>
                  <a:lnTo>
                    <a:pt x="9045" y="18328"/>
                  </a:lnTo>
                  <a:lnTo>
                    <a:pt x="9458" y="18035"/>
                  </a:lnTo>
                  <a:lnTo>
                    <a:pt x="9705" y="17870"/>
                  </a:lnTo>
                  <a:lnTo>
                    <a:pt x="9971" y="17714"/>
                  </a:lnTo>
                  <a:lnTo>
                    <a:pt x="10255" y="17558"/>
                  </a:lnTo>
                  <a:lnTo>
                    <a:pt x="10548" y="17421"/>
                  </a:lnTo>
                  <a:lnTo>
                    <a:pt x="10860" y="17292"/>
                  </a:lnTo>
                  <a:lnTo>
                    <a:pt x="11171" y="17173"/>
                  </a:lnTo>
                  <a:lnTo>
                    <a:pt x="11492" y="17054"/>
                  </a:lnTo>
                  <a:lnTo>
                    <a:pt x="11822" y="16953"/>
                  </a:lnTo>
                  <a:lnTo>
                    <a:pt x="12152" y="16852"/>
                  </a:lnTo>
                  <a:lnTo>
                    <a:pt x="12491" y="16761"/>
                  </a:lnTo>
                  <a:lnTo>
                    <a:pt x="12830" y="16678"/>
                  </a:lnTo>
                  <a:lnTo>
                    <a:pt x="13169" y="16596"/>
                  </a:lnTo>
                  <a:lnTo>
                    <a:pt x="13508" y="16523"/>
                  </a:lnTo>
                  <a:lnTo>
                    <a:pt x="13838" y="16458"/>
                  </a:lnTo>
                  <a:lnTo>
                    <a:pt x="14488" y="16348"/>
                  </a:lnTo>
                  <a:lnTo>
                    <a:pt x="15112" y="16257"/>
                  </a:lnTo>
                  <a:lnTo>
                    <a:pt x="15689" y="16174"/>
                  </a:lnTo>
                  <a:lnTo>
                    <a:pt x="16211" y="16119"/>
                  </a:lnTo>
                  <a:lnTo>
                    <a:pt x="16669" y="16083"/>
                  </a:lnTo>
                  <a:lnTo>
                    <a:pt x="17329" y="16037"/>
                  </a:lnTo>
                  <a:lnTo>
                    <a:pt x="17577" y="16019"/>
                  </a:lnTo>
                  <a:lnTo>
                    <a:pt x="17632" y="15991"/>
                  </a:lnTo>
                  <a:lnTo>
                    <a:pt x="18227" y="15689"/>
                  </a:lnTo>
                  <a:lnTo>
                    <a:pt x="18841" y="15405"/>
                  </a:lnTo>
                  <a:lnTo>
                    <a:pt x="19464" y="15139"/>
                  </a:lnTo>
                  <a:lnTo>
                    <a:pt x="19776" y="15020"/>
                  </a:lnTo>
                  <a:lnTo>
                    <a:pt x="20088" y="14901"/>
                  </a:lnTo>
                  <a:lnTo>
                    <a:pt x="20408" y="14781"/>
                  </a:lnTo>
                  <a:lnTo>
                    <a:pt x="20729" y="14671"/>
                  </a:lnTo>
                  <a:lnTo>
                    <a:pt x="21050" y="14571"/>
                  </a:lnTo>
                  <a:lnTo>
                    <a:pt x="21371" y="14470"/>
                  </a:lnTo>
                  <a:lnTo>
                    <a:pt x="21691" y="14378"/>
                  </a:lnTo>
                  <a:lnTo>
                    <a:pt x="22021" y="14287"/>
                  </a:lnTo>
                  <a:lnTo>
                    <a:pt x="22342" y="14204"/>
                  </a:lnTo>
                  <a:lnTo>
                    <a:pt x="22672" y="14131"/>
                  </a:lnTo>
                  <a:lnTo>
                    <a:pt x="23249" y="13993"/>
                  </a:lnTo>
                  <a:lnTo>
                    <a:pt x="23863" y="13838"/>
                  </a:lnTo>
                  <a:lnTo>
                    <a:pt x="24495" y="13663"/>
                  </a:lnTo>
                  <a:lnTo>
                    <a:pt x="25128" y="13462"/>
                  </a:lnTo>
                  <a:lnTo>
                    <a:pt x="25448" y="13352"/>
                  </a:lnTo>
                  <a:lnTo>
                    <a:pt x="25769" y="13233"/>
                  </a:lnTo>
                  <a:lnTo>
                    <a:pt x="26081" y="13114"/>
                  </a:lnTo>
                  <a:lnTo>
                    <a:pt x="26392" y="12985"/>
                  </a:lnTo>
                  <a:lnTo>
                    <a:pt x="26695" y="12857"/>
                  </a:lnTo>
                  <a:lnTo>
                    <a:pt x="26997" y="12720"/>
                  </a:lnTo>
                  <a:lnTo>
                    <a:pt x="27281" y="12573"/>
                  </a:lnTo>
                  <a:lnTo>
                    <a:pt x="27556" y="12417"/>
                  </a:lnTo>
                  <a:lnTo>
                    <a:pt x="27684" y="12344"/>
                  </a:lnTo>
                  <a:lnTo>
                    <a:pt x="27794" y="12270"/>
                  </a:lnTo>
                  <a:lnTo>
                    <a:pt x="27895" y="12188"/>
                  </a:lnTo>
                  <a:lnTo>
                    <a:pt x="27987" y="12115"/>
                  </a:lnTo>
                  <a:lnTo>
                    <a:pt x="28069" y="12023"/>
                  </a:lnTo>
                  <a:lnTo>
                    <a:pt x="28143" y="11941"/>
                  </a:lnTo>
                  <a:lnTo>
                    <a:pt x="28207" y="11858"/>
                  </a:lnTo>
                  <a:lnTo>
                    <a:pt x="28262" y="11766"/>
                  </a:lnTo>
                  <a:lnTo>
                    <a:pt x="28308" y="11675"/>
                  </a:lnTo>
                  <a:lnTo>
                    <a:pt x="28344" y="11583"/>
                  </a:lnTo>
                  <a:lnTo>
                    <a:pt x="28372" y="11482"/>
                  </a:lnTo>
                  <a:lnTo>
                    <a:pt x="28399" y="11391"/>
                  </a:lnTo>
                  <a:lnTo>
                    <a:pt x="28408" y="11290"/>
                  </a:lnTo>
                  <a:lnTo>
                    <a:pt x="28418" y="11189"/>
                  </a:lnTo>
                  <a:lnTo>
                    <a:pt x="28418" y="11088"/>
                  </a:lnTo>
                  <a:lnTo>
                    <a:pt x="28408" y="10978"/>
                  </a:lnTo>
                  <a:lnTo>
                    <a:pt x="28390" y="10878"/>
                  </a:lnTo>
                  <a:lnTo>
                    <a:pt x="28372" y="10768"/>
                  </a:lnTo>
                  <a:lnTo>
                    <a:pt x="28317" y="10548"/>
                  </a:lnTo>
                  <a:lnTo>
                    <a:pt x="28234" y="10319"/>
                  </a:lnTo>
                  <a:lnTo>
                    <a:pt x="28133" y="10080"/>
                  </a:lnTo>
                  <a:lnTo>
                    <a:pt x="28014" y="9842"/>
                  </a:lnTo>
                  <a:lnTo>
                    <a:pt x="27886" y="9595"/>
                  </a:lnTo>
                  <a:lnTo>
                    <a:pt x="27739" y="9347"/>
                  </a:lnTo>
                  <a:lnTo>
                    <a:pt x="27574" y="9091"/>
                  </a:lnTo>
                  <a:lnTo>
                    <a:pt x="27245" y="8568"/>
                  </a:lnTo>
                  <a:lnTo>
                    <a:pt x="26887" y="8037"/>
                  </a:lnTo>
                  <a:lnTo>
                    <a:pt x="26530" y="7487"/>
                  </a:lnTo>
                  <a:lnTo>
                    <a:pt x="26356" y="7203"/>
                  </a:lnTo>
                  <a:lnTo>
                    <a:pt x="26191" y="6928"/>
                  </a:lnTo>
                  <a:lnTo>
                    <a:pt x="26026" y="6644"/>
                  </a:lnTo>
                  <a:lnTo>
                    <a:pt x="25879" y="6360"/>
                  </a:lnTo>
                  <a:lnTo>
                    <a:pt x="25751" y="6067"/>
                  </a:lnTo>
                  <a:lnTo>
                    <a:pt x="25632" y="5782"/>
                  </a:lnTo>
                  <a:lnTo>
                    <a:pt x="25531" y="5489"/>
                  </a:lnTo>
                  <a:lnTo>
                    <a:pt x="25448" y="5205"/>
                  </a:lnTo>
                  <a:lnTo>
                    <a:pt x="25412" y="5059"/>
                  </a:lnTo>
                  <a:lnTo>
                    <a:pt x="25384" y="4912"/>
                  </a:lnTo>
                  <a:lnTo>
                    <a:pt x="25366" y="4774"/>
                  </a:lnTo>
                  <a:lnTo>
                    <a:pt x="25357" y="4628"/>
                  </a:lnTo>
                  <a:lnTo>
                    <a:pt x="25338" y="4417"/>
                  </a:lnTo>
                  <a:lnTo>
                    <a:pt x="25338" y="4215"/>
                  </a:lnTo>
                  <a:lnTo>
                    <a:pt x="25338" y="4023"/>
                  </a:lnTo>
                  <a:lnTo>
                    <a:pt x="25348" y="3831"/>
                  </a:lnTo>
                  <a:lnTo>
                    <a:pt x="25366" y="3638"/>
                  </a:lnTo>
                  <a:lnTo>
                    <a:pt x="25393" y="3464"/>
                  </a:lnTo>
                  <a:lnTo>
                    <a:pt x="25421" y="3290"/>
                  </a:lnTo>
                  <a:lnTo>
                    <a:pt x="25458" y="3125"/>
                  </a:lnTo>
                  <a:lnTo>
                    <a:pt x="25494" y="2960"/>
                  </a:lnTo>
                  <a:lnTo>
                    <a:pt x="25540" y="2804"/>
                  </a:lnTo>
                  <a:lnTo>
                    <a:pt x="25632" y="2511"/>
                  </a:lnTo>
                  <a:lnTo>
                    <a:pt x="25742" y="2245"/>
                  </a:lnTo>
                  <a:lnTo>
                    <a:pt x="25852" y="2007"/>
                  </a:lnTo>
                  <a:lnTo>
                    <a:pt x="25971" y="1796"/>
                  </a:lnTo>
                  <a:lnTo>
                    <a:pt x="26081" y="1604"/>
                  </a:lnTo>
                  <a:lnTo>
                    <a:pt x="26191" y="1448"/>
                  </a:lnTo>
                  <a:lnTo>
                    <a:pt x="26292" y="1320"/>
                  </a:lnTo>
                  <a:lnTo>
                    <a:pt x="26438" y="1136"/>
                  </a:lnTo>
                  <a:lnTo>
                    <a:pt x="26493" y="1081"/>
                  </a:lnTo>
                  <a:lnTo>
                    <a:pt x="26466" y="971"/>
                  </a:lnTo>
                  <a:lnTo>
                    <a:pt x="26429" y="880"/>
                  </a:lnTo>
                  <a:lnTo>
                    <a:pt x="26383" y="788"/>
                  </a:lnTo>
                  <a:lnTo>
                    <a:pt x="26337" y="715"/>
                  </a:lnTo>
                  <a:lnTo>
                    <a:pt x="26282" y="642"/>
                  </a:lnTo>
                  <a:lnTo>
                    <a:pt x="26227" y="587"/>
                  </a:lnTo>
                  <a:lnTo>
                    <a:pt x="26163" y="532"/>
                  </a:lnTo>
                  <a:lnTo>
                    <a:pt x="26099" y="486"/>
                  </a:lnTo>
                  <a:lnTo>
                    <a:pt x="26026" y="449"/>
                  </a:lnTo>
                  <a:lnTo>
                    <a:pt x="25943" y="422"/>
                  </a:lnTo>
                  <a:lnTo>
                    <a:pt x="25861" y="394"/>
                  </a:lnTo>
                  <a:lnTo>
                    <a:pt x="25778" y="385"/>
                  </a:lnTo>
                  <a:lnTo>
                    <a:pt x="25687" y="376"/>
                  </a:lnTo>
                  <a:lnTo>
                    <a:pt x="25586" y="367"/>
                  </a:lnTo>
                  <a:lnTo>
                    <a:pt x="25485" y="376"/>
                  </a:lnTo>
                  <a:lnTo>
                    <a:pt x="25384" y="385"/>
                  </a:lnTo>
                  <a:lnTo>
                    <a:pt x="25164" y="412"/>
                  </a:lnTo>
                  <a:lnTo>
                    <a:pt x="24935" y="467"/>
                  </a:lnTo>
                  <a:lnTo>
                    <a:pt x="24697" y="541"/>
                  </a:lnTo>
                  <a:lnTo>
                    <a:pt x="24450" y="623"/>
                  </a:lnTo>
                  <a:lnTo>
                    <a:pt x="24193" y="724"/>
                  </a:lnTo>
                  <a:lnTo>
                    <a:pt x="23927" y="834"/>
                  </a:lnTo>
                  <a:lnTo>
                    <a:pt x="23387" y="1081"/>
                  </a:lnTo>
                  <a:lnTo>
                    <a:pt x="22828" y="1356"/>
                  </a:lnTo>
                  <a:lnTo>
                    <a:pt x="22278" y="1631"/>
                  </a:lnTo>
                  <a:lnTo>
                    <a:pt x="21737" y="1888"/>
                  </a:lnTo>
                  <a:lnTo>
                    <a:pt x="21471" y="2007"/>
                  </a:lnTo>
                  <a:lnTo>
                    <a:pt x="21215" y="2117"/>
                  </a:lnTo>
                  <a:lnTo>
                    <a:pt x="20967" y="2218"/>
                  </a:lnTo>
                  <a:lnTo>
                    <a:pt x="20738" y="2309"/>
                  </a:lnTo>
                  <a:lnTo>
                    <a:pt x="20509" y="2374"/>
                  </a:lnTo>
                  <a:lnTo>
                    <a:pt x="20298" y="2429"/>
                  </a:lnTo>
                  <a:lnTo>
                    <a:pt x="20106" y="2465"/>
                  </a:lnTo>
                  <a:lnTo>
                    <a:pt x="20014" y="2474"/>
                  </a:lnTo>
                  <a:lnTo>
                    <a:pt x="19923" y="2474"/>
                  </a:lnTo>
                  <a:lnTo>
                    <a:pt x="19840" y="2465"/>
                  </a:lnTo>
                  <a:lnTo>
                    <a:pt x="19758" y="2456"/>
                  </a:lnTo>
                  <a:lnTo>
                    <a:pt x="19684" y="2447"/>
                  </a:lnTo>
                  <a:lnTo>
                    <a:pt x="19620" y="2419"/>
                  </a:lnTo>
                  <a:lnTo>
                    <a:pt x="19419" y="2337"/>
                  </a:lnTo>
                  <a:lnTo>
                    <a:pt x="19245" y="2236"/>
                  </a:lnTo>
                  <a:lnTo>
                    <a:pt x="19070" y="2144"/>
                  </a:lnTo>
                  <a:lnTo>
                    <a:pt x="18905" y="2034"/>
                  </a:lnTo>
                  <a:lnTo>
                    <a:pt x="18548" y="1796"/>
                  </a:lnTo>
                  <a:lnTo>
                    <a:pt x="18356" y="1668"/>
                  </a:lnTo>
                  <a:lnTo>
                    <a:pt x="18136" y="1530"/>
                  </a:lnTo>
                  <a:lnTo>
                    <a:pt x="17879" y="1384"/>
                  </a:lnTo>
                  <a:lnTo>
                    <a:pt x="17595" y="1228"/>
                  </a:lnTo>
                  <a:lnTo>
                    <a:pt x="17274" y="1072"/>
                  </a:lnTo>
                  <a:lnTo>
                    <a:pt x="16899" y="898"/>
                  </a:lnTo>
                  <a:lnTo>
                    <a:pt x="16468" y="724"/>
                  </a:lnTo>
                  <a:lnTo>
                    <a:pt x="15973" y="541"/>
                  </a:lnTo>
                  <a:lnTo>
                    <a:pt x="15423" y="348"/>
                  </a:lnTo>
                  <a:lnTo>
                    <a:pt x="14791" y="147"/>
                  </a:lnTo>
                  <a:lnTo>
                    <a:pt x="14461" y="64"/>
                  </a:lnTo>
                  <a:lnTo>
                    <a:pt x="141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2425900" y="3590025"/>
              <a:ext cx="408725" cy="558100"/>
            </a:xfrm>
            <a:custGeom>
              <a:avLst/>
              <a:gdLst/>
              <a:ahLst/>
              <a:cxnLst/>
              <a:rect l="l" t="t" r="r" b="b"/>
              <a:pathLst>
                <a:path w="16349" h="22324" extrusionOk="0">
                  <a:moveTo>
                    <a:pt x="15249" y="0"/>
                  </a:moveTo>
                  <a:lnTo>
                    <a:pt x="15084" y="19"/>
                  </a:lnTo>
                  <a:lnTo>
                    <a:pt x="14919" y="37"/>
                  </a:lnTo>
                  <a:lnTo>
                    <a:pt x="14754" y="65"/>
                  </a:lnTo>
                  <a:lnTo>
                    <a:pt x="14598" y="92"/>
                  </a:lnTo>
                  <a:lnTo>
                    <a:pt x="14442" y="129"/>
                  </a:lnTo>
                  <a:lnTo>
                    <a:pt x="14287" y="175"/>
                  </a:lnTo>
                  <a:lnTo>
                    <a:pt x="14140" y="230"/>
                  </a:lnTo>
                  <a:lnTo>
                    <a:pt x="13993" y="285"/>
                  </a:lnTo>
                  <a:lnTo>
                    <a:pt x="13856" y="349"/>
                  </a:lnTo>
                  <a:lnTo>
                    <a:pt x="13718" y="413"/>
                  </a:lnTo>
                  <a:lnTo>
                    <a:pt x="13581" y="486"/>
                  </a:lnTo>
                  <a:lnTo>
                    <a:pt x="13453" y="569"/>
                  </a:lnTo>
                  <a:lnTo>
                    <a:pt x="13324" y="651"/>
                  </a:lnTo>
                  <a:lnTo>
                    <a:pt x="13196" y="743"/>
                  </a:lnTo>
                  <a:lnTo>
                    <a:pt x="13077" y="834"/>
                  </a:lnTo>
                  <a:lnTo>
                    <a:pt x="12958" y="935"/>
                  </a:lnTo>
                  <a:lnTo>
                    <a:pt x="12729" y="1146"/>
                  </a:lnTo>
                  <a:lnTo>
                    <a:pt x="12509" y="1366"/>
                  </a:lnTo>
                  <a:lnTo>
                    <a:pt x="12307" y="1613"/>
                  </a:lnTo>
                  <a:lnTo>
                    <a:pt x="12106" y="1870"/>
                  </a:lnTo>
                  <a:lnTo>
                    <a:pt x="11922" y="2136"/>
                  </a:lnTo>
                  <a:lnTo>
                    <a:pt x="11748" y="2420"/>
                  </a:lnTo>
                  <a:lnTo>
                    <a:pt x="11574" y="2713"/>
                  </a:lnTo>
                  <a:lnTo>
                    <a:pt x="11418" y="3006"/>
                  </a:lnTo>
                  <a:lnTo>
                    <a:pt x="11262" y="3318"/>
                  </a:lnTo>
                  <a:lnTo>
                    <a:pt x="11125" y="3629"/>
                  </a:lnTo>
                  <a:lnTo>
                    <a:pt x="10988" y="3950"/>
                  </a:lnTo>
                  <a:lnTo>
                    <a:pt x="10859" y="4271"/>
                  </a:lnTo>
                  <a:lnTo>
                    <a:pt x="10731" y="4601"/>
                  </a:lnTo>
                  <a:lnTo>
                    <a:pt x="10502" y="5251"/>
                  </a:lnTo>
                  <a:lnTo>
                    <a:pt x="10291" y="5893"/>
                  </a:lnTo>
                  <a:lnTo>
                    <a:pt x="10099" y="6525"/>
                  </a:lnTo>
                  <a:lnTo>
                    <a:pt x="9915" y="7130"/>
                  </a:lnTo>
                  <a:lnTo>
                    <a:pt x="9833" y="7396"/>
                  </a:lnTo>
                  <a:lnTo>
                    <a:pt x="9705" y="7680"/>
                  </a:lnTo>
                  <a:lnTo>
                    <a:pt x="9558" y="7991"/>
                  </a:lnTo>
                  <a:lnTo>
                    <a:pt x="9384" y="8321"/>
                  </a:lnTo>
                  <a:lnTo>
                    <a:pt x="9182" y="8669"/>
                  </a:lnTo>
                  <a:lnTo>
                    <a:pt x="8953" y="9036"/>
                  </a:lnTo>
                  <a:lnTo>
                    <a:pt x="8706" y="9421"/>
                  </a:lnTo>
                  <a:lnTo>
                    <a:pt x="8431" y="9824"/>
                  </a:lnTo>
                  <a:lnTo>
                    <a:pt x="8147" y="10246"/>
                  </a:lnTo>
                  <a:lnTo>
                    <a:pt x="7844" y="10667"/>
                  </a:lnTo>
                  <a:lnTo>
                    <a:pt x="7524" y="11107"/>
                  </a:lnTo>
                  <a:lnTo>
                    <a:pt x="7185" y="11547"/>
                  </a:lnTo>
                  <a:lnTo>
                    <a:pt x="6488" y="12463"/>
                  </a:lnTo>
                  <a:lnTo>
                    <a:pt x="5755" y="13380"/>
                  </a:lnTo>
                  <a:lnTo>
                    <a:pt x="5004" y="14305"/>
                  </a:lnTo>
                  <a:lnTo>
                    <a:pt x="4243" y="15222"/>
                  </a:lnTo>
                  <a:lnTo>
                    <a:pt x="3492" y="16111"/>
                  </a:lnTo>
                  <a:lnTo>
                    <a:pt x="2758" y="16954"/>
                  </a:lnTo>
                  <a:lnTo>
                    <a:pt x="2062" y="17751"/>
                  </a:lnTo>
                  <a:lnTo>
                    <a:pt x="1420" y="18484"/>
                  </a:lnTo>
                  <a:lnTo>
                    <a:pt x="330" y="19703"/>
                  </a:lnTo>
                  <a:lnTo>
                    <a:pt x="238" y="19822"/>
                  </a:lnTo>
                  <a:lnTo>
                    <a:pt x="156" y="19950"/>
                  </a:lnTo>
                  <a:lnTo>
                    <a:pt x="92" y="20088"/>
                  </a:lnTo>
                  <a:lnTo>
                    <a:pt x="46" y="20225"/>
                  </a:lnTo>
                  <a:lnTo>
                    <a:pt x="18" y="20363"/>
                  </a:lnTo>
                  <a:lnTo>
                    <a:pt x="0" y="20500"/>
                  </a:lnTo>
                  <a:lnTo>
                    <a:pt x="0" y="20647"/>
                  </a:lnTo>
                  <a:lnTo>
                    <a:pt x="18" y="20784"/>
                  </a:lnTo>
                  <a:lnTo>
                    <a:pt x="46" y="20931"/>
                  </a:lnTo>
                  <a:lnTo>
                    <a:pt x="92" y="21059"/>
                  </a:lnTo>
                  <a:lnTo>
                    <a:pt x="156" y="21196"/>
                  </a:lnTo>
                  <a:lnTo>
                    <a:pt x="229" y="21316"/>
                  </a:lnTo>
                  <a:lnTo>
                    <a:pt x="321" y="21435"/>
                  </a:lnTo>
                  <a:lnTo>
                    <a:pt x="422" y="21536"/>
                  </a:lnTo>
                  <a:lnTo>
                    <a:pt x="541" y="21636"/>
                  </a:lnTo>
                  <a:lnTo>
                    <a:pt x="669" y="21719"/>
                  </a:lnTo>
                  <a:lnTo>
                    <a:pt x="861" y="21829"/>
                  </a:lnTo>
                  <a:lnTo>
                    <a:pt x="1054" y="21920"/>
                  </a:lnTo>
                  <a:lnTo>
                    <a:pt x="1246" y="22012"/>
                  </a:lnTo>
                  <a:lnTo>
                    <a:pt x="1439" y="22085"/>
                  </a:lnTo>
                  <a:lnTo>
                    <a:pt x="1631" y="22159"/>
                  </a:lnTo>
                  <a:lnTo>
                    <a:pt x="1815" y="22223"/>
                  </a:lnTo>
                  <a:lnTo>
                    <a:pt x="2007" y="22278"/>
                  </a:lnTo>
                  <a:lnTo>
                    <a:pt x="2199" y="22324"/>
                  </a:lnTo>
                  <a:lnTo>
                    <a:pt x="2557" y="21774"/>
                  </a:lnTo>
                  <a:lnTo>
                    <a:pt x="2933" y="21224"/>
                  </a:lnTo>
                  <a:lnTo>
                    <a:pt x="3327" y="20692"/>
                  </a:lnTo>
                  <a:lnTo>
                    <a:pt x="3730" y="20152"/>
                  </a:lnTo>
                  <a:lnTo>
                    <a:pt x="4160" y="19620"/>
                  </a:lnTo>
                  <a:lnTo>
                    <a:pt x="4600" y="19089"/>
                  </a:lnTo>
                  <a:lnTo>
                    <a:pt x="5059" y="18539"/>
                  </a:lnTo>
                  <a:lnTo>
                    <a:pt x="5535" y="17989"/>
                  </a:lnTo>
                  <a:lnTo>
                    <a:pt x="6534" y="16825"/>
                  </a:lnTo>
                  <a:lnTo>
                    <a:pt x="7056" y="16220"/>
                  </a:lnTo>
                  <a:lnTo>
                    <a:pt x="7597" y="15579"/>
                  </a:lnTo>
                  <a:lnTo>
                    <a:pt x="8156" y="14910"/>
                  </a:lnTo>
                  <a:lnTo>
                    <a:pt x="8724" y="14204"/>
                  </a:lnTo>
                  <a:lnTo>
                    <a:pt x="9311" y="13462"/>
                  </a:lnTo>
                  <a:lnTo>
                    <a:pt x="9915" y="12683"/>
                  </a:lnTo>
                  <a:lnTo>
                    <a:pt x="10218" y="12280"/>
                  </a:lnTo>
                  <a:lnTo>
                    <a:pt x="10511" y="11868"/>
                  </a:lnTo>
                  <a:lnTo>
                    <a:pt x="10804" y="11446"/>
                  </a:lnTo>
                  <a:lnTo>
                    <a:pt x="11088" y="11025"/>
                  </a:lnTo>
                  <a:lnTo>
                    <a:pt x="11363" y="10594"/>
                  </a:lnTo>
                  <a:lnTo>
                    <a:pt x="11638" y="10154"/>
                  </a:lnTo>
                  <a:lnTo>
                    <a:pt x="11904" y="9714"/>
                  </a:lnTo>
                  <a:lnTo>
                    <a:pt x="12161" y="9274"/>
                  </a:lnTo>
                  <a:lnTo>
                    <a:pt x="12417" y="8825"/>
                  </a:lnTo>
                  <a:lnTo>
                    <a:pt x="12665" y="8376"/>
                  </a:lnTo>
                  <a:lnTo>
                    <a:pt x="12903" y="7927"/>
                  </a:lnTo>
                  <a:lnTo>
                    <a:pt x="13141" y="7478"/>
                  </a:lnTo>
                  <a:lnTo>
                    <a:pt x="13590" y="6598"/>
                  </a:lnTo>
                  <a:lnTo>
                    <a:pt x="14012" y="5719"/>
                  </a:lnTo>
                  <a:lnTo>
                    <a:pt x="14415" y="4866"/>
                  </a:lnTo>
                  <a:lnTo>
                    <a:pt x="14781" y="4042"/>
                  </a:lnTo>
                  <a:lnTo>
                    <a:pt x="15120" y="3244"/>
                  </a:lnTo>
                  <a:lnTo>
                    <a:pt x="15423" y="2502"/>
                  </a:lnTo>
                  <a:lnTo>
                    <a:pt x="15707" y="1806"/>
                  </a:lnTo>
                  <a:lnTo>
                    <a:pt x="15954" y="1164"/>
                  </a:lnTo>
                  <a:lnTo>
                    <a:pt x="16165" y="587"/>
                  </a:lnTo>
                  <a:lnTo>
                    <a:pt x="16348" y="92"/>
                  </a:lnTo>
                  <a:lnTo>
                    <a:pt x="16156" y="55"/>
                  </a:lnTo>
                  <a:lnTo>
                    <a:pt x="15973" y="28"/>
                  </a:lnTo>
                  <a:lnTo>
                    <a:pt x="15780" y="10"/>
                  </a:lnTo>
                  <a:lnTo>
                    <a:pt x="156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2434125" y="3582225"/>
              <a:ext cx="373000" cy="559500"/>
            </a:xfrm>
            <a:custGeom>
              <a:avLst/>
              <a:gdLst/>
              <a:ahLst/>
              <a:cxnLst/>
              <a:rect l="l" t="t" r="r" b="b"/>
              <a:pathLst>
                <a:path w="14920" h="22380" extrusionOk="0">
                  <a:moveTo>
                    <a:pt x="14581" y="1"/>
                  </a:moveTo>
                  <a:lnTo>
                    <a:pt x="14507" y="10"/>
                  </a:lnTo>
                  <a:lnTo>
                    <a:pt x="14452" y="28"/>
                  </a:lnTo>
                  <a:lnTo>
                    <a:pt x="14388" y="65"/>
                  </a:lnTo>
                  <a:lnTo>
                    <a:pt x="14342" y="102"/>
                  </a:lnTo>
                  <a:lnTo>
                    <a:pt x="14297" y="157"/>
                  </a:lnTo>
                  <a:lnTo>
                    <a:pt x="14260" y="212"/>
                  </a:lnTo>
                  <a:lnTo>
                    <a:pt x="14104" y="578"/>
                  </a:lnTo>
                  <a:lnTo>
                    <a:pt x="13673" y="1531"/>
                  </a:lnTo>
                  <a:lnTo>
                    <a:pt x="13380" y="2182"/>
                  </a:lnTo>
                  <a:lnTo>
                    <a:pt x="13023" y="2924"/>
                  </a:lnTo>
                  <a:lnTo>
                    <a:pt x="12629" y="3740"/>
                  </a:lnTo>
                  <a:lnTo>
                    <a:pt x="12189" y="4619"/>
                  </a:lnTo>
                  <a:lnTo>
                    <a:pt x="11712" y="5536"/>
                  </a:lnTo>
                  <a:lnTo>
                    <a:pt x="11208" y="6480"/>
                  </a:lnTo>
                  <a:lnTo>
                    <a:pt x="10943" y="6956"/>
                  </a:lnTo>
                  <a:lnTo>
                    <a:pt x="10677" y="7433"/>
                  </a:lnTo>
                  <a:lnTo>
                    <a:pt x="10402" y="7909"/>
                  </a:lnTo>
                  <a:lnTo>
                    <a:pt x="10127" y="8377"/>
                  </a:lnTo>
                  <a:lnTo>
                    <a:pt x="9843" y="8835"/>
                  </a:lnTo>
                  <a:lnTo>
                    <a:pt x="9550" y="9284"/>
                  </a:lnTo>
                  <a:lnTo>
                    <a:pt x="9266" y="9724"/>
                  </a:lnTo>
                  <a:lnTo>
                    <a:pt x="8972" y="10154"/>
                  </a:lnTo>
                  <a:lnTo>
                    <a:pt x="8679" y="10567"/>
                  </a:lnTo>
                  <a:lnTo>
                    <a:pt x="8386" y="10961"/>
                  </a:lnTo>
                  <a:lnTo>
                    <a:pt x="8093" y="11327"/>
                  </a:lnTo>
                  <a:lnTo>
                    <a:pt x="7799" y="11685"/>
                  </a:lnTo>
                  <a:lnTo>
                    <a:pt x="6636" y="13041"/>
                  </a:lnTo>
                  <a:lnTo>
                    <a:pt x="5444" y="14452"/>
                  </a:lnTo>
                  <a:lnTo>
                    <a:pt x="4849" y="15176"/>
                  </a:lnTo>
                  <a:lnTo>
                    <a:pt x="4262" y="15891"/>
                  </a:lnTo>
                  <a:lnTo>
                    <a:pt x="3685" y="16606"/>
                  </a:lnTo>
                  <a:lnTo>
                    <a:pt x="3135" y="17311"/>
                  </a:lnTo>
                  <a:lnTo>
                    <a:pt x="2604" y="17990"/>
                  </a:lnTo>
                  <a:lnTo>
                    <a:pt x="2109" y="18659"/>
                  </a:lnTo>
                  <a:lnTo>
                    <a:pt x="1641" y="19291"/>
                  </a:lnTo>
                  <a:lnTo>
                    <a:pt x="1220" y="19896"/>
                  </a:lnTo>
                  <a:lnTo>
                    <a:pt x="835" y="20464"/>
                  </a:lnTo>
                  <a:lnTo>
                    <a:pt x="514" y="20995"/>
                  </a:lnTo>
                  <a:lnTo>
                    <a:pt x="368" y="21234"/>
                  </a:lnTo>
                  <a:lnTo>
                    <a:pt x="239" y="21472"/>
                  </a:lnTo>
                  <a:lnTo>
                    <a:pt x="129" y="21683"/>
                  </a:lnTo>
                  <a:lnTo>
                    <a:pt x="28" y="21893"/>
                  </a:lnTo>
                  <a:lnTo>
                    <a:pt x="10" y="21957"/>
                  </a:lnTo>
                  <a:lnTo>
                    <a:pt x="1" y="22022"/>
                  </a:lnTo>
                  <a:lnTo>
                    <a:pt x="1" y="22095"/>
                  </a:lnTo>
                  <a:lnTo>
                    <a:pt x="19" y="22150"/>
                  </a:lnTo>
                  <a:lnTo>
                    <a:pt x="56" y="22214"/>
                  </a:lnTo>
                  <a:lnTo>
                    <a:pt x="93" y="22269"/>
                  </a:lnTo>
                  <a:lnTo>
                    <a:pt x="148" y="22315"/>
                  </a:lnTo>
                  <a:lnTo>
                    <a:pt x="203" y="22342"/>
                  </a:lnTo>
                  <a:lnTo>
                    <a:pt x="258" y="22361"/>
                  </a:lnTo>
                  <a:lnTo>
                    <a:pt x="322" y="22379"/>
                  </a:lnTo>
                  <a:lnTo>
                    <a:pt x="377" y="22370"/>
                  </a:lnTo>
                  <a:lnTo>
                    <a:pt x="432" y="22361"/>
                  </a:lnTo>
                  <a:lnTo>
                    <a:pt x="505" y="22342"/>
                  </a:lnTo>
                  <a:lnTo>
                    <a:pt x="560" y="22297"/>
                  </a:lnTo>
                  <a:lnTo>
                    <a:pt x="615" y="22242"/>
                  </a:lnTo>
                  <a:lnTo>
                    <a:pt x="661" y="22168"/>
                  </a:lnTo>
                  <a:lnTo>
                    <a:pt x="817" y="21857"/>
                  </a:lnTo>
                  <a:lnTo>
                    <a:pt x="1018" y="21490"/>
                  </a:lnTo>
                  <a:lnTo>
                    <a:pt x="1266" y="21078"/>
                  </a:lnTo>
                  <a:lnTo>
                    <a:pt x="1559" y="20620"/>
                  </a:lnTo>
                  <a:lnTo>
                    <a:pt x="1898" y="20125"/>
                  </a:lnTo>
                  <a:lnTo>
                    <a:pt x="2283" y="19593"/>
                  </a:lnTo>
                  <a:lnTo>
                    <a:pt x="2704" y="19007"/>
                  </a:lnTo>
                  <a:lnTo>
                    <a:pt x="3172" y="18393"/>
                  </a:lnTo>
                  <a:lnTo>
                    <a:pt x="3676" y="17733"/>
                  </a:lnTo>
                  <a:lnTo>
                    <a:pt x="4226" y="17046"/>
                  </a:lnTo>
                  <a:lnTo>
                    <a:pt x="4812" y="16313"/>
                  </a:lnTo>
                  <a:lnTo>
                    <a:pt x="5435" y="15543"/>
                  </a:lnTo>
                  <a:lnTo>
                    <a:pt x="6104" y="14736"/>
                  </a:lnTo>
                  <a:lnTo>
                    <a:pt x="6801" y="13902"/>
                  </a:lnTo>
                  <a:lnTo>
                    <a:pt x="7543" y="13032"/>
                  </a:lnTo>
                  <a:lnTo>
                    <a:pt x="8322" y="12134"/>
                  </a:lnTo>
                  <a:lnTo>
                    <a:pt x="8615" y="11776"/>
                  </a:lnTo>
                  <a:lnTo>
                    <a:pt x="8917" y="11392"/>
                  </a:lnTo>
                  <a:lnTo>
                    <a:pt x="9220" y="10998"/>
                  </a:lnTo>
                  <a:lnTo>
                    <a:pt x="9513" y="10585"/>
                  </a:lnTo>
                  <a:lnTo>
                    <a:pt x="9806" y="10154"/>
                  </a:lnTo>
                  <a:lnTo>
                    <a:pt x="10100" y="9705"/>
                  </a:lnTo>
                  <a:lnTo>
                    <a:pt x="10393" y="9256"/>
                  </a:lnTo>
                  <a:lnTo>
                    <a:pt x="10677" y="8798"/>
                  </a:lnTo>
                  <a:lnTo>
                    <a:pt x="10961" y="8331"/>
                  </a:lnTo>
                  <a:lnTo>
                    <a:pt x="11236" y="7854"/>
                  </a:lnTo>
                  <a:lnTo>
                    <a:pt x="11502" y="7378"/>
                  </a:lnTo>
                  <a:lnTo>
                    <a:pt x="11767" y="6901"/>
                  </a:lnTo>
                  <a:lnTo>
                    <a:pt x="12281" y="5957"/>
                  </a:lnTo>
                  <a:lnTo>
                    <a:pt x="12757" y="5041"/>
                  </a:lnTo>
                  <a:lnTo>
                    <a:pt x="13197" y="4161"/>
                  </a:lnTo>
                  <a:lnTo>
                    <a:pt x="13600" y="3337"/>
                  </a:lnTo>
                  <a:lnTo>
                    <a:pt x="13958" y="2585"/>
                  </a:lnTo>
                  <a:lnTo>
                    <a:pt x="14260" y="1916"/>
                  </a:lnTo>
                  <a:lnTo>
                    <a:pt x="14700" y="926"/>
                  </a:lnTo>
                  <a:lnTo>
                    <a:pt x="14892" y="487"/>
                  </a:lnTo>
                  <a:lnTo>
                    <a:pt x="14920" y="413"/>
                  </a:lnTo>
                  <a:lnTo>
                    <a:pt x="14920" y="349"/>
                  </a:lnTo>
                  <a:lnTo>
                    <a:pt x="14920" y="285"/>
                  </a:lnTo>
                  <a:lnTo>
                    <a:pt x="14892" y="221"/>
                  </a:lnTo>
                  <a:lnTo>
                    <a:pt x="14865" y="157"/>
                  </a:lnTo>
                  <a:lnTo>
                    <a:pt x="14828" y="111"/>
                  </a:lnTo>
                  <a:lnTo>
                    <a:pt x="14773" y="65"/>
                  </a:lnTo>
                  <a:lnTo>
                    <a:pt x="14709" y="28"/>
                  </a:lnTo>
                  <a:lnTo>
                    <a:pt x="14645" y="10"/>
                  </a:lnTo>
                  <a:lnTo>
                    <a:pt x="1458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2798625" y="3697000"/>
              <a:ext cx="132000" cy="132000"/>
            </a:xfrm>
            <a:custGeom>
              <a:avLst/>
              <a:gdLst/>
              <a:ahLst/>
              <a:cxnLst/>
              <a:rect l="l" t="t" r="r" b="b"/>
              <a:pathLst>
                <a:path w="5280" h="5280" extrusionOk="0">
                  <a:moveTo>
                    <a:pt x="2585" y="1"/>
                  </a:moveTo>
                  <a:lnTo>
                    <a:pt x="2457" y="10"/>
                  </a:lnTo>
                  <a:lnTo>
                    <a:pt x="2319" y="19"/>
                  </a:lnTo>
                  <a:lnTo>
                    <a:pt x="2182" y="38"/>
                  </a:lnTo>
                  <a:lnTo>
                    <a:pt x="2053" y="65"/>
                  </a:lnTo>
                  <a:lnTo>
                    <a:pt x="1925" y="102"/>
                  </a:lnTo>
                  <a:lnTo>
                    <a:pt x="1797" y="138"/>
                  </a:lnTo>
                  <a:lnTo>
                    <a:pt x="1668" y="184"/>
                  </a:lnTo>
                  <a:lnTo>
                    <a:pt x="1549" y="239"/>
                  </a:lnTo>
                  <a:lnTo>
                    <a:pt x="1430" y="294"/>
                  </a:lnTo>
                  <a:lnTo>
                    <a:pt x="1320" y="358"/>
                  </a:lnTo>
                  <a:lnTo>
                    <a:pt x="1210" y="423"/>
                  </a:lnTo>
                  <a:lnTo>
                    <a:pt x="1100" y="496"/>
                  </a:lnTo>
                  <a:lnTo>
                    <a:pt x="1000" y="569"/>
                  </a:lnTo>
                  <a:lnTo>
                    <a:pt x="899" y="652"/>
                  </a:lnTo>
                  <a:lnTo>
                    <a:pt x="807" y="743"/>
                  </a:lnTo>
                  <a:lnTo>
                    <a:pt x="715" y="826"/>
                  </a:lnTo>
                  <a:lnTo>
                    <a:pt x="633" y="927"/>
                  </a:lnTo>
                  <a:lnTo>
                    <a:pt x="551" y="1018"/>
                  </a:lnTo>
                  <a:lnTo>
                    <a:pt x="477" y="1128"/>
                  </a:lnTo>
                  <a:lnTo>
                    <a:pt x="413" y="1229"/>
                  </a:lnTo>
                  <a:lnTo>
                    <a:pt x="340" y="1339"/>
                  </a:lnTo>
                  <a:lnTo>
                    <a:pt x="285" y="1449"/>
                  </a:lnTo>
                  <a:lnTo>
                    <a:pt x="230" y="1568"/>
                  </a:lnTo>
                  <a:lnTo>
                    <a:pt x="184" y="1678"/>
                  </a:lnTo>
                  <a:lnTo>
                    <a:pt x="138" y="1806"/>
                  </a:lnTo>
                  <a:lnTo>
                    <a:pt x="101" y="1925"/>
                  </a:lnTo>
                  <a:lnTo>
                    <a:pt x="65" y="2045"/>
                  </a:lnTo>
                  <a:lnTo>
                    <a:pt x="37" y="2173"/>
                  </a:lnTo>
                  <a:lnTo>
                    <a:pt x="19" y="2301"/>
                  </a:lnTo>
                  <a:lnTo>
                    <a:pt x="10" y="2429"/>
                  </a:lnTo>
                  <a:lnTo>
                    <a:pt x="1" y="2567"/>
                  </a:lnTo>
                  <a:lnTo>
                    <a:pt x="1" y="2695"/>
                  </a:lnTo>
                  <a:lnTo>
                    <a:pt x="10" y="2833"/>
                  </a:lnTo>
                  <a:lnTo>
                    <a:pt x="19" y="2961"/>
                  </a:lnTo>
                  <a:lnTo>
                    <a:pt x="37" y="3098"/>
                  </a:lnTo>
                  <a:lnTo>
                    <a:pt x="65" y="3227"/>
                  </a:lnTo>
                  <a:lnTo>
                    <a:pt x="101" y="3364"/>
                  </a:lnTo>
                  <a:lnTo>
                    <a:pt x="138" y="3492"/>
                  </a:lnTo>
                  <a:lnTo>
                    <a:pt x="184" y="3612"/>
                  </a:lnTo>
                  <a:lnTo>
                    <a:pt x="239" y="3731"/>
                  </a:lnTo>
                  <a:lnTo>
                    <a:pt x="294" y="3850"/>
                  </a:lnTo>
                  <a:lnTo>
                    <a:pt x="358" y="3960"/>
                  </a:lnTo>
                  <a:lnTo>
                    <a:pt x="422" y="4070"/>
                  </a:lnTo>
                  <a:lnTo>
                    <a:pt x="496" y="4180"/>
                  </a:lnTo>
                  <a:lnTo>
                    <a:pt x="569" y="4280"/>
                  </a:lnTo>
                  <a:lnTo>
                    <a:pt x="651" y="4381"/>
                  </a:lnTo>
                  <a:lnTo>
                    <a:pt x="743" y="4473"/>
                  </a:lnTo>
                  <a:lnTo>
                    <a:pt x="835" y="4565"/>
                  </a:lnTo>
                  <a:lnTo>
                    <a:pt x="926" y="4647"/>
                  </a:lnTo>
                  <a:lnTo>
                    <a:pt x="1027" y="4730"/>
                  </a:lnTo>
                  <a:lnTo>
                    <a:pt x="1128" y="4803"/>
                  </a:lnTo>
                  <a:lnTo>
                    <a:pt x="1229" y="4876"/>
                  </a:lnTo>
                  <a:lnTo>
                    <a:pt x="1339" y="4940"/>
                  </a:lnTo>
                  <a:lnTo>
                    <a:pt x="1449" y="4995"/>
                  </a:lnTo>
                  <a:lnTo>
                    <a:pt x="1568" y="5050"/>
                  </a:lnTo>
                  <a:lnTo>
                    <a:pt x="1687" y="5105"/>
                  </a:lnTo>
                  <a:lnTo>
                    <a:pt x="1806" y="5142"/>
                  </a:lnTo>
                  <a:lnTo>
                    <a:pt x="1925" y="5188"/>
                  </a:lnTo>
                  <a:lnTo>
                    <a:pt x="2053" y="5215"/>
                  </a:lnTo>
                  <a:lnTo>
                    <a:pt x="2173" y="5243"/>
                  </a:lnTo>
                  <a:lnTo>
                    <a:pt x="2301" y="5261"/>
                  </a:lnTo>
                  <a:lnTo>
                    <a:pt x="2438" y="5270"/>
                  </a:lnTo>
                  <a:lnTo>
                    <a:pt x="2567" y="5279"/>
                  </a:lnTo>
                  <a:lnTo>
                    <a:pt x="2832" y="5279"/>
                  </a:lnTo>
                  <a:lnTo>
                    <a:pt x="2961" y="5261"/>
                  </a:lnTo>
                  <a:lnTo>
                    <a:pt x="3098" y="5243"/>
                  </a:lnTo>
                  <a:lnTo>
                    <a:pt x="3236" y="5215"/>
                  </a:lnTo>
                  <a:lnTo>
                    <a:pt x="3364" y="5179"/>
                  </a:lnTo>
                  <a:lnTo>
                    <a:pt x="3492" y="5142"/>
                  </a:lnTo>
                  <a:lnTo>
                    <a:pt x="3611" y="5096"/>
                  </a:lnTo>
                  <a:lnTo>
                    <a:pt x="3730" y="5050"/>
                  </a:lnTo>
                  <a:lnTo>
                    <a:pt x="3849" y="4986"/>
                  </a:lnTo>
                  <a:lnTo>
                    <a:pt x="3969" y="4931"/>
                  </a:lnTo>
                  <a:lnTo>
                    <a:pt x="4079" y="4858"/>
                  </a:lnTo>
                  <a:lnTo>
                    <a:pt x="4179" y="4785"/>
                  </a:lnTo>
                  <a:lnTo>
                    <a:pt x="4280" y="4711"/>
                  </a:lnTo>
                  <a:lnTo>
                    <a:pt x="4381" y="4629"/>
                  </a:lnTo>
                  <a:lnTo>
                    <a:pt x="4473" y="4546"/>
                  </a:lnTo>
                  <a:lnTo>
                    <a:pt x="4564" y="4455"/>
                  </a:lnTo>
                  <a:lnTo>
                    <a:pt x="4647" y="4354"/>
                  </a:lnTo>
                  <a:lnTo>
                    <a:pt x="4729" y="4262"/>
                  </a:lnTo>
                  <a:lnTo>
                    <a:pt x="4803" y="4161"/>
                  </a:lnTo>
                  <a:lnTo>
                    <a:pt x="4876" y="4051"/>
                  </a:lnTo>
                  <a:lnTo>
                    <a:pt x="4940" y="3941"/>
                  </a:lnTo>
                  <a:lnTo>
                    <a:pt x="4995" y="3831"/>
                  </a:lnTo>
                  <a:lnTo>
                    <a:pt x="5050" y="3712"/>
                  </a:lnTo>
                  <a:lnTo>
                    <a:pt x="5105" y="3602"/>
                  </a:lnTo>
                  <a:lnTo>
                    <a:pt x="5151" y="3483"/>
                  </a:lnTo>
                  <a:lnTo>
                    <a:pt x="5187" y="3355"/>
                  </a:lnTo>
                  <a:lnTo>
                    <a:pt x="5215" y="3236"/>
                  </a:lnTo>
                  <a:lnTo>
                    <a:pt x="5242" y="3108"/>
                  </a:lnTo>
                  <a:lnTo>
                    <a:pt x="5261" y="2979"/>
                  </a:lnTo>
                  <a:lnTo>
                    <a:pt x="5279" y="2851"/>
                  </a:lnTo>
                  <a:lnTo>
                    <a:pt x="5279" y="2713"/>
                  </a:lnTo>
                  <a:lnTo>
                    <a:pt x="5279" y="2585"/>
                  </a:lnTo>
                  <a:lnTo>
                    <a:pt x="5279" y="2457"/>
                  </a:lnTo>
                  <a:lnTo>
                    <a:pt x="5261" y="2319"/>
                  </a:lnTo>
                  <a:lnTo>
                    <a:pt x="5242" y="2182"/>
                  </a:lnTo>
                  <a:lnTo>
                    <a:pt x="5215" y="2054"/>
                  </a:lnTo>
                  <a:lnTo>
                    <a:pt x="5187" y="1925"/>
                  </a:lnTo>
                  <a:lnTo>
                    <a:pt x="5142" y="1797"/>
                  </a:lnTo>
                  <a:lnTo>
                    <a:pt x="5096" y="1669"/>
                  </a:lnTo>
                  <a:lnTo>
                    <a:pt x="5050" y="1550"/>
                  </a:lnTo>
                  <a:lnTo>
                    <a:pt x="4986" y="1431"/>
                  </a:lnTo>
                  <a:lnTo>
                    <a:pt x="4931" y="1321"/>
                  </a:lnTo>
                  <a:lnTo>
                    <a:pt x="4858" y="1211"/>
                  </a:lnTo>
                  <a:lnTo>
                    <a:pt x="4784" y="1101"/>
                  </a:lnTo>
                  <a:lnTo>
                    <a:pt x="4711" y="1000"/>
                  </a:lnTo>
                  <a:lnTo>
                    <a:pt x="4628" y="899"/>
                  </a:lnTo>
                  <a:lnTo>
                    <a:pt x="4546" y="807"/>
                  </a:lnTo>
                  <a:lnTo>
                    <a:pt x="4454" y="716"/>
                  </a:lnTo>
                  <a:lnTo>
                    <a:pt x="4363" y="633"/>
                  </a:lnTo>
                  <a:lnTo>
                    <a:pt x="4262" y="551"/>
                  </a:lnTo>
                  <a:lnTo>
                    <a:pt x="4161" y="477"/>
                  </a:lnTo>
                  <a:lnTo>
                    <a:pt x="4051" y="404"/>
                  </a:lnTo>
                  <a:lnTo>
                    <a:pt x="3941" y="340"/>
                  </a:lnTo>
                  <a:lnTo>
                    <a:pt x="3831" y="285"/>
                  </a:lnTo>
                  <a:lnTo>
                    <a:pt x="3721" y="230"/>
                  </a:lnTo>
                  <a:lnTo>
                    <a:pt x="3602" y="175"/>
                  </a:lnTo>
                  <a:lnTo>
                    <a:pt x="3483" y="138"/>
                  </a:lnTo>
                  <a:lnTo>
                    <a:pt x="3355" y="102"/>
                  </a:lnTo>
                  <a:lnTo>
                    <a:pt x="3236" y="65"/>
                  </a:lnTo>
                  <a:lnTo>
                    <a:pt x="3107" y="38"/>
                  </a:lnTo>
                  <a:lnTo>
                    <a:pt x="2979" y="19"/>
                  </a:lnTo>
                  <a:lnTo>
                    <a:pt x="2851" y="10"/>
                  </a:lnTo>
                  <a:lnTo>
                    <a:pt x="27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3306300" y="4662875"/>
              <a:ext cx="544825" cy="786975"/>
            </a:xfrm>
            <a:custGeom>
              <a:avLst/>
              <a:gdLst/>
              <a:ahLst/>
              <a:cxnLst/>
              <a:rect l="l" t="t" r="r" b="b"/>
              <a:pathLst>
                <a:path w="21793" h="31479" extrusionOk="0">
                  <a:moveTo>
                    <a:pt x="12436" y="1"/>
                  </a:moveTo>
                  <a:lnTo>
                    <a:pt x="12372" y="19"/>
                  </a:lnTo>
                  <a:lnTo>
                    <a:pt x="12299" y="56"/>
                  </a:lnTo>
                  <a:lnTo>
                    <a:pt x="12216" y="102"/>
                  </a:lnTo>
                  <a:lnTo>
                    <a:pt x="12134" y="175"/>
                  </a:lnTo>
                  <a:lnTo>
                    <a:pt x="12033" y="248"/>
                  </a:lnTo>
                  <a:lnTo>
                    <a:pt x="11804" y="450"/>
                  </a:lnTo>
                  <a:lnTo>
                    <a:pt x="11520" y="706"/>
                  </a:lnTo>
                  <a:lnTo>
                    <a:pt x="11181" y="1000"/>
                  </a:lnTo>
                  <a:lnTo>
                    <a:pt x="10768" y="1339"/>
                  </a:lnTo>
                  <a:lnTo>
                    <a:pt x="10530" y="1522"/>
                  </a:lnTo>
                  <a:lnTo>
                    <a:pt x="10273" y="1714"/>
                  </a:lnTo>
                  <a:lnTo>
                    <a:pt x="9999" y="1916"/>
                  </a:lnTo>
                  <a:lnTo>
                    <a:pt x="9696" y="2118"/>
                  </a:lnTo>
                  <a:lnTo>
                    <a:pt x="9421" y="2292"/>
                  </a:lnTo>
                  <a:lnTo>
                    <a:pt x="9146" y="2466"/>
                  </a:lnTo>
                  <a:lnTo>
                    <a:pt x="8853" y="2640"/>
                  </a:lnTo>
                  <a:lnTo>
                    <a:pt x="8551" y="2814"/>
                  </a:lnTo>
                  <a:lnTo>
                    <a:pt x="7928" y="3153"/>
                  </a:lnTo>
                  <a:lnTo>
                    <a:pt x="7277" y="3492"/>
                  </a:lnTo>
                  <a:lnTo>
                    <a:pt x="5939" y="4180"/>
                  </a:lnTo>
                  <a:lnTo>
                    <a:pt x="5252" y="4528"/>
                  </a:lnTo>
                  <a:lnTo>
                    <a:pt x="4574" y="4876"/>
                  </a:lnTo>
                  <a:lnTo>
                    <a:pt x="3895" y="5243"/>
                  </a:lnTo>
                  <a:lnTo>
                    <a:pt x="3236" y="5618"/>
                  </a:lnTo>
                  <a:lnTo>
                    <a:pt x="2915" y="5802"/>
                  </a:lnTo>
                  <a:lnTo>
                    <a:pt x="2603" y="6003"/>
                  </a:lnTo>
                  <a:lnTo>
                    <a:pt x="2292" y="6196"/>
                  </a:lnTo>
                  <a:lnTo>
                    <a:pt x="1998" y="6397"/>
                  </a:lnTo>
                  <a:lnTo>
                    <a:pt x="1705" y="6608"/>
                  </a:lnTo>
                  <a:lnTo>
                    <a:pt x="1430" y="6819"/>
                  </a:lnTo>
                  <a:lnTo>
                    <a:pt x="1155" y="7029"/>
                  </a:lnTo>
                  <a:lnTo>
                    <a:pt x="899" y="7249"/>
                  </a:lnTo>
                  <a:lnTo>
                    <a:pt x="651" y="7479"/>
                  </a:lnTo>
                  <a:lnTo>
                    <a:pt x="422" y="7708"/>
                  </a:lnTo>
                  <a:lnTo>
                    <a:pt x="202" y="7937"/>
                  </a:lnTo>
                  <a:lnTo>
                    <a:pt x="1" y="8184"/>
                  </a:lnTo>
                  <a:lnTo>
                    <a:pt x="1119" y="9595"/>
                  </a:lnTo>
                  <a:lnTo>
                    <a:pt x="2209" y="10952"/>
                  </a:lnTo>
                  <a:lnTo>
                    <a:pt x="3263" y="12253"/>
                  </a:lnTo>
                  <a:lnTo>
                    <a:pt x="4280" y="13499"/>
                  </a:lnTo>
                  <a:lnTo>
                    <a:pt x="5270" y="14700"/>
                  </a:lnTo>
                  <a:lnTo>
                    <a:pt x="6223" y="15845"/>
                  </a:lnTo>
                  <a:lnTo>
                    <a:pt x="7149" y="16945"/>
                  </a:lnTo>
                  <a:lnTo>
                    <a:pt x="8037" y="17989"/>
                  </a:lnTo>
                  <a:lnTo>
                    <a:pt x="8899" y="18997"/>
                  </a:lnTo>
                  <a:lnTo>
                    <a:pt x="9733" y="19951"/>
                  </a:lnTo>
                  <a:lnTo>
                    <a:pt x="10530" y="20858"/>
                  </a:lnTo>
                  <a:lnTo>
                    <a:pt x="11309" y="21728"/>
                  </a:lnTo>
                  <a:lnTo>
                    <a:pt x="12051" y="22553"/>
                  </a:lnTo>
                  <a:lnTo>
                    <a:pt x="12766" y="23332"/>
                  </a:lnTo>
                  <a:lnTo>
                    <a:pt x="13453" y="24074"/>
                  </a:lnTo>
                  <a:lnTo>
                    <a:pt x="14113" y="24771"/>
                  </a:lnTo>
                  <a:lnTo>
                    <a:pt x="14745" y="25431"/>
                  </a:lnTo>
                  <a:lnTo>
                    <a:pt x="15350" y="26063"/>
                  </a:lnTo>
                  <a:lnTo>
                    <a:pt x="15937" y="26649"/>
                  </a:lnTo>
                  <a:lnTo>
                    <a:pt x="16487" y="27199"/>
                  </a:lnTo>
                  <a:lnTo>
                    <a:pt x="17018" y="27721"/>
                  </a:lnTo>
                  <a:lnTo>
                    <a:pt x="17522" y="28207"/>
                  </a:lnTo>
                  <a:lnTo>
                    <a:pt x="18008" y="28656"/>
                  </a:lnTo>
                  <a:lnTo>
                    <a:pt x="18466" y="29078"/>
                  </a:lnTo>
                  <a:lnTo>
                    <a:pt x="18897" y="29472"/>
                  </a:lnTo>
                  <a:lnTo>
                    <a:pt x="19309" y="29838"/>
                  </a:lnTo>
                  <a:lnTo>
                    <a:pt x="19703" y="30168"/>
                  </a:lnTo>
                  <a:lnTo>
                    <a:pt x="20070" y="30480"/>
                  </a:lnTo>
                  <a:lnTo>
                    <a:pt x="20418" y="30764"/>
                  </a:lnTo>
                  <a:lnTo>
                    <a:pt x="20739" y="31030"/>
                  </a:lnTo>
                  <a:lnTo>
                    <a:pt x="21050" y="31259"/>
                  </a:lnTo>
                  <a:lnTo>
                    <a:pt x="21334" y="31479"/>
                  </a:lnTo>
                  <a:lnTo>
                    <a:pt x="21398" y="31378"/>
                  </a:lnTo>
                  <a:lnTo>
                    <a:pt x="21463" y="31277"/>
                  </a:lnTo>
                  <a:lnTo>
                    <a:pt x="21518" y="31176"/>
                  </a:lnTo>
                  <a:lnTo>
                    <a:pt x="21572" y="31075"/>
                  </a:lnTo>
                  <a:lnTo>
                    <a:pt x="21618" y="30965"/>
                  </a:lnTo>
                  <a:lnTo>
                    <a:pt x="21655" y="30865"/>
                  </a:lnTo>
                  <a:lnTo>
                    <a:pt x="21692" y="30755"/>
                  </a:lnTo>
                  <a:lnTo>
                    <a:pt x="21719" y="30645"/>
                  </a:lnTo>
                  <a:lnTo>
                    <a:pt x="21765" y="30416"/>
                  </a:lnTo>
                  <a:lnTo>
                    <a:pt x="21783" y="30177"/>
                  </a:lnTo>
                  <a:lnTo>
                    <a:pt x="21792" y="29930"/>
                  </a:lnTo>
                  <a:lnTo>
                    <a:pt x="21774" y="29683"/>
                  </a:lnTo>
                  <a:lnTo>
                    <a:pt x="21737" y="29435"/>
                  </a:lnTo>
                  <a:lnTo>
                    <a:pt x="21682" y="29169"/>
                  </a:lnTo>
                  <a:lnTo>
                    <a:pt x="21618" y="28913"/>
                  </a:lnTo>
                  <a:lnTo>
                    <a:pt x="21536" y="28647"/>
                  </a:lnTo>
                  <a:lnTo>
                    <a:pt x="21435" y="28372"/>
                  </a:lnTo>
                  <a:lnTo>
                    <a:pt x="21316" y="28097"/>
                  </a:lnTo>
                  <a:lnTo>
                    <a:pt x="21188" y="27822"/>
                  </a:lnTo>
                  <a:lnTo>
                    <a:pt x="21050" y="27547"/>
                  </a:lnTo>
                  <a:lnTo>
                    <a:pt x="20894" y="27272"/>
                  </a:lnTo>
                  <a:lnTo>
                    <a:pt x="20729" y="26988"/>
                  </a:lnTo>
                  <a:lnTo>
                    <a:pt x="20555" y="26713"/>
                  </a:lnTo>
                  <a:lnTo>
                    <a:pt x="20372" y="26429"/>
                  </a:lnTo>
                  <a:lnTo>
                    <a:pt x="20180" y="26154"/>
                  </a:lnTo>
                  <a:lnTo>
                    <a:pt x="19969" y="25880"/>
                  </a:lnTo>
                  <a:lnTo>
                    <a:pt x="19758" y="25605"/>
                  </a:lnTo>
                  <a:lnTo>
                    <a:pt x="19538" y="25330"/>
                  </a:lnTo>
                  <a:lnTo>
                    <a:pt x="19318" y="25064"/>
                  </a:lnTo>
                  <a:lnTo>
                    <a:pt x="19080" y="24798"/>
                  </a:lnTo>
                  <a:lnTo>
                    <a:pt x="18851" y="24532"/>
                  </a:lnTo>
                  <a:lnTo>
                    <a:pt x="18603" y="24276"/>
                  </a:lnTo>
                  <a:lnTo>
                    <a:pt x="18365" y="24028"/>
                  </a:lnTo>
                  <a:lnTo>
                    <a:pt x="18118" y="23781"/>
                  </a:lnTo>
                  <a:lnTo>
                    <a:pt x="17861" y="23534"/>
                  </a:lnTo>
                  <a:lnTo>
                    <a:pt x="17614" y="23305"/>
                  </a:lnTo>
                  <a:lnTo>
                    <a:pt x="17476" y="23176"/>
                  </a:lnTo>
                  <a:lnTo>
                    <a:pt x="17348" y="23039"/>
                  </a:lnTo>
                  <a:lnTo>
                    <a:pt x="17229" y="22910"/>
                  </a:lnTo>
                  <a:lnTo>
                    <a:pt x="17119" y="22782"/>
                  </a:lnTo>
                  <a:lnTo>
                    <a:pt x="17018" y="22654"/>
                  </a:lnTo>
                  <a:lnTo>
                    <a:pt x="16917" y="22526"/>
                  </a:lnTo>
                  <a:lnTo>
                    <a:pt x="16835" y="22397"/>
                  </a:lnTo>
                  <a:lnTo>
                    <a:pt x="16752" y="22269"/>
                  </a:lnTo>
                  <a:lnTo>
                    <a:pt x="16688" y="22150"/>
                  </a:lnTo>
                  <a:lnTo>
                    <a:pt x="16624" y="22022"/>
                  </a:lnTo>
                  <a:lnTo>
                    <a:pt x="16560" y="21893"/>
                  </a:lnTo>
                  <a:lnTo>
                    <a:pt x="16514" y="21765"/>
                  </a:lnTo>
                  <a:lnTo>
                    <a:pt x="16468" y="21646"/>
                  </a:lnTo>
                  <a:lnTo>
                    <a:pt x="16432" y="21518"/>
                  </a:lnTo>
                  <a:lnTo>
                    <a:pt x="16367" y="21279"/>
                  </a:lnTo>
                  <a:lnTo>
                    <a:pt x="16331" y="21032"/>
                  </a:lnTo>
                  <a:lnTo>
                    <a:pt x="16303" y="20794"/>
                  </a:lnTo>
                  <a:lnTo>
                    <a:pt x="16294" y="20555"/>
                  </a:lnTo>
                  <a:lnTo>
                    <a:pt x="16303" y="20317"/>
                  </a:lnTo>
                  <a:lnTo>
                    <a:pt x="16322" y="20088"/>
                  </a:lnTo>
                  <a:lnTo>
                    <a:pt x="16349" y="19850"/>
                  </a:lnTo>
                  <a:lnTo>
                    <a:pt x="16413" y="19401"/>
                  </a:lnTo>
                  <a:lnTo>
                    <a:pt x="16496" y="18952"/>
                  </a:lnTo>
                  <a:lnTo>
                    <a:pt x="16560" y="18521"/>
                  </a:lnTo>
                  <a:lnTo>
                    <a:pt x="16578" y="18301"/>
                  </a:lnTo>
                  <a:lnTo>
                    <a:pt x="16597" y="18090"/>
                  </a:lnTo>
                  <a:lnTo>
                    <a:pt x="16597" y="17880"/>
                  </a:lnTo>
                  <a:lnTo>
                    <a:pt x="16587" y="17678"/>
                  </a:lnTo>
                  <a:lnTo>
                    <a:pt x="16551" y="17467"/>
                  </a:lnTo>
                  <a:lnTo>
                    <a:pt x="16505" y="17266"/>
                  </a:lnTo>
                  <a:lnTo>
                    <a:pt x="16477" y="17174"/>
                  </a:lnTo>
                  <a:lnTo>
                    <a:pt x="16432" y="17073"/>
                  </a:lnTo>
                  <a:lnTo>
                    <a:pt x="16395" y="16972"/>
                  </a:lnTo>
                  <a:lnTo>
                    <a:pt x="16340" y="16871"/>
                  </a:lnTo>
                  <a:lnTo>
                    <a:pt x="16285" y="16780"/>
                  </a:lnTo>
                  <a:lnTo>
                    <a:pt x="16221" y="16679"/>
                  </a:lnTo>
                  <a:lnTo>
                    <a:pt x="16157" y="16587"/>
                  </a:lnTo>
                  <a:lnTo>
                    <a:pt x="16074" y="16487"/>
                  </a:lnTo>
                  <a:lnTo>
                    <a:pt x="15992" y="16395"/>
                  </a:lnTo>
                  <a:lnTo>
                    <a:pt x="15900" y="16303"/>
                  </a:lnTo>
                  <a:lnTo>
                    <a:pt x="15799" y="16212"/>
                  </a:lnTo>
                  <a:lnTo>
                    <a:pt x="15689" y="16111"/>
                  </a:lnTo>
                  <a:lnTo>
                    <a:pt x="15469" y="15928"/>
                  </a:lnTo>
                  <a:lnTo>
                    <a:pt x="15277" y="15735"/>
                  </a:lnTo>
                  <a:lnTo>
                    <a:pt x="15112" y="15534"/>
                  </a:lnTo>
                  <a:lnTo>
                    <a:pt x="14956" y="15341"/>
                  </a:lnTo>
                  <a:lnTo>
                    <a:pt x="14828" y="15130"/>
                  </a:lnTo>
                  <a:lnTo>
                    <a:pt x="14718" y="14929"/>
                  </a:lnTo>
                  <a:lnTo>
                    <a:pt x="14626" y="14718"/>
                  </a:lnTo>
                  <a:lnTo>
                    <a:pt x="14544" y="14507"/>
                  </a:lnTo>
                  <a:lnTo>
                    <a:pt x="14489" y="14296"/>
                  </a:lnTo>
                  <a:lnTo>
                    <a:pt x="14434" y="14095"/>
                  </a:lnTo>
                  <a:lnTo>
                    <a:pt x="14406" y="13884"/>
                  </a:lnTo>
                  <a:lnTo>
                    <a:pt x="14379" y="13682"/>
                  </a:lnTo>
                  <a:lnTo>
                    <a:pt x="14370" y="13481"/>
                  </a:lnTo>
                  <a:lnTo>
                    <a:pt x="14370" y="13279"/>
                  </a:lnTo>
                  <a:lnTo>
                    <a:pt x="14379" y="13087"/>
                  </a:lnTo>
                  <a:lnTo>
                    <a:pt x="14397" y="12894"/>
                  </a:lnTo>
                  <a:lnTo>
                    <a:pt x="14425" y="12711"/>
                  </a:lnTo>
                  <a:lnTo>
                    <a:pt x="14452" y="12537"/>
                  </a:lnTo>
                  <a:lnTo>
                    <a:pt x="14489" y="12363"/>
                  </a:lnTo>
                  <a:lnTo>
                    <a:pt x="14525" y="12198"/>
                  </a:lnTo>
                  <a:lnTo>
                    <a:pt x="14617" y="11905"/>
                  </a:lnTo>
                  <a:lnTo>
                    <a:pt x="14700" y="11648"/>
                  </a:lnTo>
                  <a:lnTo>
                    <a:pt x="14782" y="11437"/>
                  </a:lnTo>
                  <a:lnTo>
                    <a:pt x="14855" y="11282"/>
                  </a:lnTo>
                  <a:lnTo>
                    <a:pt x="14920" y="11144"/>
                  </a:lnTo>
                  <a:lnTo>
                    <a:pt x="15176" y="10988"/>
                  </a:lnTo>
                  <a:lnTo>
                    <a:pt x="15469" y="10805"/>
                  </a:lnTo>
                  <a:lnTo>
                    <a:pt x="15836" y="10558"/>
                  </a:lnTo>
                  <a:lnTo>
                    <a:pt x="16267" y="10255"/>
                  </a:lnTo>
                  <a:lnTo>
                    <a:pt x="16734" y="9916"/>
                  </a:lnTo>
                  <a:lnTo>
                    <a:pt x="17220" y="9540"/>
                  </a:lnTo>
                  <a:lnTo>
                    <a:pt x="17458" y="9339"/>
                  </a:lnTo>
                  <a:lnTo>
                    <a:pt x="17696" y="9137"/>
                  </a:lnTo>
                  <a:lnTo>
                    <a:pt x="17925" y="8926"/>
                  </a:lnTo>
                  <a:lnTo>
                    <a:pt x="18154" y="8716"/>
                  </a:lnTo>
                  <a:lnTo>
                    <a:pt x="18365" y="8496"/>
                  </a:lnTo>
                  <a:lnTo>
                    <a:pt x="18567" y="8276"/>
                  </a:lnTo>
                  <a:lnTo>
                    <a:pt x="18750" y="8056"/>
                  </a:lnTo>
                  <a:lnTo>
                    <a:pt x="18915" y="7836"/>
                  </a:lnTo>
                  <a:lnTo>
                    <a:pt x="19052" y="7625"/>
                  </a:lnTo>
                  <a:lnTo>
                    <a:pt x="19172" y="7405"/>
                  </a:lnTo>
                  <a:lnTo>
                    <a:pt x="19227" y="7304"/>
                  </a:lnTo>
                  <a:lnTo>
                    <a:pt x="19263" y="7194"/>
                  </a:lnTo>
                  <a:lnTo>
                    <a:pt x="19300" y="7094"/>
                  </a:lnTo>
                  <a:lnTo>
                    <a:pt x="19327" y="6993"/>
                  </a:lnTo>
                  <a:lnTo>
                    <a:pt x="19346" y="6883"/>
                  </a:lnTo>
                  <a:lnTo>
                    <a:pt x="19364" y="6791"/>
                  </a:lnTo>
                  <a:lnTo>
                    <a:pt x="19364" y="6690"/>
                  </a:lnTo>
                  <a:lnTo>
                    <a:pt x="19355" y="6590"/>
                  </a:lnTo>
                  <a:lnTo>
                    <a:pt x="19346" y="6498"/>
                  </a:lnTo>
                  <a:lnTo>
                    <a:pt x="19318" y="6406"/>
                  </a:lnTo>
                  <a:lnTo>
                    <a:pt x="19282" y="6315"/>
                  </a:lnTo>
                  <a:lnTo>
                    <a:pt x="19236" y="6223"/>
                  </a:lnTo>
                  <a:lnTo>
                    <a:pt x="19181" y="6141"/>
                  </a:lnTo>
                  <a:lnTo>
                    <a:pt x="19117" y="6058"/>
                  </a:lnTo>
                  <a:lnTo>
                    <a:pt x="19034" y="5976"/>
                  </a:lnTo>
                  <a:lnTo>
                    <a:pt x="18952" y="5893"/>
                  </a:lnTo>
                  <a:lnTo>
                    <a:pt x="18759" y="5756"/>
                  </a:lnTo>
                  <a:lnTo>
                    <a:pt x="18567" y="5618"/>
                  </a:lnTo>
                  <a:lnTo>
                    <a:pt x="18383" y="5499"/>
                  </a:lnTo>
                  <a:lnTo>
                    <a:pt x="18191" y="5398"/>
                  </a:lnTo>
                  <a:lnTo>
                    <a:pt x="17999" y="5298"/>
                  </a:lnTo>
                  <a:lnTo>
                    <a:pt x="17815" y="5215"/>
                  </a:lnTo>
                  <a:lnTo>
                    <a:pt x="17623" y="5133"/>
                  </a:lnTo>
                  <a:lnTo>
                    <a:pt x="17440" y="5059"/>
                  </a:lnTo>
                  <a:lnTo>
                    <a:pt x="17064" y="4931"/>
                  </a:lnTo>
                  <a:lnTo>
                    <a:pt x="16697" y="4812"/>
                  </a:lnTo>
                  <a:lnTo>
                    <a:pt x="16331" y="4693"/>
                  </a:lnTo>
                  <a:lnTo>
                    <a:pt x="15983" y="4564"/>
                  </a:lnTo>
                  <a:lnTo>
                    <a:pt x="15808" y="4500"/>
                  </a:lnTo>
                  <a:lnTo>
                    <a:pt x="15634" y="4427"/>
                  </a:lnTo>
                  <a:lnTo>
                    <a:pt x="15460" y="4344"/>
                  </a:lnTo>
                  <a:lnTo>
                    <a:pt x="15295" y="4253"/>
                  </a:lnTo>
                  <a:lnTo>
                    <a:pt x="15130" y="4152"/>
                  </a:lnTo>
                  <a:lnTo>
                    <a:pt x="14965" y="4033"/>
                  </a:lnTo>
                  <a:lnTo>
                    <a:pt x="14810" y="3914"/>
                  </a:lnTo>
                  <a:lnTo>
                    <a:pt x="14654" y="3776"/>
                  </a:lnTo>
                  <a:lnTo>
                    <a:pt x="14498" y="3621"/>
                  </a:lnTo>
                  <a:lnTo>
                    <a:pt x="14351" y="3456"/>
                  </a:lnTo>
                  <a:lnTo>
                    <a:pt x="14205" y="3263"/>
                  </a:lnTo>
                  <a:lnTo>
                    <a:pt x="14058" y="3062"/>
                  </a:lnTo>
                  <a:lnTo>
                    <a:pt x="13921" y="2842"/>
                  </a:lnTo>
                  <a:lnTo>
                    <a:pt x="13792" y="2594"/>
                  </a:lnTo>
                  <a:lnTo>
                    <a:pt x="13655" y="2328"/>
                  </a:lnTo>
                  <a:lnTo>
                    <a:pt x="13527" y="2035"/>
                  </a:lnTo>
                  <a:lnTo>
                    <a:pt x="13123" y="1018"/>
                  </a:lnTo>
                  <a:lnTo>
                    <a:pt x="12968" y="642"/>
                  </a:lnTo>
                  <a:lnTo>
                    <a:pt x="12839" y="367"/>
                  </a:lnTo>
                  <a:lnTo>
                    <a:pt x="12784" y="257"/>
                  </a:lnTo>
                  <a:lnTo>
                    <a:pt x="12729" y="166"/>
                  </a:lnTo>
                  <a:lnTo>
                    <a:pt x="12674" y="92"/>
                  </a:lnTo>
                  <a:lnTo>
                    <a:pt x="12619" y="47"/>
                  </a:lnTo>
                  <a:lnTo>
                    <a:pt x="12555" y="10"/>
                  </a:lnTo>
                  <a:lnTo>
                    <a:pt x="125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3278575" y="4867475"/>
              <a:ext cx="561100" cy="606425"/>
            </a:xfrm>
            <a:custGeom>
              <a:avLst/>
              <a:gdLst/>
              <a:ahLst/>
              <a:cxnLst/>
              <a:rect l="l" t="t" r="r" b="b"/>
              <a:pathLst>
                <a:path w="22444" h="24257" extrusionOk="0">
                  <a:moveTo>
                    <a:pt x="1110" y="0"/>
                  </a:moveTo>
                  <a:lnTo>
                    <a:pt x="972" y="183"/>
                  </a:lnTo>
                  <a:lnTo>
                    <a:pt x="835" y="376"/>
                  </a:lnTo>
                  <a:lnTo>
                    <a:pt x="716" y="568"/>
                  </a:lnTo>
                  <a:lnTo>
                    <a:pt x="597" y="761"/>
                  </a:lnTo>
                  <a:lnTo>
                    <a:pt x="496" y="962"/>
                  </a:lnTo>
                  <a:lnTo>
                    <a:pt x="404" y="1173"/>
                  </a:lnTo>
                  <a:lnTo>
                    <a:pt x="322" y="1375"/>
                  </a:lnTo>
                  <a:lnTo>
                    <a:pt x="248" y="1595"/>
                  </a:lnTo>
                  <a:lnTo>
                    <a:pt x="166" y="1925"/>
                  </a:lnTo>
                  <a:lnTo>
                    <a:pt x="93" y="2236"/>
                  </a:lnTo>
                  <a:lnTo>
                    <a:pt x="47" y="2529"/>
                  </a:lnTo>
                  <a:lnTo>
                    <a:pt x="10" y="2813"/>
                  </a:lnTo>
                  <a:lnTo>
                    <a:pt x="1" y="3088"/>
                  </a:lnTo>
                  <a:lnTo>
                    <a:pt x="10" y="3345"/>
                  </a:lnTo>
                  <a:lnTo>
                    <a:pt x="38" y="3592"/>
                  </a:lnTo>
                  <a:lnTo>
                    <a:pt x="93" y="3840"/>
                  </a:lnTo>
                  <a:lnTo>
                    <a:pt x="157" y="4069"/>
                  </a:lnTo>
                  <a:lnTo>
                    <a:pt x="248" y="4307"/>
                  </a:lnTo>
                  <a:lnTo>
                    <a:pt x="358" y="4536"/>
                  </a:lnTo>
                  <a:lnTo>
                    <a:pt x="487" y="4756"/>
                  </a:lnTo>
                  <a:lnTo>
                    <a:pt x="633" y="4985"/>
                  </a:lnTo>
                  <a:lnTo>
                    <a:pt x="798" y="5214"/>
                  </a:lnTo>
                  <a:lnTo>
                    <a:pt x="981" y="5443"/>
                  </a:lnTo>
                  <a:lnTo>
                    <a:pt x="1192" y="5682"/>
                  </a:lnTo>
                  <a:lnTo>
                    <a:pt x="1421" y="5929"/>
                  </a:lnTo>
                  <a:lnTo>
                    <a:pt x="1660" y="6177"/>
                  </a:lnTo>
                  <a:lnTo>
                    <a:pt x="1925" y="6433"/>
                  </a:lnTo>
                  <a:lnTo>
                    <a:pt x="2209" y="6708"/>
                  </a:lnTo>
                  <a:lnTo>
                    <a:pt x="2842" y="7295"/>
                  </a:lnTo>
                  <a:lnTo>
                    <a:pt x="3547" y="7936"/>
                  </a:lnTo>
                  <a:lnTo>
                    <a:pt x="4326" y="8669"/>
                  </a:lnTo>
                  <a:lnTo>
                    <a:pt x="5179" y="9476"/>
                  </a:lnTo>
                  <a:lnTo>
                    <a:pt x="5637" y="9925"/>
                  </a:lnTo>
                  <a:lnTo>
                    <a:pt x="6122" y="10392"/>
                  </a:lnTo>
                  <a:lnTo>
                    <a:pt x="6617" y="10896"/>
                  </a:lnTo>
                  <a:lnTo>
                    <a:pt x="7130" y="11427"/>
                  </a:lnTo>
                  <a:lnTo>
                    <a:pt x="7653" y="11977"/>
                  </a:lnTo>
                  <a:lnTo>
                    <a:pt x="8184" y="12545"/>
                  </a:lnTo>
                  <a:lnTo>
                    <a:pt x="8707" y="13123"/>
                  </a:lnTo>
                  <a:lnTo>
                    <a:pt x="9229" y="13709"/>
                  </a:lnTo>
                  <a:lnTo>
                    <a:pt x="10283" y="14901"/>
                  </a:lnTo>
                  <a:lnTo>
                    <a:pt x="11318" y="16101"/>
                  </a:lnTo>
                  <a:lnTo>
                    <a:pt x="12345" y="17283"/>
                  </a:lnTo>
                  <a:lnTo>
                    <a:pt x="13353" y="18438"/>
                  </a:lnTo>
                  <a:lnTo>
                    <a:pt x="13848" y="18997"/>
                  </a:lnTo>
                  <a:lnTo>
                    <a:pt x="14333" y="19537"/>
                  </a:lnTo>
                  <a:lnTo>
                    <a:pt x="14819" y="20060"/>
                  </a:lnTo>
                  <a:lnTo>
                    <a:pt x="15295" y="20564"/>
                  </a:lnTo>
                  <a:lnTo>
                    <a:pt x="15772" y="21050"/>
                  </a:lnTo>
                  <a:lnTo>
                    <a:pt x="16230" y="21508"/>
                  </a:lnTo>
                  <a:lnTo>
                    <a:pt x="16688" y="21938"/>
                  </a:lnTo>
                  <a:lnTo>
                    <a:pt x="17128" y="22342"/>
                  </a:lnTo>
                  <a:lnTo>
                    <a:pt x="17568" y="22717"/>
                  </a:lnTo>
                  <a:lnTo>
                    <a:pt x="17990" y="23056"/>
                  </a:lnTo>
                  <a:lnTo>
                    <a:pt x="18200" y="23212"/>
                  </a:lnTo>
                  <a:lnTo>
                    <a:pt x="18402" y="23350"/>
                  </a:lnTo>
                  <a:lnTo>
                    <a:pt x="18613" y="23487"/>
                  </a:lnTo>
                  <a:lnTo>
                    <a:pt x="18805" y="23615"/>
                  </a:lnTo>
                  <a:lnTo>
                    <a:pt x="19007" y="23735"/>
                  </a:lnTo>
                  <a:lnTo>
                    <a:pt x="19199" y="23835"/>
                  </a:lnTo>
                  <a:lnTo>
                    <a:pt x="19392" y="23927"/>
                  </a:lnTo>
                  <a:lnTo>
                    <a:pt x="19584" y="24009"/>
                  </a:lnTo>
                  <a:lnTo>
                    <a:pt x="19767" y="24083"/>
                  </a:lnTo>
                  <a:lnTo>
                    <a:pt x="19951" y="24147"/>
                  </a:lnTo>
                  <a:lnTo>
                    <a:pt x="20125" y="24193"/>
                  </a:lnTo>
                  <a:lnTo>
                    <a:pt x="20308" y="24229"/>
                  </a:lnTo>
                  <a:lnTo>
                    <a:pt x="20473" y="24248"/>
                  </a:lnTo>
                  <a:lnTo>
                    <a:pt x="20647" y="24257"/>
                  </a:lnTo>
                  <a:lnTo>
                    <a:pt x="20812" y="24257"/>
                  </a:lnTo>
                  <a:lnTo>
                    <a:pt x="20968" y="24239"/>
                  </a:lnTo>
                  <a:lnTo>
                    <a:pt x="21133" y="24211"/>
                  </a:lnTo>
                  <a:lnTo>
                    <a:pt x="21289" y="24165"/>
                  </a:lnTo>
                  <a:lnTo>
                    <a:pt x="21435" y="24101"/>
                  </a:lnTo>
                  <a:lnTo>
                    <a:pt x="21582" y="24028"/>
                  </a:lnTo>
                  <a:lnTo>
                    <a:pt x="21719" y="23945"/>
                  </a:lnTo>
                  <a:lnTo>
                    <a:pt x="21838" y="23863"/>
                  </a:lnTo>
                  <a:lnTo>
                    <a:pt x="21958" y="23780"/>
                  </a:lnTo>
                  <a:lnTo>
                    <a:pt x="22077" y="23689"/>
                  </a:lnTo>
                  <a:lnTo>
                    <a:pt x="22177" y="23588"/>
                  </a:lnTo>
                  <a:lnTo>
                    <a:pt x="22269" y="23496"/>
                  </a:lnTo>
                  <a:lnTo>
                    <a:pt x="22361" y="23395"/>
                  </a:lnTo>
                  <a:lnTo>
                    <a:pt x="22443" y="23295"/>
                  </a:lnTo>
                  <a:lnTo>
                    <a:pt x="22159" y="23075"/>
                  </a:lnTo>
                  <a:lnTo>
                    <a:pt x="21848" y="22846"/>
                  </a:lnTo>
                  <a:lnTo>
                    <a:pt x="21527" y="22580"/>
                  </a:lnTo>
                  <a:lnTo>
                    <a:pt x="21179" y="22296"/>
                  </a:lnTo>
                  <a:lnTo>
                    <a:pt x="20812" y="21984"/>
                  </a:lnTo>
                  <a:lnTo>
                    <a:pt x="20418" y="21654"/>
                  </a:lnTo>
                  <a:lnTo>
                    <a:pt x="20006" y="21288"/>
                  </a:lnTo>
                  <a:lnTo>
                    <a:pt x="19575" y="20894"/>
                  </a:lnTo>
                  <a:lnTo>
                    <a:pt x="19117" y="20472"/>
                  </a:lnTo>
                  <a:lnTo>
                    <a:pt x="18631" y="20023"/>
                  </a:lnTo>
                  <a:lnTo>
                    <a:pt x="18127" y="19537"/>
                  </a:lnTo>
                  <a:lnTo>
                    <a:pt x="17596" y="19015"/>
                  </a:lnTo>
                  <a:lnTo>
                    <a:pt x="17046" y="18465"/>
                  </a:lnTo>
                  <a:lnTo>
                    <a:pt x="16459" y="17879"/>
                  </a:lnTo>
                  <a:lnTo>
                    <a:pt x="15854" y="17247"/>
                  </a:lnTo>
                  <a:lnTo>
                    <a:pt x="15222" y="16587"/>
                  </a:lnTo>
                  <a:lnTo>
                    <a:pt x="14562" y="15890"/>
                  </a:lnTo>
                  <a:lnTo>
                    <a:pt x="13875" y="15148"/>
                  </a:lnTo>
                  <a:lnTo>
                    <a:pt x="13160" y="14369"/>
                  </a:lnTo>
                  <a:lnTo>
                    <a:pt x="12418" y="13544"/>
                  </a:lnTo>
                  <a:lnTo>
                    <a:pt x="11639" y="12674"/>
                  </a:lnTo>
                  <a:lnTo>
                    <a:pt x="10842" y="11767"/>
                  </a:lnTo>
                  <a:lnTo>
                    <a:pt x="10008" y="10813"/>
                  </a:lnTo>
                  <a:lnTo>
                    <a:pt x="9146" y="9805"/>
                  </a:lnTo>
                  <a:lnTo>
                    <a:pt x="8258" y="8761"/>
                  </a:lnTo>
                  <a:lnTo>
                    <a:pt x="7332" y="7661"/>
                  </a:lnTo>
                  <a:lnTo>
                    <a:pt x="6379" y="6516"/>
                  </a:lnTo>
                  <a:lnTo>
                    <a:pt x="5389" y="5315"/>
                  </a:lnTo>
                  <a:lnTo>
                    <a:pt x="4372" y="4069"/>
                  </a:lnTo>
                  <a:lnTo>
                    <a:pt x="3318" y="2768"/>
                  </a:lnTo>
                  <a:lnTo>
                    <a:pt x="2228" y="1411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3665525" y="4889450"/>
              <a:ext cx="160175" cy="356050"/>
            </a:xfrm>
            <a:custGeom>
              <a:avLst/>
              <a:gdLst/>
              <a:ahLst/>
              <a:cxnLst/>
              <a:rect l="l" t="t" r="r" b="b"/>
              <a:pathLst>
                <a:path w="6407" h="14242" extrusionOk="0">
                  <a:moveTo>
                    <a:pt x="4409" y="1"/>
                  </a:moveTo>
                  <a:lnTo>
                    <a:pt x="3886" y="10"/>
                  </a:lnTo>
                  <a:lnTo>
                    <a:pt x="3510" y="28"/>
                  </a:lnTo>
                  <a:lnTo>
                    <a:pt x="3373" y="28"/>
                  </a:lnTo>
                  <a:lnTo>
                    <a:pt x="3135" y="239"/>
                  </a:lnTo>
                  <a:lnTo>
                    <a:pt x="2887" y="441"/>
                  </a:lnTo>
                  <a:lnTo>
                    <a:pt x="2640" y="642"/>
                  </a:lnTo>
                  <a:lnTo>
                    <a:pt x="2392" y="826"/>
                  </a:lnTo>
                  <a:lnTo>
                    <a:pt x="1925" y="1174"/>
                  </a:lnTo>
                  <a:lnTo>
                    <a:pt x="1485" y="1485"/>
                  </a:lnTo>
                  <a:lnTo>
                    <a:pt x="1110" y="1733"/>
                  </a:lnTo>
                  <a:lnTo>
                    <a:pt x="816" y="1925"/>
                  </a:lnTo>
                  <a:lnTo>
                    <a:pt x="551" y="2081"/>
                  </a:lnTo>
                  <a:lnTo>
                    <a:pt x="486" y="2219"/>
                  </a:lnTo>
                  <a:lnTo>
                    <a:pt x="413" y="2374"/>
                  </a:lnTo>
                  <a:lnTo>
                    <a:pt x="331" y="2585"/>
                  </a:lnTo>
                  <a:lnTo>
                    <a:pt x="248" y="2842"/>
                  </a:lnTo>
                  <a:lnTo>
                    <a:pt x="156" y="3135"/>
                  </a:lnTo>
                  <a:lnTo>
                    <a:pt x="120" y="3300"/>
                  </a:lnTo>
                  <a:lnTo>
                    <a:pt x="83" y="3474"/>
                  </a:lnTo>
                  <a:lnTo>
                    <a:pt x="56" y="3648"/>
                  </a:lnTo>
                  <a:lnTo>
                    <a:pt x="28" y="3831"/>
                  </a:lnTo>
                  <a:lnTo>
                    <a:pt x="10" y="4024"/>
                  </a:lnTo>
                  <a:lnTo>
                    <a:pt x="1" y="4216"/>
                  </a:lnTo>
                  <a:lnTo>
                    <a:pt x="1" y="4418"/>
                  </a:lnTo>
                  <a:lnTo>
                    <a:pt x="10" y="4619"/>
                  </a:lnTo>
                  <a:lnTo>
                    <a:pt x="37" y="4821"/>
                  </a:lnTo>
                  <a:lnTo>
                    <a:pt x="65" y="5032"/>
                  </a:lnTo>
                  <a:lnTo>
                    <a:pt x="120" y="5233"/>
                  </a:lnTo>
                  <a:lnTo>
                    <a:pt x="175" y="5444"/>
                  </a:lnTo>
                  <a:lnTo>
                    <a:pt x="257" y="5655"/>
                  </a:lnTo>
                  <a:lnTo>
                    <a:pt x="349" y="5866"/>
                  </a:lnTo>
                  <a:lnTo>
                    <a:pt x="459" y="6067"/>
                  </a:lnTo>
                  <a:lnTo>
                    <a:pt x="587" y="6278"/>
                  </a:lnTo>
                  <a:lnTo>
                    <a:pt x="743" y="6471"/>
                  </a:lnTo>
                  <a:lnTo>
                    <a:pt x="908" y="6672"/>
                  </a:lnTo>
                  <a:lnTo>
                    <a:pt x="1100" y="6865"/>
                  </a:lnTo>
                  <a:lnTo>
                    <a:pt x="1320" y="7048"/>
                  </a:lnTo>
                  <a:lnTo>
                    <a:pt x="1430" y="7149"/>
                  </a:lnTo>
                  <a:lnTo>
                    <a:pt x="1531" y="7240"/>
                  </a:lnTo>
                  <a:lnTo>
                    <a:pt x="1623" y="7332"/>
                  </a:lnTo>
                  <a:lnTo>
                    <a:pt x="1705" y="7424"/>
                  </a:lnTo>
                  <a:lnTo>
                    <a:pt x="1788" y="7524"/>
                  </a:lnTo>
                  <a:lnTo>
                    <a:pt x="1852" y="7616"/>
                  </a:lnTo>
                  <a:lnTo>
                    <a:pt x="1916" y="7717"/>
                  </a:lnTo>
                  <a:lnTo>
                    <a:pt x="1971" y="7808"/>
                  </a:lnTo>
                  <a:lnTo>
                    <a:pt x="2026" y="7909"/>
                  </a:lnTo>
                  <a:lnTo>
                    <a:pt x="2063" y="8010"/>
                  </a:lnTo>
                  <a:lnTo>
                    <a:pt x="2108" y="8111"/>
                  </a:lnTo>
                  <a:lnTo>
                    <a:pt x="2136" y="8203"/>
                  </a:lnTo>
                  <a:lnTo>
                    <a:pt x="2182" y="8404"/>
                  </a:lnTo>
                  <a:lnTo>
                    <a:pt x="2218" y="8615"/>
                  </a:lnTo>
                  <a:lnTo>
                    <a:pt x="2228" y="8817"/>
                  </a:lnTo>
                  <a:lnTo>
                    <a:pt x="2228" y="9027"/>
                  </a:lnTo>
                  <a:lnTo>
                    <a:pt x="2209" y="9238"/>
                  </a:lnTo>
                  <a:lnTo>
                    <a:pt x="2191" y="9458"/>
                  </a:lnTo>
                  <a:lnTo>
                    <a:pt x="2127" y="9889"/>
                  </a:lnTo>
                  <a:lnTo>
                    <a:pt x="2044" y="10338"/>
                  </a:lnTo>
                  <a:lnTo>
                    <a:pt x="1980" y="10787"/>
                  </a:lnTo>
                  <a:lnTo>
                    <a:pt x="1953" y="11025"/>
                  </a:lnTo>
                  <a:lnTo>
                    <a:pt x="1934" y="11254"/>
                  </a:lnTo>
                  <a:lnTo>
                    <a:pt x="1925" y="11492"/>
                  </a:lnTo>
                  <a:lnTo>
                    <a:pt x="1934" y="11731"/>
                  </a:lnTo>
                  <a:lnTo>
                    <a:pt x="1962" y="11969"/>
                  </a:lnTo>
                  <a:lnTo>
                    <a:pt x="1998" y="12216"/>
                  </a:lnTo>
                  <a:lnTo>
                    <a:pt x="2063" y="12455"/>
                  </a:lnTo>
                  <a:lnTo>
                    <a:pt x="2099" y="12583"/>
                  </a:lnTo>
                  <a:lnTo>
                    <a:pt x="2145" y="12702"/>
                  </a:lnTo>
                  <a:lnTo>
                    <a:pt x="2191" y="12830"/>
                  </a:lnTo>
                  <a:lnTo>
                    <a:pt x="2255" y="12959"/>
                  </a:lnTo>
                  <a:lnTo>
                    <a:pt x="2319" y="13087"/>
                  </a:lnTo>
                  <a:lnTo>
                    <a:pt x="2383" y="13206"/>
                  </a:lnTo>
                  <a:lnTo>
                    <a:pt x="2466" y="13334"/>
                  </a:lnTo>
                  <a:lnTo>
                    <a:pt x="2548" y="13463"/>
                  </a:lnTo>
                  <a:lnTo>
                    <a:pt x="2649" y="13591"/>
                  </a:lnTo>
                  <a:lnTo>
                    <a:pt x="2750" y="13719"/>
                  </a:lnTo>
                  <a:lnTo>
                    <a:pt x="2860" y="13847"/>
                  </a:lnTo>
                  <a:lnTo>
                    <a:pt x="2979" y="13976"/>
                  </a:lnTo>
                  <a:lnTo>
                    <a:pt x="3107" y="14113"/>
                  </a:lnTo>
                  <a:lnTo>
                    <a:pt x="3245" y="14242"/>
                  </a:lnTo>
                  <a:lnTo>
                    <a:pt x="3300" y="14187"/>
                  </a:lnTo>
                  <a:lnTo>
                    <a:pt x="3346" y="14122"/>
                  </a:lnTo>
                  <a:lnTo>
                    <a:pt x="3391" y="14040"/>
                  </a:lnTo>
                  <a:lnTo>
                    <a:pt x="3428" y="13957"/>
                  </a:lnTo>
                  <a:lnTo>
                    <a:pt x="3465" y="13866"/>
                  </a:lnTo>
                  <a:lnTo>
                    <a:pt x="3492" y="13765"/>
                  </a:lnTo>
                  <a:lnTo>
                    <a:pt x="3520" y="13664"/>
                  </a:lnTo>
                  <a:lnTo>
                    <a:pt x="3538" y="13545"/>
                  </a:lnTo>
                  <a:lnTo>
                    <a:pt x="3565" y="13298"/>
                  </a:lnTo>
                  <a:lnTo>
                    <a:pt x="3565" y="13014"/>
                  </a:lnTo>
                  <a:lnTo>
                    <a:pt x="3565" y="12711"/>
                  </a:lnTo>
                  <a:lnTo>
                    <a:pt x="3547" y="12390"/>
                  </a:lnTo>
                  <a:lnTo>
                    <a:pt x="3510" y="12042"/>
                  </a:lnTo>
                  <a:lnTo>
                    <a:pt x="3465" y="11685"/>
                  </a:lnTo>
                  <a:lnTo>
                    <a:pt x="3419" y="11300"/>
                  </a:lnTo>
                  <a:lnTo>
                    <a:pt x="3355" y="10915"/>
                  </a:lnTo>
                  <a:lnTo>
                    <a:pt x="3226" y="10099"/>
                  </a:lnTo>
                  <a:lnTo>
                    <a:pt x="3080" y="9266"/>
                  </a:lnTo>
                  <a:lnTo>
                    <a:pt x="2933" y="8432"/>
                  </a:lnTo>
                  <a:lnTo>
                    <a:pt x="2796" y="7598"/>
                  </a:lnTo>
                  <a:lnTo>
                    <a:pt x="2732" y="7194"/>
                  </a:lnTo>
                  <a:lnTo>
                    <a:pt x="2677" y="6800"/>
                  </a:lnTo>
                  <a:lnTo>
                    <a:pt x="2631" y="6425"/>
                  </a:lnTo>
                  <a:lnTo>
                    <a:pt x="2594" y="6058"/>
                  </a:lnTo>
                  <a:lnTo>
                    <a:pt x="2576" y="5710"/>
                  </a:lnTo>
                  <a:lnTo>
                    <a:pt x="2567" y="5380"/>
                  </a:lnTo>
                  <a:lnTo>
                    <a:pt x="2567" y="5068"/>
                  </a:lnTo>
                  <a:lnTo>
                    <a:pt x="2594" y="4784"/>
                  </a:lnTo>
                  <a:lnTo>
                    <a:pt x="2603" y="4647"/>
                  </a:lnTo>
                  <a:lnTo>
                    <a:pt x="2631" y="4528"/>
                  </a:lnTo>
                  <a:lnTo>
                    <a:pt x="2649" y="4409"/>
                  </a:lnTo>
                  <a:lnTo>
                    <a:pt x="2686" y="4290"/>
                  </a:lnTo>
                  <a:lnTo>
                    <a:pt x="2722" y="4189"/>
                  </a:lnTo>
                  <a:lnTo>
                    <a:pt x="2759" y="4097"/>
                  </a:lnTo>
                  <a:lnTo>
                    <a:pt x="2805" y="4005"/>
                  </a:lnTo>
                  <a:lnTo>
                    <a:pt x="2860" y="3932"/>
                  </a:lnTo>
                  <a:lnTo>
                    <a:pt x="2970" y="3776"/>
                  </a:lnTo>
                  <a:lnTo>
                    <a:pt x="3089" y="3639"/>
                  </a:lnTo>
                  <a:lnTo>
                    <a:pt x="3336" y="3355"/>
                  </a:lnTo>
                  <a:lnTo>
                    <a:pt x="3593" y="3089"/>
                  </a:lnTo>
                  <a:lnTo>
                    <a:pt x="3868" y="2842"/>
                  </a:lnTo>
                  <a:lnTo>
                    <a:pt x="4143" y="2594"/>
                  </a:lnTo>
                  <a:lnTo>
                    <a:pt x="4418" y="2365"/>
                  </a:lnTo>
                  <a:lnTo>
                    <a:pt x="4949" y="1934"/>
                  </a:lnTo>
                  <a:lnTo>
                    <a:pt x="5453" y="1550"/>
                  </a:lnTo>
                  <a:lnTo>
                    <a:pt x="5673" y="1366"/>
                  </a:lnTo>
                  <a:lnTo>
                    <a:pt x="5875" y="1192"/>
                  </a:lnTo>
                  <a:lnTo>
                    <a:pt x="6049" y="1027"/>
                  </a:lnTo>
                  <a:lnTo>
                    <a:pt x="6195" y="871"/>
                  </a:lnTo>
                  <a:lnTo>
                    <a:pt x="6260" y="798"/>
                  </a:lnTo>
                  <a:lnTo>
                    <a:pt x="6315" y="716"/>
                  </a:lnTo>
                  <a:lnTo>
                    <a:pt x="6351" y="642"/>
                  </a:lnTo>
                  <a:lnTo>
                    <a:pt x="6388" y="569"/>
                  </a:lnTo>
                  <a:lnTo>
                    <a:pt x="6406" y="505"/>
                  </a:lnTo>
                  <a:lnTo>
                    <a:pt x="6406" y="441"/>
                  </a:lnTo>
                  <a:lnTo>
                    <a:pt x="6379" y="386"/>
                  </a:lnTo>
                  <a:lnTo>
                    <a:pt x="6342" y="331"/>
                  </a:lnTo>
                  <a:lnTo>
                    <a:pt x="6287" y="285"/>
                  </a:lnTo>
                  <a:lnTo>
                    <a:pt x="6223" y="239"/>
                  </a:lnTo>
                  <a:lnTo>
                    <a:pt x="6140" y="202"/>
                  </a:lnTo>
                  <a:lnTo>
                    <a:pt x="6040" y="166"/>
                  </a:lnTo>
                  <a:lnTo>
                    <a:pt x="5939" y="138"/>
                  </a:lnTo>
                  <a:lnTo>
                    <a:pt x="5820" y="111"/>
                  </a:lnTo>
                  <a:lnTo>
                    <a:pt x="5563" y="65"/>
                  </a:lnTo>
                  <a:lnTo>
                    <a:pt x="5288" y="38"/>
                  </a:lnTo>
                  <a:lnTo>
                    <a:pt x="4995" y="19"/>
                  </a:lnTo>
                  <a:lnTo>
                    <a:pt x="4693" y="10"/>
                  </a:lnTo>
                  <a:lnTo>
                    <a:pt x="44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3276300" y="4898625"/>
              <a:ext cx="550300" cy="578025"/>
            </a:xfrm>
            <a:custGeom>
              <a:avLst/>
              <a:gdLst/>
              <a:ahLst/>
              <a:cxnLst/>
              <a:rect l="l" t="t" r="r" b="b"/>
              <a:pathLst>
                <a:path w="22012" h="23121" extrusionOk="0">
                  <a:moveTo>
                    <a:pt x="312" y="0"/>
                  </a:moveTo>
                  <a:lnTo>
                    <a:pt x="248" y="19"/>
                  </a:lnTo>
                  <a:lnTo>
                    <a:pt x="184" y="37"/>
                  </a:lnTo>
                  <a:lnTo>
                    <a:pt x="129" y="74"/>
                  </a:lnTo>
                  <a:lnTo>
                    <a:pt x="74" y="129"/>
                  </a:lnTo>
                  <a:lnTo>
                    <a:pt x="37" y="184"/>
                  </a:lnTo>
                  <a:lnTo>
                    <a:pt x="19" y="248"/>
                  </a:lnTo>
                  <a:lnTo>
                    <a:pt x="0" y="312"/>
                  </a:lnTo>
                  <a:lnTo>
                    <a:pt x="0" y="376"/>
                  </a:lnTo>
                  <a:lnTo>
                    <a:pt x="9" y="440"/>
                  </a:lnTo>
                  <a:lnTo>
                    <a:pt x="37" y="504"/>
                  </a:lnTo>
                  <a:lnTo>
                    <a:pt x="74" y="559"/>
                  </a:lnTo>
                  <a:lnTo>
                    <a:pt x="578" y="1183"/>
                  </a:lnTo>
                  <a:lnTo>
                    <a:pt x="1705" y="2557"/>
                  </a:lnTo>
                  <a:lnTo>
                    <a:pt x="2814" y="3886"/>
                  </a:lnTo>
                  <a:lnTo>
                    <a:pt x="3895" y="5160"/>
                  </a:lnTo>
                  <a:lnTo>
                    <a:pt x="4949" y="6397"/>
                  </a:lnTo>
                  <a:lnTo>
                    <a:pt x="5984" y="7588"/>
                  </a:lnTo>
                  <a:lnTo>
                    <a:pt x="7001" y="8724"/>
                  </a:lnTo>
                  <a:lnTo>
                    <a:pt x="7982" y="9824"/>
                  </a:lnTo>
                  <a:lnTo>
                    <a:pt x="8944" y="10878"/>
                  </a:lnTo>
                  <a:lnTo>
                    <a:pt x="9870" y="11886"/>
                  </a:lnTo>
                  <a:lnTo>
                    <a:pt x="10777" y="12848"/>
                  </a:lnTo>
                  <a:lnTo>
                    <a:pt x="11648" y="13765"/>
                  </a:lnTo>
                  <a:lnTo>
                    <a:pt x="12491" y="14635"/>
                  </a:lnTo>
                  <a:lnTo>
                    <a:pt x="13297" y="15460"/>
                  </a:lnTo>
                  <a:lnTo>
                    <a:pt x="14076" y="16248"/>
                  </a:lnTo>
                  <a:lnTo>
                    <a:pt x="14818" y="16981"/>
                  </a:lnTo>
                  <a:lnTo>
                    <a:pt x="15533" y="17678"/>
                  </a:lnTo>
                  <a:lnTo>
                    <a:pt x="16202" y="18337"/>
                  </a:lnTo>
                  <a:lnTo>
                    <a:pt x="16843" y="18942"/>
                  </a:lnTo>
                  <a:lnTo>
                    <a:pt x="17448" y="19510"/>
                  </a:lnTo>
                  <a:lnTo>
                    <a:pt x="18007" y="20033"/>
                  </a:lnTo>
                  <a:lnTo>
                    <a:pt x="19015" y="20949"/>
                  </a:lnTo>
                  <a:lnTo>
                    <a:pt x="19868" y="21700"/>
                  </a:lnTo>
                  <a:lnTo>
                    <a:pt x="20537" y="22287"/>
                  </a:lnTo>
                  <a:lnTo>
                    <a:pt x="21031" y="22708"/>
                  </a:lnTo>
                  <a:lnTo>
                    <a:pt x="21462" y="23057"/>
                  </a:lnTo>
                  <a:lnTo>
                    <a:pt x="21517" y="23093"/>
                  </a:lnTo>
                  <a:lnTo>
                    <a:pt x="21581" y="23112"/>
                  </a:lnTo>
                  <a:lnTo>
                    <a:pt x="21645" y="23121"/>
                  </a:lnTo>
                  <a:lnTo>
                    <a:pt x="21709" y="23121"/>
                  </a:lnTo>
                  <a:lnTo>
                    <a:pt x="21774" y="23112"/>
                  </a:lnTo>
                  <a:lnTo>
                    <a:pt x="21838" y="23084"/>
                  </a:lnTo>
                  <a:lnTo>
                    <a:pt x="21893" y="23048"/>
                  </a:lnTo>
                  <a:lnTo>
                    <a:pt x="21939" y="22993"/>
                  </a:lnTo>
                  <a:lnTo>
                    <a:pt x="21975" y="22938"/>
                  </a:lnTo>
                  <a:lnTo>
                    <a:pt x="22003" y="22873"/>
                  </a:lnTo>
                  <a:lnTo>
                    <a:pt x="22012" y="22809"/>
                  </a:lnTo>
                  <a:lnTo>
                    <a:pt x="22012" y="22745"/>
                  </a:lnTo>
                  <a:lnTo>
                    <a:pt x="22003" y="22681"/>
                  </a:lnTo>
                  <a:lnTo>
                    <a:pt x="21975" y="22617"/>
                  </a:lnTo>
                  <a:lnTo>
                    <a:pt x="21939" y="22562"/>
                  </a:lnTo>
                  <a:lnTo>
                    <a:pt x="21884" y="22516"/>
                  </a:lnTo>
                  <a:lnTo>
                    <a:pt x="21462" y="22168"/>
                  </a:lnTo>
                  <a:lnTo>
                    <a:pt x="20967" y="21746"/>
                  </a:lnTo>
                  <a:lnTo>
                    <a:pt x="20298" y="21169"/>
                  </a:lnTo>
                  <a:lnTo>
                    <a:pt x="19455" y="20427"/>
                  </a:lnTo>
                  <a:lnTo>
                    <a:pt x="18456" y="19510"/>
                  </a:lnTo>
                  <a:lnTo>
                    <a:pt x="17302" y="18429"/>
                  </a:lnTo>
                  <a:lnTo>
                    <a:pt x="16660" y="17815"/>
                  </a:lnTo>
                  <a:lnTo>
                    <a:pt x="15991" y="17173"/>
                  </a:lnTo>
                  <a:lnTo>
                    <a:pt x="15286" y="16477"/>
                  </a:lnTo>
                  <a:lnTo>
                    <a:pt x="14543" y="15744"/>
                  </a:lnTo>
                  <a:lnTo>
                    <a:pt x="13774" y="14965"/>
                  </a:lnTo>
                  <a:lnTo>
                    <a:pt x="12967" y="14140"/>
                  </a:lnTo>
                  <a:lnTo>
                    <a:pt x="12124" y="13270"/>
                  </a:lnTo>
                  <a:lnTo>
                    <a:pt x="11263" y="12353"/>
                  </a:lnTo>
                  <a:lnTo>
                    <a:pt x="10365" y="11400"/>
                  </a:lnTo>
                  <a:lnTo>
                    <a:pt x="9439" y="10401"/>
                  </a:lnTo>
                  <a:lnTo>
                    <a:pt x="8486" y="9357"/>
                  </a:lnTo>
                  <a:lnTo>
                    <a:pt x="7506" y="8257"/>
                  </a:lnTo>
                  <a:lnTo>
                    <a:pt x="6497" y="7121"/>
                  </a:lnTo>
                  <a:lnTo>
                    <a:pt x="5462" y="5939"/>
                  </a:lnTo>
                  <a:lnTo>
                    <a:pt x="4408" y="4711"/>
                  </a:lnTo>
                  <a:lnTo>
                    <a:pt x="3336" y="3437"/>
                  </a:lnTo>
                  <a:lnTo>
                    <a:pt x="2236" y="2117"/>
                  </a:lnTo>
                  <a:lnTo>
                    <a:pt x="1109" y="752"/>
                  </a:lnTo>
                  <a:lnTo>
                    <a:pt x="614" y="129"/>
                  </a:lnTo>
                  <a:lnTo>
                    <a:pt x="559" y="83"/>
                  </a:lnTo>
                  <a:lnTo>
                    <a:pt x="504" y="37"/>
                  </a:lnTo>
                  <a:lnTo>
                    <a:pt x="440" y="19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3418800" y="4827150"/>
              <a:ext cx="131525" cy="131300"/>
            </a:xfrm>
            <a:custGeom>
              <a:avLst/>
              <a:gdLst/>
              <a:ahLst/>
              <a:cxnLst/>
              <a:rect l="l" t="t" r="r" b="b"/>
              <a:pathLst>
                <a:path w="5261" h="5252" extrusionOk="0">
                  <a:moveTo>
                    <a:pt x="2474" y="0"/>
                  </a:moveTo>
                  <a:lnTo>
                    <a:pt x="2346" y="9"/>
                  </a:lnTo>
                  <a:lnTo>
                    <a:pt x="2218" y="28"/>
                  </a:lnTo>
                  <a:lnTo>
                    <a:pt x="2090" y="46"/>
                  </a:lnTo>
                  <a:lnTo>
                    <a:pt x="1970" y="83"/>
                  </a:lnTo>
                  <a:lnTo>
                    <a:pt x="1842" y="119"/>
                  </a:lnTo>
                  <a:lnTo>
                    <a:pt x="1723" y="156"/>
                  </a:lnTo>
                  <a:lnTo>
                    <a:pt x="1595" y="202"/>
                  </a:lnTo>
                  <a:lnTo>
                    <a:pt x="1476" y="257"/>
                  </a:lnTo>
                  <a:lnTo>
                    <a:pt x="1366" y="321"/>
                  </a:lnTo>
                  <a:lnTo>
                    <a:pt x="1247" y="385"/>
                  </a:lnTo>
                  <a:lnTo>
                    <a:pt x="1137" y="458"/>
                  </a:lnTo>
                  <a:lnTo>
                    <a:pt x="1027" y="541"/>
                  </a:lnTo>
                  <a:lnTo>
                    <a:pt x="917" y="623"/>
                  </a:lnTo>
                  <a:lnTo>
                    <a:pt x="825" y="715"/>
                  </a:lnTo>
                  <a:lnTo>
                    <a:pt x="724" y="807"/>
                  </a:lnTo>
                  <a:lnTo>
                    <a:pt x="642" y="908"/>
                  </a:lnTo>
                  <a:lnTo>
                    <a:pt x="559" y="1008"/>
                  </a:lnTo>
                  <a:lnTo>
                    <a:pt x="477" y="1109"/>
                  </a:lnTo>
                  <a:lnTo>
                    <a:pt x="413" y="1210"/>
                  </a:lnTo>
                  <a:lnTo>
                    <a:pt x="339" y="1320"/>
                  </a:lnTo>
                  <a:lnTo>
                    <a:pt x="284" y="1439"/>
                  </a:lnTo>
                  <a:lnTo>
                    <a:pt x="229" y="1549"/>
                  </a:lnTo>
                  <a:lnTo>
                    <a:pt x="174" y="1668"/>
                  </a:lnTo>
                  <a:lnTo>
                    <a:pt x="138" y="1787"/>
                  </a:lnTo>
                  <a:lnTo>
                    <a:pt x="101" y="1906"/>
                  </a:lnTo>
                  <a:lnTo>
                    <a:pt x="64" y="2026"/>
                  </a:lnTo>
                  <a:lnTo>
                    <a:pt x="37" y="2154"/>
                  </a:lnTo>
                  <a:lnTo>
                    <a:pt x="19" y="2273"/>
                  </a:lnTo>
                  <a:lnTo>
                    <a:pt x="9" y="2401"/>
                  </a:lnTo>
                  <a:lnTo>
                    <a:pt x="0" y="2530"/>
                  </a:lnTo>
                  <a:lnTo>
                    <a:pt x="0" y="2658"/>
                  </a:lnTo>
                  <a:lnTo>
                    <a:pt x="0" y="2786"/>
                  </a:lnTo>
                  <a:lnTo>
                    <a:pt x="9" y="2905"/>
                  </a:lnTo>
                  <a:lnTo>
                    <a:pt x="28" y="3034"/>
                  </a:lnTo>
                  <a:lnTo>
                    <a:pt x="55" y="3162"/>
                  </a:lnTo>
                  <a:lnTo>
                    <a:pt x="83" y="3290"/>
                  </a:lnTo>
                  <a:lnTo>
                    <a:pt x="119" y="3409"/>
                  </a:lnTo>
                  <a:lnTo>
                    <a:pt x="156" y="3528"/>
                  </a:lnTo>
                  <a:lnTo>
                    <a:pt x="211" y="3657"/>
                  </a:lnTo>
                  <a:lnTo>
                    <a:pt x="266" y="3776"/>
                  </a:lnTo>
                  <a:lnTo>
                    <a:pt x="321" y="3895"/>
                  </a:lnTo>
                  <a:lnTo>
                    <a:pt x="394" y="4005"/>
                  </a:lnTo>
                  <a:lnTo>
                    <a:pt x="468" y="4124"/>
                  </a:lnTo>
                  <a:lnTo>
                    <a:pt x="541" y="4234"/>
                  </a:lnTo>
                  <a:lnTo>
                    <a:pt x="633" y="4335"/>
                  </a:lnTo>
                  <a:lnTo>
                    <a:pt x="715" y="4436"/>
                  </a:lnTo>
                  <a:lnTo>
                    <a:pt x="807" y="4527"/>
                  </a:lnTo>
                  <a:lnTo>
                    <a:pt x="907" y="4610"/>
                  </a:lnTo>
                  <a:lnTo>
                    <a:pt x="1008" y="4692"/>
                  </a:lnTo>
                  <a:lnTo>
                    <a:pt x="1109" y="4775"/>
                  </a:lnTo>
                  <a:lnTo>
                    <a:pt x="1219" y="4848"/>
                  </a:lnTo>
                  <a:lnTo>
                    <a:pt x="1329" y="4912"/>
                  </a:lnTo>
                  <a:lnTo>
                    <a:pt x="1439" y="4967"/>
                  </a:lnTo>
                  <a:lnTo>
                    <a:pt x="1549" y="5022"/>
                  </a:lnTo>
                  <a:lnTo>
                    <a:pt x="1668" y="5077"/>
                  </a:lnTo>
                  <a:lnTo>
                    <a:pt x="1787" y="5114"/>
                  </a:lnTo>
                  <a:lnTo>
                    <a:pt x="1906" y="5160"/>
                  </a:lnTo>
                  <a:lnTo>
                    <a:pt x="2035" y="5187"/>
                  </a:lnTo>
                  <a:lnTo>
                    <a:pt x="2154" y="5215"/>
                  </a:lnTo>
                  <a:lnTo>
                    <a:pt x="2282" y="5233"/>
                  </a:lnTo>
                  <a:lnTo>
                    <a:pt x="2401" y="5242"/>
                  </a:lnTo>
                  <a:lnTo>
                    <a:pt x="2529" y="5251"/>
                  </a:lnTo>
                  <a:lnTo>
                    <a:pt x="2786" y="5251"/>
                  </a:lnTo>
                  <a:lnTo>
                    <a:pt x="2914" y="5242"/>
                  </a:lnTo>
                  <a:lnTo>
                    <a:pt x="3033" y="5224"/>
                  </a:lnTo>
                  <a:lnTo>
                    <a:pt x="3162" y="5205"/>
                  </a:lnTo>
                  <a:lnTo>
                    <a:pt x="3290" y="5169"/>
                  </a:lnTo>
                  <a:lnTo>
                    <a:pt x="3409" y="5132"/>
                  </a:lnTo>
                  <a:lnTo>
                    <a:pt x="3537" y="5095"/>
                  </a:lnTo>
                  <a:lnTo>
                    <a:pt x="3657" y="5050"/>
                  </a:lnTo>
                  <a:lnTo>
                    <a:pt x="3776" y="4995"/>
                  </a:lnTo>
                  <a:lnTo>
                    <a:pt x="3895" y="4930"/>
                  </a:lnTo>
                  <a:lnTo>
                    <a:pt x="4005" y="4866"/>
                  </a:lnTo>
                  <a:lnTo>
                    <a:pt x="4124" y="4793"/>
                  </a:lnTo>
                  <a:lnTo>
                    <a:pt x="4234" y="4711"/>
                  </a:lnTo>
                  <a:lnTo>
                    <a:pt x="4335" y="4628"/>
                  </a:lnTo>
                  <a:lnTo>
                    <a:pt x="4436" y="4536"/>
                  </a:lnTo>
                  <a:lnTo>
                    <a:pt x="4527" y="4445"/>
                  </a:lnTo>
                  <a:lnTo>
                    <a:pt x="4619" y="4344"/>
                  </a:lnTo>
                  <a:lnTo>
                    <a:pt x="4701" y="4243"/>
                  </a:lnTo>
                  <a:lnTo>
                    <a:pt x="4775" y="4142"/>
                  </a:lnTo>
                  <a:lnTo>
                    <a:pt x="4848" y="4042"/>
                  </a:lnTo>
                  <a:lnTo>
                    <a:pt x="4912" y="3932"/>
                  </a:lnTo>
                  <a:lnTo>
                    <a:pt x="4976" y="3812"/>
                  </a:lnTo>
                  <a:lnTo>
                    <a:pt x="5031" y="3702"/>
                  </a:lnTo>
                  <a:lnTo>
                    <a:pt x="5077" y="3583"/>
                  </a:lnTo>
                  <a:lnTo>
                    <a:pt x="5123" y="3464"/>
                  </a:lnTo>
                  <a:lnTo>
                    <a:pt x="5159" y="3345"/>
                  </a:lnTo>
                  <a:lnTo>
                    <a:pt x="5187" y="3226"/>
                  </a:lnTo>
                  <a:lnTo>
                    <a:pt x="5214" y="3098"/>
                  </a:lnTo>
                  <a:lnTo>
                    <a:pt x="5233" y="2969"/>
                  </a:lnTo>
                  <a:lnTo>
                    <a:pt x="5251" y="2850"/>
                  </a:lnTo>
                  <a:lnTo>
                    <a:pt x="5251" y="2722"/>
                  </a:lnTo>
                  <a:lnTo>
                    <a:pt x="5260" y="2594"/>
                  </a:lnTo>
                  <a:lnTo>
                    <a:pt x="5251" y="2465"/>
                  </a:lnTo>
                  <a:lnTo>
                    <a:pt x="5242" y="2346"/>
                  </a:lnTo>
                  <a:lnTo>
                    <a:pt x="5224" y="2218"/>
                  </a:lnTo>
                  <a:lnTo>
                    <a:pt x="5205" y="2090"/>
                  </a:lnTo>
                  <a:lnTo>
                    <a:pt x="5178" y="1961"/>
                  </a:lnTo>
                  <a:lnTo>
                    <a:pt x="5141" y="1842"/>
                  </a:lnTo>
                  <a:lnTo>
                    <a:pt x="5095" y="1714"/>
                  </a:lnTo>
                  <a:lnTo>
                    <a:pt x="5050" y="1595"/>
                  </a:lnTo>
                  <a:lnTo>
                    <a:pt x="4995" y="1476"/>
                  </a:lnTo>
                  <a:lnTo>
                    <a:pt x="4930" y="1357"/>
                  </a:lnTo>
                  <a:lnTo>
                    <a:pt x="4866" y="1247"/>
                  </a:lnTo>
                  <a:lnTo>
                    <a:pt x="4793" y="1127"/>
                  </a:lnTo>
                  <a:lnTo>
                    <a:pt x="4710" y="1017"/>
                  </a:lnTo>
                  <a:lnTo>
                    <a:pt x="4628" y="917"/>
                  </a:lnTo>
                  <a:lnTo>
                    <a:pt x="4536" y="816"/>
                  </a:lnTo>
                  <a:lnTo>
                    <a:pt x="4445" y="724"/>
                  </a:lnTo>
                  <a:lnTo>
                    <a:pt x="4353" y="633"/>
                  </a:lnTo>
                  <a:lnTo>
                    <a:pt x="4252" y="550"/>
                  </a:lnTo>
                  <a:lnTo>
                    <a:pt x="4142" y="477"/>
                  </a:lnTo>
                  <a:lnTo>
                    <a:pt x="4041" y="404"/>
                  </a:lnTo>
                  <a:lnTo>
                    <a:pt x="3932" y="339"/>
                  </a:lnTo>
                  <a:lnTo>
                    <a:pt x="3822" y="284"/>
                  </a:lnTo>
                  <a:lnTo>
                    <a:pt x="3702" y="229"/>
                  </a:lnTo>
                  <a:lnTo>
                    <a:pt x="3583" y="174"/>
                  </a:lnTo>
                  <a:lnTo>
                    <a:pt x="3464" y="138"/>
                  </a:lnTo>
                  <a:lnTo>
                    <a:pt x="3345" y="92"/>
                  </a:lnTo>
                  <a:lnTo>
                    <a:pt x="3226" y="64"/>
                  </a:lnTo>
                  <a:lnTo>
                    <a:pt x="3098" y="37"/>
                  </a:lnTo>
                  <a:lnTo>
                    <a:pt x="2978" y="19"/>
                  </a:lnTo>
                  <a:lnTo>
                    <a:pt x="2850" y="9"/>
                  </a:lnTo>
                  <a:lnTo>
                    <a:pt x="27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5390625" y="1696775"/>
              <a:ext cx="298525" cy="505175"/>
            </a:xfrm>
            <a:custGeom>
              <a:avLst/>
              <a:gdLst/>
              <a:ahLst/>
              <a:cxnLst/>
              <a:rect l="l" t="t" r="r" b="b"/>
              <a:pathLst>
                <a:path w="11941" h="20207" extrusionOk="0">
                  <a:moveTo>
                    <a:pt x="7524" y="0"/>
                  </a:moveTo>
                  <a:lnTo>
                    <a:pt x="7487" y="129"/>
                  </a:lnTo>
                  <a:lnTo>
                    <a:pt x="7432" y="248"/>
                  </a:lnTo>
                  <a:lnTo>
                    <a:pt x="7377" y="367"/>
                  </a:lnTo>
                  <a:lnTo>
                    <a:pt x="7313" y="468"/>
                  </a:lnTo>
                  <a:lnTo>
                    <a:pt x="7249" y="568"/>
                  </a:lnTo>
                  <a:lnTo>
                    <a:pt x="7167" y="660"/>
                  </a:lnTo>
                  <a:lnTo>
                    <a:pt x="7084" y="752"/>
                  </a:lnTo>
                  <a:lnTo>
                    <a:pt x="7002" y="834"/>
                  </a:lnTo>
                  <a:lnTo>
                    <a:pt x="6910" y="908"/>
                  </a:lnTo>
                  <a:lnTo>
                    <a:pt x="6809" y="981"/>
                  </a:lnTo>
                  <a:lnTo>
                    <a:pt x="6617" y="1100"/>
                  </a:lnTo>
                  <a:lnTo>
                    <a:pt x="6415" y="1210"/>
                  </a:lnTo>
                  <a:lnTo>
                    <a:pt x="6223" y="1292"/>
                  </a:lnTo>
                  <a:lnTo>
                    <a:pt x="6149" y="1320"/>
                  </a:lnTo>
                  <a:lnTo>
                    <a:pt x="6067" y="1347"/>
                  </a:lnTo>
                  <a:lnTo>
                    <a:pt x="5975" y="1366"/>
                  </a:lnTo>
                  <a:lnTo>
                    <a:pt x="5884" y="1375"/>
                  </a:lnTo>
                  <a:lnTo>
                    <a:pt x="5673" y="1393"/>
                  </a:lnTo>
                  <a:lnTo>
                    <a:pt x="5453" y="1393"/>
                  </a:lnTo>
                  <a:lnTo>
                    <a:pt x="4976" y="1375"/>
                  </a:lnTo>
                  <a:lnTo>
                    <a:pt x="4720" y="1366"/>
                  </a:lnTo>
                  <a:lnTo>
                    <a:pt x="4454" y="1357"/>
                  </a:lnTo>
                  <a:lnTo>
                    <a:pt x="4198" y="1366"/>
                  </a:lnTo>
                  <a:lnTo>
                    <a:pt x="3941" y="1375"/>
                  </a:lnTo>
                  <a:lnTo>
                    <a:pt x="3684" y="1412"/>
                  </a:lnTo>
                  <a:lnTo>
                    <a:pt x="3556" y="1430"/>
                  </a:lnTo>
                  <a:lnTo>
                    <a:pt x="3437" y="1467"/>
                  </a:lnTo>
                  <a:lnTo>
                    <a:pt x="3318" y="1503"/>
                  </a:lnTo>
                  <a:lnTo>
                    <a:pt x="3199" y="1540"/>
                  </a:lnTo>
                  <a:lnTo>
                    <a:pt x="3089" y="1595"/>
                  </a:lnTo>
                  <a:lnTo>
                    <a:pt x="2979" y="1650"/>
                  </a:lnTo>
                  <a:lnTo>
                    <a:pt x="2869" y="1723"/>
                  </a:lnTo>
                  <a:lnTo>
                    <a:pt x="2768" y="1796"/>
                  </a:lnTo>
                  <a:lnTo>
                    <a:pt x="2676" y="1879"/>
                  </a:lnTo>
                  <a:lnTo>
                    <a:pt x="2585" y="1980"/>
                  </a:lnTo>
                  <a:lnTo>
                    <a:pt x="2502" y="2081"/>
                  </a:lnTo>
                  <a:lnTo>
                    <a:pt x="2438" y="2190"/>
                  </a:lnTo>
                  <a:lnTo>
                    <a:pt x="2392" y="2300"/>
                  </a:lnTo>
                  <a:lnTo>
                    <a:pt x="2365" y="2410"/>
                  </a:lnTo>
                  <a:lnTo>
                    <a:pt x="2346" y="2530"/>
                  </a:lnTo>
                  <a:lnTo>
                    <a:pt x="2337" y="2649"/>
                  </a:lnTo>
                  <a:lnTo>
                    <a:pt x="2346" y="2777"/>
                  </a:lnTo>
                  <a:lnTo>
                    <a:pt x="2356" y="2896"/>
                  </a:lnTo>
                  <a:lnTo>
                    <a:pt x="2383" y="3024"/>
                  </a:lnTo>
                  <a:lnTo>
                    <a:pt x="2420" y="3153"/>
                  </a:lnTo>
                  <a:lnTo>
                    <a:pt x="2456" y="3281"/>
                  </a:lnTo>
                  <a:lnTo>
                    <a:pt x="2502" y="3409"/>
                  </a:lnTo>
                  <a:lnTo>
                    <a:pt x="2621" y="3666"/>
                  </a:lnTo>
                  <a:lnTo>
                    <a:pt x="2740" y="3922"/>
                  </a:lnTo>
                  <a:lnTo>
                    <a:pt x="2997" y="4408"/>
                  </a:lnTo>
                  <a:lnTo>
                    <a:pt x="3116" y="4637"/>
                  </a:lnTo>
                  <a:lnTo>
                    <a:pt x="3208" y="4857"/>
                  </a:lnTo>
                  <a:lnTo>
                    <a:pt x="3254" y="4958"/>
                  </a:lnTo>
                  <a:lnTo>
                    <a:pt x="3281" y="5050"/>
                  </a:lnTo>
                  <a:lnTo>
                    <a:pt x="3299" y="5141"/>
                  </a:lnTo>
                  <a:lnTo>
                    <a:pt x="3318" y="5233"/>
                  </a:lnTo>
                  <a:lnTo>
                    <a:pt x="3318" y="5306"/>
                  </a:lnTo>
                  <a:lnTo>
                    <a:pt x="3309" y="5389"/>
                  </a:lnTo>
                  <a:lnTo>
                    <a:pt x="3290" y="5453"/>
                  </a:lnTo>
                  <a:lnTo>
                    <a:pt x="3254" y="5517"/>
                  </a:lnTo>
                  <a:lnTo>
                    <a:pt x="3162" y="5618"/>
                  </a:lnTo>
                  <a:lnTo>
                    <a:pt x="3070" y="5691"/>
                  </a:lnTo>
                  <a:lnTo>
                    <a:pt x="2970" y="5746"/>
                  </a:lnTo>
                  <a:lnTo>
                    <a:pt x="2878" y="5792"/>
                  </a:lnTo>
                  <a:lnTo>
                    <a:pt x="2786" y="5819"/>
                  </a:lnTo>
                  <a:lnTo>
                    <a:pt x="2695" y="5838"/>
                  </a:lnTo>
                  <a:lnTo>
                    <a:pt x="2530" y="5856"/>
                  </a:lnTo>
                  <a:lnTo>
                    <a:pt x="2456" y="5874"/>
                  </a:lnTo>
                  <a:lnTo>
                    <a:pt x="2392" y="5893"/>
                  </a:lnTo>
                  <a:lnTo>
                    <a:pt x="2337" y="5920"/>
                  </a:lnTo>
                  <a:lnTo>
                    <a:pt x="2301" y="5957"/>
                  </a:lnTo>
                  <a:lnTo>
                    <a:pt x="2273" y="6021"/>
                  </a:lnTo>
                  <a:lnTo>
                    <a:pt x="2264" y="6103"/>
                  </a:lnTo>
                  <a:lnTo>
                    <a:pt x="2273" y="6204"/>
                  </a:lnTo>
                  <a:lnTo>
                    <a:pt x="2291" y="6342"/>
                  </a:lnTo>
                  <a:lnTo>
                    <a:pt x="2319" y="6415"/>
                  </a:lnTo>
                  <a:lnTo>
                    <a:pt x="2346" y="6488"/>
                  </a:lnTo>
                  <a:lnTo>
                    <a:pt x="2392" y="6552"/>
                  </a:lnTo>
                  <a:lnTo>
                    <a:pt x="2438" y="6626"/>
                  </a:lnTo>
                  <a:lnTo>
                    <a:pt x="2548" y="6754"/>
                  </a:lnTo>
                  <a:lnTo>
                    <a:pt x="2676" y="6882"/>
                  </a:lnTo>
                  <a:lnTo>
                    <a:pt x="2960" y="7130"/>
                  </a:lnTo>
                  <a:lnTo>
                    <a:pt x="3098" y="7258"/>
                  </a:lnTo>
                  <a:lnTo>
                    <a:pt x="3217" y="7386"/>
                  </a:lnTo>
                  <a:lnTo>
                    <a:pt x="3272" y="7451"/>
                  </a:lnTo>
                  <a:lnTo>
                    <a:pt x="3318" y="7524"/>
                  </a:lnTo>
                  <a:lnTo>
                    <a:pt x="3354" y="7588"/>
                  </a:lnTo>
                  <a:lnTo>
                    <a:pt x="3391" y="7661"/>
                  </a:lnTo>
                  <a:lnTo>
                    <a:pt x="3409" y="7735"/>
                  </a:lnTo>
                  <a:lnTo>
                    <a:pt x="3419" y="7817"/>
                  </a:lnTo>
                  <a:lnTo>
                    <a:pt x="3419" y="7890"/>
                  </a:lnTo>
                  <a:lnTo>
                    <a:pt x="3400" y="7973"/>
                  </a:lnTo>
                  <a:lnTo>
                    <a:pt x="3373" y="8065"/>
                  </a:lnTo>
                  <a:lnTo>
                    <a:pt x="3336" y="8147"/>
                  </a:lnTo>
                  <a:lnTo>
                    <a:pt x="3281" y="8239"/>
                  </a:lnTo>
                  <a:lnTo>
                    <a:pt x="3199" y="8339"/>
                  </a:lnTo>
                  <a:lnTo>
                    <a:pt x="3116" y="8440"/>
                  </a:lnTo>
                  <a:lnTo>
                    <a:pt x="3006" y="8541"/>
                  </a:lnTo>
                  <a:lnTo>
                    <a:pt x="2869" y="8651"/>
                  </a:lnTo>
                  <a:lnTo>
                    <a:pt x="2722" y="8770"/>
                  </a:lnTo>
                  <a:lnTo>
                    <a:pt x="2658" y="8688"/>
                  </a:lnTo>
                  <a:lnTo>
                    <a:pt x="2475" y="8468"/>
                  </a:lnTo>
                  <a:lnTo>
                    <a:pt x="2337" y="8339"/>
                  </a:lnTo>
                  <a:lnTo>
                    <a:pt x="2191" y="8193"/>
                  </a:lnTo>
                  <a:lnTo>
                    <a:pt x="2026" y="8046"/>
                  </a:lnTo>
                  <a:lnTo>
                    <a:pt x="1842" y="7900"/>
                  </a:lnTo>
                  <a:lnTo>
                    <a:pt x="1650" y="7771"/>
                  </a:lnTo>
                  <a:lnTo>
                    <a:pt x="1549" y="7716"/>
                  </a:lnTo>
                  <a:lnTo>
                    <a:pt x="1448" y="7670"/>
                  </a:lnTo>
                  <a:lnTo>
                    <a:pt x="1348" y="7625"/>
                  </a:lnTo>
                  <a:lnTo>
                    <a:pt x="1247" y="7588"/>
                  </a:lnTo>
                  <a:lnTo>
                    <a:pt x="1146" y="7560"/>
                  </a:lnTo>
                  <a:lnTo>
                    <a:pt x="1036" y="7542"/>
                  </a:lnTo>
                  <a:lnTo>
                    <a:pt x="935" y="7533"/>
                  </a:lnTo>
                  <a:lnTo>
                    <a:pt x="834" y="7542"/>
                  </a:lnTo>
                  <a:lnTo>
                    <a:pt x="734" y="7560"/>
                  </a:lnTo>
                  <a:lnTo>
                    <a:pt x="633" y="7597"/>
                  </a:lnTo>
                  <a:lnTo>
                    <a:pt x="532" y="7643"/>
                  </a:lnTo>
                  <a:lnTo>
                    <a:pt x="431" y="7707"/>
                  </a:lnTo>
                  <a:lnTo>
                    <a:pt x="340" y="7780"/>
                  </a:lnTo>
                  <a:lnTo>
                    <a:pt x="248" y="7881"/>
                  </a:lnTo>
                  <a:lnTo>
                    <a:pt x="165" y="7982"/>
                  </a:lnTo>
                  <a:lnTo>
                    <a:pt x="110" y="8092"/>
                  </a:lnTo>
                  <a:lnTo>
                    <a:pt x="55" y="8211"/>
                  </a:lnTo>
                  <a:lnTo>
                    <a:pt x="28" y="8321"/>
                  </a:lnTo>
                  <a:lnTo>
                    <a:pt x="10" y="8440"/>
                  </a:lnTo>
                  <a:lnTo>
                    <a:pt x="1" y="8550"/>
                  </a:lnTo>
                  <a:lnTo>
                    <a:pt x="10" y="8669"/>
                  </a:lnTo>
                  <a:lnTo>
                    <a:pt x="28" y="8788"/>
                  </a:lnTo>
                  <a:lnTo>
                    <a:pt x="55" y="8908"/>
                  </a:lnTo>
                  <a:lnTo>
                    <a:pt x="92" y="9027"/>
                  </a:lnTo>
                  <a:lnTo>
                    <a:pt x="138" y="9146"/>
                  </a:lnTo>
                  <a:lnTo>
                    <a:pt x="193" y="9256"/>
                  </a:lnTo>
                  <a:lnTo>
                    <a:pt x="257" y="9375"/>
                  </a:lnTo>
                  <a:lnTo>
                    <a:pt x="321" y="9485"/>
                  </a:lnTo>
                  <a:lnTo>
                    <a:pt x="468" y="9705"/>
                  </a:lnTo>
                  <a:lnTo>
                    <a:pt x="624" y="9906"/>
                  </a:lnTo>
                  <a:lnTo>
                    <a:pt x="779" y="10090"/>
                  </a:lnTo>
                  <a:lnTo>
                    <a:pt x="935" y="10264"/>
                  </a:lnTo>
                  <a:lnTo>
                    <a:pt x="1082" y="10401"/>
                  </a:lnTo>
                  <a:lnTo>
                    <a:pt x="1311" y="10612"/>
                  </a:lnTo>
                  <a:lnTo>
                    <a:pt x="1393" y="10685"/>
                  </a:lnTo>
                  <a:lnTo>
                    <a:pt x="1467" y="10740"/>
                  </a:lnTo>
                  <a:lnTo>
                    <a:pt x="1531" y="10804"/>
                  </a:lnTo>
                  <a:lnTo>
                    <a:pt x="1623" y="10896"/>
                  </a:lnTo>
                  <a:lnTo>
                    <a:pt x="1723" y="11006"/>
                  </a:lnTo>
                  <a:lnTo>
                    <a:pt x="1815" y="11144"/>
                  </a:lnTo>
                  <a:lnTo>
                    <a:pt x="1907" y="11281"/>
                  </a:lnTo>
                  <a:lnTo>
                    <a:pt x="1989" y="11446"/>
                  </a:lnTo>
                  <a:lnTo>
                    <a:pt x="2017" y="11528"/>
                  </a:lnTo>
                  <a:lnTo>
                    <a:pt x="2044" y="11611"/>
                  </a:lnTo>
                  <a:lnTo>
                    <a:pt x="2062" y="11703"/>
                  </a:lnTo>
                  <a:lnTo>
                    <a:pt x="2072" y="11785"/>
                  </a:lnTo>
                  <a:lnTo>
                    <a:pt x="2072" y="11877"/>
                  </a:lnTo>
                  <a:lnTo>
                    <a:pt x="2072" y="11968"/>
                  </a:lnTo>
                  <a:lnTo>
                    <a:pt x="2044" y="12069"/>
                  </a:lnTo>
                  <a:lnTo>
                    <a:pt x="2017" y="12161"/>
                  </a:lnTo>
                  <a:lnTo>
                    <a:pt x="1971" y="12252"/>
                  </a:lnTo>
                  <a:lnTo>
                    <a:pt x="1916" y="12344"/>
                  </a:lnTo>
                  <a:lnTo>
                    <a:pt x="1842" y="12445"/>
                  </a:lnTo>
                  <a:lnTo>
                    <a:pt x="1751" y="12536"/>
                  </a:lnTo>
                  <a:lnTo>
                    <a:pt x="1650" y="12628"/>
                  </a:lnTo>
                  <a:lnTo>
                    <a:pt x="1531" y="12720"/>
                  </a:lnTo>
                  <a:lnTo>
                    <a:pt x="1393" y="12811"/>
                  </a:lnTo>
                  <a:lnTo>
                    <a:pt x="1228" y="12894"/>
                  </a:lnTo>
                  <a:lnTo>
                    <a:pt x="1238" y="12985"/>
                  </a:lnTo>
                  <a:lnTo>
                    <a:pt x="1238" y="13077"/>
                  </a:lnTo>
                  <a:lnTo>
                    <a:pt x="1238" y="13169"/>
                  </a:lnTo>
                  <a:lnTo>
                    <a:pt x="1219" y="13260"/>
                  </a:lnTo>
                  <a:lnTo>
                    <a:pt x="1183" y="13435"/>
                  </a:lnTo>
                  <a:lnTo>
                    <a:pt x="1128" y="13609"/>
                  </a:lnTo>
                  <a:lnTo>
                    <a:pt x="1054" y="13783"/>
                  </a:lnTo>
                  <a:lnTo>
                    <a:pt x="963" y="13939"/>
                  </a:lnTo>
                  <a:lnTo>
                    <a:pt x="871" y="14094"/>
                  </a:lnTo>
                  <a:lnTo>
                    <a:pt x="770" y="14232"/>
                  </a:lnTo>
                  <a:lnTo>
                    <a:pt x="669" y="14369"/>
                  </a:lnTo>
                  <a:lnTo>
                    <a:pt x="569" y="14479"/>
                  </a:lnTo>
                  <a:lnTo>
                    <a:pt x="395" y="14672"/>
                  </a:lnTo>
                  <a:lnTo>
                    <a:pt x="266" y="14800"/>
                  </a:lnTo>
                  <a:lnTo>
                    <a:pt x="220" y="14846"/>
                  </a:lnTo>
                  <a:lnTo>
                    <a:pt x="6489" y="20207"/>
                  </a:lnTo>
                  <a:lnTo>
                    <a:pt x="10264" y="12692"/>
                  </a:lnTo>
                  <a:lnTo>
                    <a:pt x="10401" y="12436"/>
                  </a:lnTo>
                  <a:lnTo>
                    <a:pt x="10557" y="12179"/>
                  </a:lnTo>
                  <a:lnTo>
                    <a:pt x="10713" y="11932"/>
                  </a:lnTo>
                  <a:lnTo>
                    <a:pt x="10887" y="11684"/>
                  </a:lnTo>
                  <a:lnTo>
                    <a:pt x="11070" y="11455"/>
                  </a:lnTo>
                  <a:lnTo>
                    <a:pt x="11263" y="11226"/>
                  </a:lnTo>
                  <a:lnTo>
                    <a:pt x="11455" y="10997"/>
                  </a:lnTo>
                  <a:lnTo>
                    <a:pt x="11657" y="10777"/>
                  </a:lnTo>
                  <a:lnTo>
                    <a:pt x="11666" y="10768"/>
                  </a:lnTo>
                  <a:lnTo>
                    <a:pt x="11749" y="10667"/>
                  </a:lnTo>
                  <a:lnTo>
                    <a:pt x="11813" y="10557"/>
                  </a:lnTo>
                  <a:lnTo>
                    <a:pt x="11868" y="10438"/>
                  </a:lnTo>
                  <a:lnTo>
                    <a:pt x="11904" y="10319"/>
                  </a:lnTo>
                  <a:lnTo>
                    <a:pt x="11932" y="10191"/>
                  </a:lnTo>
                  <a:lnTo>
                    <a:pt x="11941" y="10053"/>
                  </a:lnTo>
                  <a:lnTo>
                    <a:pt x="11941" y="9916"/>
                  </a:lnTo>
                  <a:lnTo>
                    <a:pt x="11941" y="9769"/>
                  </a:lnTo>
                  <a:lnTo>
                    <a:pt x="11923" y="9622"/>
                  </a:lnTo>
                  <a:lnTo>
                    <a:pt x="11895" y="9476"/>
                  </a:lnTo>
                  <a:lnTo>
                    <a:pt x="11859" y="9329"/>
                  </a:lnTo>
                  <a:lnTo>
                    <a:pt x="11822" y="9173"/>
                  </a:lnTo>
                  <a:lnTo>
                    <a:pt x="11721" y="8880"/>
                  </a:lnTo>
                  <a:lnTo>
                    <a:pt x="11611" y="8587"/>
                  </a:lnTo>
                  <a:lnTo>
                    <a:pt x="11483" y="8303"/>
                  </a:lnTo>
                  <a:lnTo>
                    <a:pt x="11355" y="8046"/>
                  </a:lnTo>
                  <a:lnTo>
                    <a:pt x="11217" y="7808"/>
                  </a:lnTo>
                  <a:lnTo>
                    <a:pt x="11098" y="7597"/>
                  </a:lnTo>
                  <a:lnTo>
                    <a:pt x="10915" y="7295"/>
                  </a:lnTo>
                  <a:lnTo>
                    <a:pt x="10832" y="7185"/>
                  </a:lnTo>
                  <a:lnTo>
                    <a:pt x="10915" y="7111"/>
                  </a:lnTo>
                  <a:lnTo>
                    <a:pt x="11116" y="6919"/>
                  </a:lnTo>
                  <a:lnTo>
                    <a:pt x="11382" y="6644"/>
                  </a:lnTo>
                  <a:lnTo>
                    <a:pt x="11519" y="6497"/>
                  </a:lnTo>
                  <a:lnTo>
                    <a:pt x="11639" y="6342"/>
                  </a:lnTo>
                  <a:lnTo>
                    <a:pt x="11749" y="6186"/>
                  </a:lnTo>
                  <a:lnTo>
                    <a:pt x="11840" y="6039"/>
                  </a:lnTo>
                  <a:lnTo>
                    <a:pt x="11868" y="5975"/>
                  </a:lnTo>
                  <a:lnTo>
                    <a:pt x="11895" y="5911"/>
                  </a:lnTo>
                  <a:lnTo>
                    <a:pt x="11904" y="5847"/>
                  </a:lnTo>
                  <a:lnTo>
                    <a:pt x="11904" y="5792"/>
                  </a:lnTo>
                  <a:lnTo>
                    <a:pt x="11895" y="5737"/>
                  </a:lnTo>
                  <a:lnTo>
                    <a:pt x="11868" y="5691"/>
                  </a:lnTo>
                  <a:lnTo>
                    <a:pt x="11831" y="5654"/>
                  </a:lnTo>
                  <a:lnTo>
                    <a:pt x="11785" y="5627"/>
                  </a:lnTo>
                  <a:lnTo>
                    <a:pt x="11721" y="5609"/>
                  </a:lnTo>
                  <a:lnTo>
                    <a:pt x="11629" y="5590"/>
                  </a:lnTo>
                  <a:lnTo>
                    <a:pt x="11410" y="5590"/>
                  </a:lnTo>
                  <a:lnTo>
                    <a:pt x="11171" y="5599"/>
                  </a:lnTo>
                  <a:lnTo>
                    <a:pt x="11061" y="5599"/>
                  </a:lnTo>
                  <a:lnTo>
                    <a:pt x="10951" y="5590"/>
                  </a:lnTo>
                  <a:lnTo>
                    <a:pt x="10860" y="5572"/>
                  </a:lnTo>
                  <a:lnTo>
                    <a:pt x="10768" y="5554"/>
                  </a:lnTo>
                  <a:lnTo>
                    <a:pt x="10686" y="5526"/>
                  </a:lnTo>
                  <a:lnTo>
                    <a:pt x="10612" y="5499"/>
                  </a:lnTo>
                  <a:lnTo>
                    <a:pt x="10539" y="5462"/>
                  </a:lnTo>
                  <a:lnTo>
                    <a:pt x="10475" y="5425"/>
                  </a:lnTo>
                  <a:lnTo>
                    <a:pt x="10411" y="5379"/>
                  </a:lnTo>
                  <a:lnTo>
                    <a:pt x="10346" y="5325"/>
                  </a:lnTo>
                  <a:lnTo>
                    <a:pt x="10292" y="5270"/>
                  </a:lnTo>
                  <a:lnTo>
                    <a:pt x="10246" y="5215"/>
                  </a:lnTo>
                  <a:lnTo>
                    <a:pt x="10154" y="5077"/>
                  </a:lnTo>
                  <a:lnTo>
                    <a:pt x="10072" y="4921"/>
                  </a:lnTo>
                  <a:lnTo>
                    <a:pt x="9989" y="4756"/>
                  </a:lnTo>
                  <a:lnTo>
                    <a:pt x="9916" y="4564"/>
                  </a:lnTo>
                  <a:lnTo>
                    <a:pt x="9842" y="4362"/>
                  </a:lnTo>
                  <a:lnTo>
                    <a:pt x="9678" y="3913"/>
                  </a:lnTo>
                  <a:lnTo>
                    <a:pt x="9586" y="3657"/>
                  </a:lnTo>
                  <a:lnTo>
                    <a:pt x="9485" y="3400"/>
                  </a:lnTo>
                  <a:lnTo>
                    <a:pt x="9412" y="3217"/>
                  </a:lnTo>
                  <a:lnTo>
                    <a:pt x="9320" y="3024"/>
                  </a:lnTo>
                  <a:lnTo>
                    <a:pt x="9100" y="2603"/>
                  </a:lnTo>
                  <a:lnTo>
                    <a:pt x="8853" y="2154"/>
                  </a:lnTo>
                  <a:lnTo>
                    <a:pt x="8587" y="1696"/>
                  </a:lnTo>
                  <a:lnTo>
                    <a:pt x="8312" y="1237"/>
                  </a:lnTo>
                  <a:lnTo>
                    <a:pt x="8037" y="798"/>
                  </a:lnTo>
                  <a:lnTo>
                    <a:pt x="7524" y="0"/>
                  </a:lnTo>
                  <a:close/>
                </a:path>
              </a:pathLst>
            </a:custGeom>
            <a:solidFill>
              <a:srgbClr val="F798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5290260" y="1584750"/>
              <a:ext cx="289825" cy="434375"/>
            </a:xfrm>
            <a:custGeom>
              <a:avLst/>
              <a:gdLst/>
              <a:ahLst/>
              <a:cxnLst/>
              <a:rect l="l" t="t" r="r" b="b"/>
              <a:pathLst>
                <a:path w="11593" h="17375" extrusionOk="0">
                  <a:moveTo>
                    <a:pt x="5947" y="0"/>
                  </a:moveTo>
                  <a:lnTo>
                    <a:pt x="5718" y="19"/>
                  </a:lnTo>
                  <a:lnTo>
                    <a:pt x="5508" y="37"/>
                  </a:lnTo>
                  <a:lnTo>
                    <a:pt x="5297" y="73"/>
                  </a:lnTo>
                  <a:lnTo>
                    <a:pt x="5104" y="119"/>
                  </a:lnTo>
                  <a:lnTo>
                    <a:pt x="4930" y="174"/>
                  </a:lnTo>
                  <a:lnTo>
                    <a:pt x="4756" y="238"/>
                  </a:lnTo>
                  <a:lnTo>
                    <a:pt x="4610" y="312"/>
                  </a:lnTo>
                  <a:lnTo>
                    <a:pt x="4472" y="394"/>
                  </a:lnTo>
                  <a:lnTo>
                    <a:pt x="4353" y="486"/>
                  </a:lnTo>
                  <a:lnTo>
                    <a:pt x="4252" y="587"/>
                  </a:lnTo>
                  <a:lnTo>
                    <a:pt x="4215" y="642"/>
                  </a:lnTo>
                  <a:lnTo>
                    <a:pt x="4179" y="697"/>
                  </a:lnTo>
                  <a:lnTo>
                    <a:pt x="4124" y="797"/>
                  </a:lnTo>
                  <a:lnTo>
                    <a:pt x="4078" y="898"/>
                  </a:lnTo>
                  <a:lnTo>
                    <a:pt x="4051" y="990"/>
                  </a:lnTo>
                  <a:lnTo>
                    <a:pt x="4023" y="1082"/>
                  </a:lnTo>
                  <a:lnTo>
                    <a:pt x="4014" y="1173"/>
                  </a:lnTo>
                  <a:lnTo>
                    <a:pt x="4014" y="1265"/>
                  </a:lnTo>
                  <a:lnTo>
                    <a:pt x="4023" y="1347"/>
                  </a:lnTo>
                  <a:lnTo>
                    <a:pt x="4032" y="1430"/>
                  </a:lnTo>
                  <a:lnTo>
                    <a:pt x="4060" y="1512"/>
                  </a:lnTo>
                  <a:lnTo>
                    <a:pt x="4087" y="1595"/>
                  </a:lnTo>
                  <a:lnTo>
                    <a:pt x="4124" y="1668"/>
                  </a:lnTo>
                  <a:lnTo>
                    <a:pt x="4170" y="1741"/>
                  </a:lnTo>
                  <a:lnTo>
                    <a:pt x="4215" y="1815"/>
                  </a:lnTo>
                  <a:lnTo>
                    <a:pt x="4261" y="1879"/>
                  </a:lnTo>
                  <a:lnTo>
                    <a:pt x="4380" y="2007"/>
                  </a:lnTo>
                  <a:lnTo>
                    <a:pt x="4435" y="2071"/>
                  </a:lnTo>
                  <a:lnTo>
                    <a:pt x="4481" y="2126"/>
                  </a:lnTo>
                  <a:lnTo>
                    <a:pt x="4509" y="2200"/>
                  </a:lnTo>
                  <a:lnTo>
                    <a:pt x="4536" y="2264"/>
                  </a:lnTo>
                  <a:lnTo>
                    <a:pt x="4555" y="2337"/>
                  </a:lnTo>
                  <a:lnTo>
                    <a:pt x="4555" y="2410"/>
                  </a:lnTo>
                  <a:lnTo>
                    <a:pt x="4555" y="2484"/>
                  </a:lnTo>
                  <a:lnTo>
                    <a:pt x="4545" y="2557"/>
                  </a:lnTo>
                  <a:lnTo>
                    <a:pt x="4527" y="2621"/>
                  </a:lnTo>
                  <a:lnTo>
                    <a:pt x="4500" y="2685"/>
                  </a:lnTo>
                  <a:lnTo>
                    <a:pt x="4463" y="2749"/>
                  </a:lnTo>
                  <a:lnTo>
                    <a:pt x="4417" y="2813"/>
                  </a:lnTo>
                  <a:lnTo>
                    <a:pt x="4371" y="2868"/>
                  </a:lnTo>
                  <a:lnTo>
                    <a:pt x="4307" y="2914"/>
                  </a:lnTo>
                  <a:lnTo>
                    <a:pt x="4243" y="2951"/>
                  </a:lnTo>
                  <a:lnTo>
                    <a:pt x="4170" y="2988"/>
                  </a:lnTo>
                  <a:lnTo>
                    <a:pt x="3996" y="3061"/>
                  </a:lnTo>
                  <a:lnTo>
                    <a:pt x="3821" y="3143"/>
                  </a:lnTo>
                  <a:lnTo>
                    <a:pt x="3647" y="3235"/>
                  </a:lnTo>
                  <a:lnTo>
                    <a:pt x="3473" y="3327"/>
                  </a:lnTo>
                  <a:lnTo>
                    <a:pt x="3308" y="3446"/>
                  </a:lnTo>
                  <a:lnTo>
                    <a:pt x="3143" y="3565"/>
                  </a:lnTo>
                  <a:lnTo>
                    <a:pt x="2978" y="3693"/>
                  </a:lnTo>
                  <a:lnTo>
                    <a:pt x="2832" y="3840"/>
                  </a:lnTo>
                  <a:lnTo>
                    <a:pt x="2685" y="3996"/>
                  </a:lnTo>
                  <a:lnTo>
                    <a:pt x="2557" y="4170"/>
                  </a:lnTo>
                  <a:lnTo>
                    <a:pt x="2447" y="4353"/>
                  </a:lnTo>
                  <a:lnTo>
                    <a:pt x="2346" y="4545"/>
                  </a:lnTo>
                  <a:lnTo>
                    <a:pt x="2300" y="4655"/>
                  </a:lnTo>
                  <a:lnTo>
                    <a:pt x="2254" y="4756"/>
                  </a:lnTo>
                  <a:lnTo>
                    <a:pt x="2227" y="4866"/>
                  </a:lnTo>
                  <a:lnTo>
                    <a:pt x="2190" y="4985"/>
                  </a:lnTo>
                  <a:lnTo>
                    <a:pt x="2172" y="5104"/>
                  </a:lnTo>
                  <a:lnTo>
                    <a:pt x="2144" y="5224"/>
                  </a:lnTo>
                  <a:lnTo>
                    <a:pt x="2135" y="5352"/>
                  </a:lnTo>
                  <a:lnTo>
                    <a:pt x="2126" y="5489"/>
                  </a:lnTo>
                  <a:lnTo>
                    <a:pt x="2108" y="5709"/>
                  </a:lnTo>
                  <a:lnTo>
                    <a:pt x="2080" y="5911"/>
                  </a:lnTo>
                  <a:lnTo>
                    <a:pt x="2034" y="6103"/>
                  </a:lnTo>
                  <a:lnTo>
                    <a:pt x="1989" y="6277"/>
                  </a:lnTo>
                  <a:lnTo>
                    <a:pt x="1925" y="6442"/>
                  </a:lnTo>
                  <a:lnTo>
                    <a:pt x="1860" y="6589"/>
                  </a:lnTo>
                  <a:lnTo>
                    <a:pt x="1778" y="6736"/>
                  </a:lnTo>
                  <a:lnTo>
                    <a:pt x="1695" y="6864"/>
                  </a:lnTo>
                  <a:lnTo>
                    <a:pt x="1604" y="6983"/>
                  </a:lnTo>
                  <a:lnTo>
                    <a:pt x="1503" y="7093"/>
                  </a:lnTo>
                  <a:lnTo>
                    <a:pt x="1402" y="7203"/>
                  </a:lnTo>
                  <a:lnTo>
                    <a:pt x="1301" y="7304"/>
                  </a:lnTo>
                  <a:lnTo>
                    <a:pt x="1091" y="7496"/>
                  </a:lnTo>
                  <a:lnTo>
                    <a:pt x="880" y="7689"/>
                  </a:lnTo>
                  <a:lnTo>
                    <a:pt x="669" y="7881"/>
                  </a:lnTo>
                  <a:lnTo>
                    <a:pt x="577" y="7982"/>
                  </a:lnTo>
                  <a:lnTo>
                    <a:pt x="477" y="8083"/>
                  </a:lnTo>
                  <a:lnTo>
                    <a:pt x="394" y="8193"/>
                  </a:lnTo>
                  <a:lnTo>
                    <a:pt x="312" y="8312"/>
                  </a:lnTo>
                  <a:lnTo>
                    <a:pt x="238" y="8440"/>
                  </a:lnTo>
                  <a:lnTo>
                    <a:pt x="174" y="8578"/>
                  </a:lnTo>
                  <a:lnTo>
                    <a:pt x="110" y="8724"/>
                  </a:lnTo>
                  <a:lnTo>
                    <a:pt x="64" y="8889"/>
                  </a:lnTo>
                  <a:lnTo>
                    <a:pt x="37" y="9063"/>
                  </a:lnTo>
                  <a:lnTo>
                    <a:pt x="9" y="9247"/>
                  </a:lnTo>
                  <a:lnTo>
                    <a:pt x="0" y="9448"/>
                  </a:lnTo>
                  <a:lnTo>
                    <a:pt x="0" y="9668"/>
                  </a:lnTo>
                  <a:lnTo>
                    <a:pt x="18" y="9906"/>
                  </a:lnTo>
                  <a:lnTo>
                    <a:pt x="55" y="10172"/>
                  </a:lnTo>
                  <a:lnTo>
                    <a:pt x="83" y="10300"/>
                  </a:lnTo>
                  <a:lnTo>
                    <a:pt x="110" y="10438"/>
                  </a:lnTo>
                  <a:lnTo>
                    <a:pt x="193" y="10722"/>
                  </a:lnTo>
                  <a:lnTo>
                    <a:pt x="293" y="11006"/>
                  </a:lnTo>
                  <a:lnTo>
                    <a:pt x="412" y="11299"/>
                  </a:lnTo>
                  <a:lnTo>
                    <a:pt x="550" y="11592"/>
                  </a:lnTo>
                  <a:lnTo>
                    <a:pt x="715" y="11895"/>
                  </a:lnTo>
                  <a:lnTo>
                    <a:pt x="880" y="12197"/>
                  </a:lnTo>
                  <a:lnTo>
                    <a:pt x="1063" y="12500"/>
                  </a:lnTo>
                  <a:lnTo>
                    <a:pt x="1265" y="12802"/>
                  </a:lnTo>
                  <a:lnTo>
                    <a:pt x="1466" y="13104"/>
                  </a:lnTo>
                  <a:lnTo>
                    <a:pt x="1686" y="13407"/>
                  </a:lnTo>
                  <a:lnTo>
                    <a:pt x="1906" y="13709"/>
                  </a:lnTo>
                  <a:lnTo>
                    <a:pt x="2135" y="14003"/>
                  </a:lnTo>
                  <a:lnTo>
                    <a:pt x="2364" y="14287"/>
                  </a:lnTo>
                  <a:lnTo>
                    <a:pt x="2832" y="14846"/>
                  </a:lnTo>
                  <a:lnTo>
                    <a:pt x="3299" y="15368"/>
                  </a:lnTo>
                  <a:lnTo>
                    <a:pt x="3739" y="15854"/>
                  </a:lnTo>
                  <a:lnTo>
                    <a:pt x="4151" y="16284"/>
                  </a:lnTo>
                  <a:lnTo>
                    <a:pt x="4518" y="16651"/>
                  </a:lnTo>
                  <a:lnTo>
                    <a:pt x="4820" y="16953"/>
                  </a:lnTo>
                  <a:lnTo>
                    <a:pt x="5059" y="17182"/>
                  </a:lnTo>
                  <a:lnTo>
                    <a:pt x="5260" y="17375"/>
                  </a:lnTo>
                  <a:lnTo>
                    <a:pt x="5425" y="17292"/>
                  </a:lnTo>
                  <a:lnTo>
                    <a:pt x="5563" y="17201"/>
                  </a:lnTo>
                  <a:lnTo>
                    <a:pt x="5682" y="17109"/>
                  </a:lnTo>
                  <a:lnTo>
                    <a:pt x="5792" y="17017"/>
                  </a:lnTo>
                  <a:lnTo>
                    <a:pt x="5874" y="16926"/>
                  </a:lnTo>
                  <a:lnTo>
                    <a:pt x="5947" y="16825"/>
                  </a:lnTo>
                  <a:lnTo>
                    <a:pt x="6002" y="16733"/>
                  </a:lnTo>
                  <a:lnTo>
                    <a:pt x="6048" y="16642"/>
                  </a:lnTo>
                  <a:lnTo>
                    <a:pt x="6085" y="16550"/>
                  </a:lnTo>
                  <a:lnTo>
                    <a:pt x="6103" y="16449"/>
                  </a:lnTo>
                  <a:lnTo>
                    <a:pt x="6112" y="16358"/>
                  </a:lnTo>
                  <a:lnTo>
                    <a:pt x="6103" y="16266"/>
                  </a:lnTo>
                  <a:lnTo>
                    <a:pt x="6094" y="16184"/>
                  </a:lnTo>
                  <a:lnTo>
                    <a:pt x="6076" y="16092"/>
                  </a:lnTo>
                  <a:lnTo>
                    <a:pt x="6057" y="16009"/>
                  </a:lnTo>
                  <a:lnTo>
                    <a:pt x="6021" y="15927"/>
                  </a:lnTo>
                  <a:lnTo>
                    <a:pt x="5947" y="15762"/>
                  </a:lnTo>
                  <a:lnTo>
                    <a:pt x="5847" y="15625"/>
                  </a:lnTo>
                  <a:lnTo>
                    <a:pt x="5755" y="15487"/>
                  </a:lnTo>
                  <a:lnTo>
                    <a:pt x="5654" y="15377"/>
                  </a:lnTo>
                  <a:lnTo>
                    <a:pt x="5572" y="15285"/>
                  </a:lnTo>
                  <a:lnTo>
                    <a:pt x="5498" y="15221"/>
                  </a:lnTo>
                  <a:lnTo>
                    <a:pt x="5425" y="15166"/>
                  </a:lnTo>
                  <a:lnTo>
                    <a:pt x="5343" y="15093"/>
                  </a:lnTo>
                  <a:lnTo>
                    <a:pt x="5114" y="14882"/>
                  </a:lnTo>
                  <a:lnTo>
                    <a:pt x="4967" y="14745"/>
                  </a:lnTo>
                  <a:lnTo>
                    <a:pt x="4811" y="14571"/>
                  </a:lnTo>
                  <a:lnTo>
                    <a:pt x="4655" y="14387"/>
                  </a:lnTo>
                  <a:lnTo>
                    <a:pt x="4500" y="14186"/>
                  </a:lnTo>
                  <a:lnTo>
                    <a:pt x="4353" y="13966"/>
                  </a:lnTo>
                  <a:lnTo>
                    <a:pt x="4289" y="13856"/>
                  </a:lnTo>
                  <a:lnTo>
                    <a:pt x="4225" y="13737"/>
                  </a:lnTo>
                  <a:lnTo>
                    <a:pt x="4170" y="13627"/>
                  </a:lnTo>
                  <a:lnTo>
                    <a:pt x="4124" y="13508"/>
                  </a:lnTo>
                  <a:lnTo>
                    <a:pt x="4087" y="13389"/>
                  </a:lnTo>
                  <a:lnTo>
                    <a:pt x="4060" y="13269"/>
                  </a:lnTo>
                  <a:lnTo>
                    <a:pt x="4041" y="13150"/>
                  </a:lnTo>
                  <a:lnTo>
                    <a:pt x="4032" y="13031"/>
                  </a:lnTo>
                  <a:lnTo>
                    <a:pt x="4041" y="12921"/>
                  </a:lnTo>
                  <a:lnTo>
                    <a:pt x="4060" y="12802"/>
                  </a:lnTo>
                  <a:lnTo>
                    <a:pt x="4087" y="12692"/>
                  </a:lnTo>
                  <a:lnTo>
                    <a:pt x="4142" y="12573"/>
                  </a:lnTo>
                  <a:lnTo>
                    <a:pt x="4206" y="12463"/>
                  </a:lnTo>
                  <a:lnTo>
                    <a:pt x="4280" y="12362"/>
                  </a:lnTo>
                  <a:lnTo>
                    <a:pt x="4371" y="12261"/>
                  </a:lnTo>
                  <a:lnTo>
                    <a:pt x="4463" y="12188"/>
                  </a:lnTo>
                  <a:lnTo>
                    <a:pt x="4564" y="12124"/>
                  </a:lnTo>
                  <a:lnTo>
                    <a:pt x="4665" y="12078"/>
                  </a:lnTo>
                  <a:lnTo>
                    <a:pt x="4765" y="12041"/>
                  </a:lnTo>
                  <a:lnTo>
                    <a:pt x="4866" y="12023"/>
                  </a:lnTo>
                  <a:lnTo>
                    <a:pt x="4967" y="12014"/>
                  </a:lnTo>
                  <a:lnTo>
                    <a:pt x="5068" y="12023"/>
                  </a:lnTo>
                  <a:lnTo>
                    <a:pt x="5178" y="12041"/>
                  </a:lnTo>
                  <a:lnTo>
                    <a:pt x="5278" y="12069"/>
                  </a:lnTo>
                  <a:lnTo>
                    <a:pt x="5379" y="12106"/>
                  </a:lnTo>
                  <a:lnTo>
                    <a:pt x="5480" y="12151"/>
                  </a:lnTo>
                  <a:lnTo>
                    <a:pt x="5581" y="12197"/>
                  </a:lnTo>
                  <a:lnTo>
                    <a:pt x="5682" y="12252"/>
                  </a:lnTo>
                  <a:lnTo>
                    <a:pt x="5874" y="12381"/>
                  </a:lnTo>
                  <a:lnTo>
                    <a:pt x="6057" y="12527"/>
                  </a:lnTo>
                  <a:lnTo>
                    <a:pt x="6222" y="12674"/>
                  </a:lnTo>
                  <a:lnTo>
                    <a:pt x="6378" y="12820"/>
                  </a:lnTo>
                  <a:lnTo>
                    <a:pt x="6506" y="12949"/>
                  </a:lnTo>
                  <a:lnTo>
                    <a:pt x="6690" y="13169"/>
                  </a:lnTo>
                  <a:lnTo>
                    <a:pt x="6754" y="13251"/>
                  </a:lnTo>
                  <a:lnTo>
                    <a:pt x="6910" y="13132"/>
                  </a:lnTo>
                  <a:lnTo>
                    <a:pt x="7038" y="13022"/>
                  </a:lnTo>
                  <a:lnTo>
                    <a:pt x="7148" y="12921"/>
                  </a:lnTo>
                  <a:lnTo>
                    <a:pt x="7240" y="12820"/>
                  </a:lnTo>
                  <a:lnTo>
                    <a:pt x="7313" y="12720"/>
                  </a:lnTo>
                  <a:lnTo>
                    <a:pt x="7368" y="12628"/>
                  </a:lnTo>
                  <a:lnTo>
                    <a:pt x="7405" y="12546"/>
                  </a:lnTo>
                  <a:lnTo>
                    <a:pt x="7432" y="12454"/>
                  </a:lnTo>
                  <a:lnTo>
                    <a:pt x="7450" y="12371"/>
                  </a:lnTo>
                  <a:lnTo>
                    <a:pt x="7450" y="12298"/>
                  </a:lnTo>
                  <a:lnTo>
                    <a:pt x="7441" y="12216"/>
                  </a:lnTo>
                  <a:lnTo>
                    <a:pt x="7423" y="12142"/>
                  </a:lnTo>
                  <a:lnTo>
                    <a:pt x="7386" y="12069"/>
                  </a:lnTo>
                  <a:lnTo>
                    <a:pt x="7350" y="12005"/>
                  </a:lnTo>
                  <a:lnTo>
                    <a:pt x="7304" y="11932"/>
                  </a:lnTo>
                  <a:lnTo>
                    <a:pt x="7249" y="11867"/>
                  </a:lnTo>
                  <a:lnTo>
                    <a:pt x="7130" y="11739"/>
                  </a:lnTo>
                  <a:lnTo>
                    <a:pt x="6992" y="11611"/>
                  </a:lnTo>
                  <a:lnTo>
                    <a:pt x="6717" y="11363"/>
                  </a:lnTo>
                  <a:lnTo>
                    <a:pt x="6580" y="11235"/>
                  </a:lnTo>
                  <a:lnTo>
                    <a:pt x="6470" y="11107"/>
                  </a:lnTo>
                  <a:lnTo>
                    <a:pt x="6424" y="11033"/>
                  </a:lnTo>
                  <a:lnTo>
                    <a:pt x="6378" y="10969"/>
                  </a:lnTo>
                  <a:lnTo>
                    <a:pt x="6351" y="10896"/>
                  </a:lnTo>
                  <a:lnTo>
                    <a:pt x="6323" y="10823"/>
                  </a:lnTo>
                  <a:lnTo>
                    <a:pt x="6305" y="10685"/>
                  </a:lnTo>
                  <a:lnTo>
                    <a:pt x="6296" y="10584"/>
                  </a:lnTo>
                  <a:lnTo>
                    <a:pt x="6305" y="10502"/>
                  </a:lnTo>
                  <a:lnTo>
                    <a:pt x="6332" y="10438"/>
                  </a:lnTo>
                  <a:lnTo>
                    <a:pt x="6369" y="10401"/>
                  </a:lnTo>
                  <a:lnTo>
                    <a:pt x="6424" y="10374"/>
                  </a:lnTo>
                  <a:lnTo>
                    <a:pt x="6488" y="10355"/>
                  </a:lnTo>
                  <a:lnTo>
                    <a:pt x="6561" y="10337"/>
                  </a:lnTo>
                  <a:lnTo>
                    <a:pt x="6726" y="10319"/>
                  </a:lnTo>
                  <a:lnTo>
                    <a:pt x="6818" y="10300"/>
                  </a:lnTo>
                  <a:lnTo>
                    <a:pt x="6910" y="10273"/>
                  </a:lnTo>
                  <a:lnTo>
                    <a:pt x="7001" y="10227"/>
                  </a:lnTo>
                  <a:lnTo>
                    <a:pt x="7102" y="10172"/>
                  </a:lnTo>
                  <a:lnTo>
                    <a:pt x="7194" y="10099"/>
                  </a:lnTo>
                  <a:lnTo>
                    <a:pt x="7285" y="9998"/>
                  </a:lnTo>
                  <a:lnTo>
                    <a:pt x="7322" y="9934"/>
                  </a:lnTo>
                  <a:lnTo>
                    <a:pt x="7340" y="9870"/>
                  </a:lnTo>
                  <a:lnTo>
                    <a:pt x="7350" y="9787"/>
                  </a:lnTo>
                  <a:lnTo>
                    <a:pt x="7350" y="9714"/>
                  </a:lnTo>
                  <a:lnTo>
                    <a:pt x="7340" y="9622"/>
                  </a:lnTo>
                  <a:lnTo>
                    <a:pt x="7313" y="9531"/>
                  </a:lnTo>
                  <a:lnTo>
                    <a:pt x="7285" y="9439"/>
                  </a:lnTo>
                  <a:lnTo>
                    <a:pt x="7240" y="9338"/>
                  </a:lnTo>
                  <a:lnTo>
                    <a:pt x="7148" y="9118"/>
                  </a:lnTo>
                  <a:lnTo>
                    <a:pt x="7029" y="8889"/>
                  </a:lnTo>
                  <a:lnTo>
                    <a:pt x="6772" y="8403"/>
                  </a:lnTo>
                  <a:lnTo>
                    <a:pt x="6653" y="8147"/>
                  </a:lnTo>
                  <a:lnTo>
                    <a:pt x="6543" y="7890"/>
                  </a:lnTo>
                  <a:lnTo>
                    <a:pt x="6488" y="7762"/>
                  </a:lnTo>
                  <a:lnTo>
                    <a:pt x="6451" y="7634"/>
                  </a:lnTo>
                  <a:lnTo>
                    <a:pt x="6415" y="7505"/>
                  </a:lnTo>
                  <a:lnTo>
                    <a:pt x="6387" y="7377"/>
                  </a:lnTo>
                  <a:lnTo>
                    <a:pt x="6378" y="7258"/>
                  </a:lnTo>
                  <a:lnTo>
                    <a:pt x="6369" y="7130"/>
                  </a:lnTo>
                  <a:lnTo>
                    <a:pt x="6378" y="7011"/>
                  </a:lnTo>
                  <a:lnTo>
                    <a:pt x="6396" y="6891"/>
                  </a:lnTo>
                  <a:lnTo>
                    <a:pt x="6424" y="6781"/>
                  </a:lnTo>
                  <a:lnTo>
                    <a:pt x="6470" y="6671"/>
                  </a:lnTo>
                  <a:lnTo>
                    <a:pt x="6534" y="6562"/>
                  </a:lnTo>
                  <a:lnTo>
                    <a:pt x="6616" y="6461"/>
                  </a:lnTo>
                  <a:lnTo>
                    <a:pt x="6708" y="6360"/>
                  </a:lnTo>
                  <a:lnTo>
                    <a:pt x="6800" y="6277"/>
                  </a:lnTo>
                  <a:lnTo>
                    <a:pt x="6900" y="6204"/>
                  </a:lnTo>
                  <a:lnTo>
                    <a:pt x="7010" y="6131"/>
                  </a:lnTo>
                  <a:lnTo>
                    <a:pt x="7120" y="6076"/>
                  </a:lnTo>
                  <a:lnTo>
                    <a:pt x="7230" y="6021"/>
                  </a:lnTo>
                  <a:lnTo>
                    <a:pt x="7350" y="5984"/>
                  </a:lnTo>
                  <a:lnTo>
                    <a:pt x="7469" y="5948"/>
                  </a:lnTo>
                  <a:lnTo>
                    <a:pt x="7588" y="5911"/>
                  </a:lnTo>
                  <a:lnTo>
                    <a:pt x="7716" y="5893"/>
                  </a:lnTo>
                  <a:lnTo>
                    <a:pt x="7973" y="5856"/>
                  </a:lnTo>
                  <a:lnTo>
                    <a:pt x="8229" y="5847"/>
                  </a:lnTo>
                  <a:lnTo>
                    <a:pt x="8495" y="5838"/>
                  </a:lnTo>
                  <a:lnTo>
                    <a:pt x="8752" y="5847"/>
                  </a:lnTo>
                  <a:lnTo>
                    <a:pt x="9008" y="5856"/>
                  </a:lnTo>
                  <a:lnTo>
                    <a:pt x="9485" y="5874"/>
                  </a:lnTo>
                  <a:lnTo>
                    <a:pt x="9714" y="5874"/>
                  </a:lnTo>
                  <a:lnTo>
                    <a:pt x="9915" y="5856"/>
                  </a:lnTo>
                  <a:lnTo>
                    <a:pt x="10007" y="5847"/>
                  </a:lnTo>
                  <a:lnTo>
                    <a:pt x="10099" y="5828"/>
                  </a:lnTo>
                  <a:lnTo>
                    <a:pt x="10181" y="5801"/>
                  </a:lnTo>
                  <a:lnTo>
                    <a:pt x="10264" y="5773"/>
                  </a:lnTo>
                  <a:lnTo>
                    <a:pt x="10456" y="5691"/>
                  </a:lnTo>
                  <a:lnTo>
                    <a:pt x="10649" y="5581"/>
                  </a:lnTo>
                  <a:lnTo>
                    <a:pt x="10841" y="5462"/>
                  </a:lnTo>
                  <a:lnTo>
                    <a:pt x="10942" y="5389"/>
                  </a:lnTo>
                  <a:lnTo>
                    <a:pt x="11033" y="5315"/>
                  </a:lnTo>
                  <a:lnTo>
                    <a:pt x="11116" y="5233"/>
                  </a:lnTo>
                  <a:lnTo>
                    <a:pt x="11198" y="5141"/>
                  </a:lnTo>
                  <a:lnTo>
                    <a:pt x="11281" y="5049"/>
                  </a:lnTo>
                  <a:lnTo>
                    <a:pt x="11354" y="4949"/>
                  </a:lnTo>
                  <a:lnTo>
                    <a:pt x="11418" y="4848"/>
                  </a:lnTo>
                  <a:lnTo>
                    <a:pt x="11473" y="4729"/>
                  </a:lnTo>
                  <a:lnTo>
                    <a:pt x="11519" y="4610"/>
                  </a:lnTo>
                  <a:lnTo>
                    <a:pt x="11556" y="4481"/>
                  </a:lnTo>
                  <a:lnTo>
                    <a:pt x="11574" y="4381"/>
                  </a:lnTo>
                  <a:lnTo>
                    <a:pt x="11583" y="4271"/>
                  </a:lnTo>
                  <a:lnTo>
                    <a:pt x="11592" y="4151"/>
                  </a:lnTo>
                  <a:lnTo>
                    <a:pt x="11592" y="4032"/>
                  </a:lnTo>
                  <a:lnTo>
                    <a:pt x="11583" y="3904"/>
                  </a:lnTo>
                  <a:lnTo>
                    <a:pt x="11565" y="3776"/>
                  </a:lnTo>
                  <a:lnTo>
                    <a:pt x="11537" y="3638"/>
                  </a:lnTo>
                  <a:lnTo>
                    <a:pt x="11501" y="3501"/>
                  </a:lnTo>
                  <a:lnTo>
                    <a:pt x="11455" y="3354"/>
                  </a:lnTo>
                  <a:lnTo>
                    <a:pt x="11400" y="3198"/>
                  </a:lnTo>
                  <a:lnTo>
                    <a:pt x="11336" y="3043"/>
                  </a:lnTo>
                  <a:lnTo>
                    <a:pt x="11253" y="2878"/>
                  </a:lnTo>
                  <a:lnTo>
                    <a:pt x="11171" y="2713"/>
                  </a:lnTo>
                  <a:lnTo>
                    <a:pt x="11061" y="2539"/>
                  </a:lnTo>
                  <a:lnTo>
                    <a:pt x="10951" y="2355"/>
                  </a:lnTo>
                  <a:lnTo>
                    <a:pt x="10823" y="2163"/>
                  </a:lnTo>
                  <a:lnTo>
                    <a:pt x="10667" y="1952"/>
                  </a:lnTo>
                  <a:lnTo>
                    <a:pt x="10493" y="1750"/>
                  </a:lnTo>
                  <a:lnTo>
                    <a:pt x="10309" y="1558"/>
                  </a:lnTo>
                  <a:lnTo>
                    <a:pt x="10108" y="1375"/>
                  </a:lnTo>
                  <a:lnTo>
                    <a:pt x="9897" y="1210"/>
                  </a:lnTo>
                  <a:lnTo>
                    <a:pt x="9677" y="1054"/>
                  </a:lnTo>
                  <a:lnTo>
                    <a:pt x="9448" y="907"/>
                  </a:lnTo>
                  <a:lnTo>
                    <a:pt x="9210" y="770"/>
                  </a:lnTo>
                  <a:lnTo>
                    <a:pt x="8962" y="651"/>
                  </a:lnTo>
                  <a:lnTo>
                    <a:pt x="8715" y="541"/>
                  </a:lnTo>
                  <a:lnTo>
                    <a:pt x="8468" y="431"/>
                  </a:lnTo>
                  <a:lnTo>
                    <a:pt x="8211" y="348"/>
                  </a:lnTo>
                  <a:lnTo>
                    <a:pt x="7945" y="266"/>
                  </a:lnTo>
                  <a:lnTo>
                    <a:pt x="7689" y="193"/>
                  </a:lnTo>
                  <a:lnTo>
                    <a:pt x="7432" y="138"/>
                  </a:lnTo>
                  <a:lnTo>
                    <a:pt x="7175" y="92"/>
                  </a:lnTo>
                  <a:lnTo>
                    <a:pt x="6919" y="46"/>
                  </a:lnTo>
                  <a:lnTo>
                    <a:pt x="6671" y="19"/>
                  </a:lnTo>
                  <a:lnTo>
                    <a:pt x="6424" y="9"/>
                  </a:lnTo>
                  <a:lnTo>
                    <a:pt x="61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5573225" y="1809950"/>
              <a:ext cx="32325" cy="32325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596" y="0"/>
                  </a:moveTo>
                  <a:lnTo>
                    <a:pt x="532" y="9"/>
                  </a:lnTo>
                  <a:lnTo>
                    <a:pt x="467" y="28"/>
                  </a:lnTo>
                  <a:lnTo>
                    <a:pt x="403" y="46"/>
                  </a:lnTo>
                  <a:lnTo>
                    <a:pt x="348" y="74"/>
                  </a:lnTo>
                  <a:lnTo>
                    <a:pt x="284" y="110"/>
                  </a:lnTo>
                  <a:lnTo>
                    <a:pt x="238" y="147"/>
                  </a:lnTo>
                  <a:lnTo>
                    <a:pt x="193" y="184"/>
                  </a:lnTo>
                  <a:lnTo>
                    <a:pt x="147" y="229"/>
                  </a:lnTo>
                  <a:lnTo>
                    <a:pt x="110" y="284"/>
                  </a:lnTo>
                  <a:lnTo>
                    <a:pt x="73" y="330"/>
                  </a:lnTo>
                  <a:lnTo>
                    <a:pt x="46" y="385"/>
                  </a:lnTo>
                  <a:lnTo>
                    <a:pt x="28" y="449"/>
                  </a:lnTo>
                  <a:lnTo>
                    <a:pt x="9" y="504"/>
                  </a:lnTo>
                  <a:lnTo>
                    <a:pt x="0" y="568"/>
                  </a:lnTo>
                  <a:lnTo>
                    <a:pt x="0" y="633"/>
                  </a:lnTo>
                  <a:lnTo>
                    <a:pt x="0" y="697"/>
                  </a:lnTo>
                  <a:lnTo>
                    <a:pt x="9" y="761"/>
                  </a:lnTo>
                  <a:lnTo>
                    <a:pt x="18" y="825"/>
                  </a:lnTo>
                  <a:lnTo>
                    <a:pt x="46" y="889"/>
                  </a:lnTo>
                  <a:lnTo>
                    <a:pt x="73" y="944"/>
                  </a:lnTo>
                  <a:lnTo>
                    <a:pt x="101" y="999"/>
                  </a:lnTo>
                  <a:lnTo>
                    <a:pt x="138" y="1054"/>
                  </a:lnTo>
                  <a:lnTo>
                    <a:pt x="183" y="1100"/>
                  </a:lnTo>
                  <a:lnTo>
                    <a:pt x="229" y="1146"/>
                  </a:lnTo>
                  <a:lnTo>
                    <a:pt x="275" y="1182"/>
                  </a:lnTo>
                  <a:lnTo>
                    <a:pt x="330" y="1210"/>
                  </a:lnTo>
                  <a:lnTo>
                    <a:pt x="385" y="1237"/>
                  </a:lnTo>
                  <a:lnTo>
                    <a:pt x="440" y="1265"/>
                  </a:lnTo>
                  <a:lnTo>
                    <a:pt x="504" y="1283"/>
                  </a:lnTo>
                  <a:lnTo>
                    <a:pt x="568" y="1292"/>
                  </a:lnTo>
                  <a:lnTo>
                    <a:pt x="687" y="1292"/>
                  </a:lnTo>
                  <a:lnTo>
                    <a:pt x="761" y="1283"/>
                  </a:lnTo>
                  <a:lnTo>
                    <a:pt x="825" y="1274"/>
                  </a:lnTo>
                  <a:lnTo>
                    <a:pt x="880" y="1247"/>
                  </a:lnTo>
                  <a:lnTo>
                    <a:pt x="944" y="1219"/>
                  </a:lnTo>
                  <a:lnTo>
                    <a:pt x="999" y="1192"/>
                  </a:lnTo>
                  <a:lnTo>
                    <a:pt x="1045" y="1155"/>
                  </a:lnTo>
                  <a:lnTo>
                    <a:pt x="1100" y="1109"/>
                  </a:lnTo>
                  <a:lnTo>
                    <a:pt x="1136" y="1063"/>
                  </a:lnTo>
                  <a:lnTo>
                    <a:pt x="1173" y="1017"/>
                  </a:lnTo>
                  <a:lnTo>
                    <a:pt x="1210" y="962"/>
                  </a:lnTo>
                  <a:lnTo>
                    <a:pt x="1237" y="907"/>
                  </a:lnTo>
                  <a:lnTo>
                    <a:pt x="1256" y="852"/>
                  </a:lnTo>
                  <a:lnTo>
                    <a:pt x="1274" y="788"/>
                  </a:lnTo>
                  <a:lnTo>
                    <a:pt x="1283" y="724"/>
                  </a:lnTo>
                  <a:lnTo>
                    <a:pt x="1292" y="660"/>
                  </a:lnTo>
                  <a:lnTo>
                    <a:pt x="1292" y="596"/>
                  </a:lnTo>
                  <a:lnTo>
                    <a:pt x="1283" y="532"/>
                  </a:lnTo>
                  <a:lnTo>
                    <a:pt x="1265" y="468"/>
                  </a:lnTo>
                  <a:lnTo>
                    <a:pt x="1246" y="403"/>
                  </a:lnTo>
                  <a:lnTo>
                    <a:pt x="1219" y="348"/>
                  </a:lnTo>
                  <a:lnTo>
                    <a:pt x="1182" y="293"/>
                  </a:lnTo>
                  <a:lnTo>
                    <a:pt x="1146" y="239"/>
                  </a:lnTo>
                  <a:lnTo>
                    <a:pt x="1109" y="193"/>
                  </a:lnTo>
                  <a:lnTo>
                    <a:pt x="1063" y="156"/>
                  </a:lnTo>
                  <a:lnTo>
                    <a:pt x="1008" y="119"/>
                  </a:lnTo>
                  <a:lnTo>
                    <a:pt x="953" y="83"/>
                  </a:lnTo>
                  <a:lnTo>
                    <a:pt x="898" y="55"/>
                  </a:lnTo>
                  <a:lnTo>
                    <a:pt x="843" y="37"/>
                  </a:lnTo>
                  <a:lnTo>
                    <a:pt x="779" y="19"/>
                  </a:lnTo>
                  <a:lnTo>
                    <a:pt x="724" y="9"/>
                  </a:lnTo>
                  <a:lnTo>
                    <a:pt x="660" y="0"/>
                  </a:lnTo>
                  <a:close/>
                </a:path>
              </a:pathLst>
            </a:custGeom>
            <a:solidFill>
              <a:srgbClr val="1810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5533575" y="1759775"/>
              <a:ext cx="72425" cy="63250"/>
            </a:xfrm>
            <a:custGeom>
              <a:avLst/>
              <a:gdLst/>
              <a:ahLst/>
              <a:cxnLst/>
              <a:rect l="l" t="t" r="r" b="b"/>
              <a:pathLst>
                <a:path w="2897" h="2530" extrusionOk="0">
                  <a:moveTo>
                    <a:pt x="2612" y="0"/>
                  </a:moveTo>
                  <a:lnTo>
                    <a:pt x="2429" y="19"/>
                  </a:lnTo>
                  <a:lnTo>
                    <a:pt x="2264" y="46"/>
                  </a:lnTo>
                  <a:lnTo>
                    <a:pt x="2099" y="74"/>
                  </a:lnTo>
                  <a:lnTo>
                    <a:pt x="1943" y="119"/>
                  </a:lnTo>
                  <a:lnTo>
                    <a:pt x="1797" y="165"/>
                  </a:lnTo>
                  <a:lnTo>
                    <a:pt x="1659" y="229"/>
                  </a:lnTo>
                  <a:lnTo>
                    <a:pt x="1522" y="294"/>
                  </a:lnTo>
                  <a:lnTo>
                    <a:pt x="1394" y="367"/>
                  </a:lnTo>
                  <a:lnTo>
                    <a:pt x="1275" y="440"/>
                  </a:lnTo>
                  <a:lnTo>
                    <a:pt x="1165" y="532"/>
                  </a:lnTo>
                  <a:lnTo>
                    <a:pt x="1055" y="614"/>
                  </a:lnTo>
                  <a:lnTo>
                    <a:pt x="954" y="706"/>
                  </a:lnTo>
                  <a:lnTo>
                    <a:pt x="853" y="798"/>
                  </a:lnTo>
                  <a:lnTo>
                    <a:pt x="761" y="898"/>
                  </a:lnTo>
                  <a:lnTo>
                    <a:pt x="596" y="1091"/>
                  </a:lnTo>
                  <a:lnTo>
                    <a:pt x="459" y="1283"/>
                  </a:lnTo>
                  <a:lnTo>
                    <a:pt x="340" y="1476"/>
                  </a:lnTo>
                  <a:lnTo>
                    <a:pt x="239" y="1650"/>
                  </a:lnTo>
                  <a:lnTo>
                    <a:pt x="157" y="1815"/>
                  </a:lnTo>
                  <a:lnTo>
                    <a:pt x="92" y="1952"/>
                  </a:lnTo>
                  <a:lnTo>
                    <a:pt x="47" y="2062"/>
                  </a:lnTo>
                  <a:lnTo>
                    <a:pt x="10" y="2172"/>
                  </a:lnTo>
                  <a:lnTo>
                    <a:pt x="1" y="2227"/>
                  </a:lnTo>
                  <a:lnTo>
                    <a:pt x="1" y="2282"/>
                  </a:lnTo>
                  <a:lnTo>
                    <a:pt x="10" y="2337"/>
                  </a:lnTo>
                  <a:lnTo>
                    <a:pt x="28" y="2383"/>
                  </a:lnTo>
                  <a:lnTo>
                    <a:pt x="56" y="2429"/>
                  </a:lnTo>
                  <a:lnTo>
                    <a:pt x="92" y="2465"/>
                  </a:lnTo>
                  <a:lnTo>
                    <a:pt x="138" y="2493"/>
                  </a:lnTo>
                  <a:lnTo>
                    <a:pt x="184" y="2520"/>
                  </a:lnTo>
                  <a:lnTo>
                    <a:pt x="239" y="2530"/>
                  </a:lnTo>
                  <a:lnTo>
                    <a:pt x="285" y="2530"/>
                  </a:lnTo>
                  <a:lnTo>
                    <a:pt x="331" y="2520"/>
                  </a:lnTo>
                  <a:lnTo>
                    <a:pt x="367" y="2511"/>
                  </a:lnTo>
                  <a:lnTo>
                    <a:pt x="422" y="2484"/>
                  </a:lnTo>
                  <a:lnTo>
                    <a:pt x="468" y="2447"/>
                  </a:lnTo>
                  <a:lnTo>
                    <a:pt x="505" y="2401"/>
                  </a:lnTo>
                  <a:lnTo>
                    <a:pt x="532" y="2337"/>
                  </a:lnTo>
                  <a:lnTo>
                    <a:pt x="560" y="2264"/>
                  </a:lnTo>
                  <a:lnTo>
                    <a:pt x="642" y="2062"/>
                  </a:lnTo>
                  <a:lnTo>
                    <a:pt x="706" y="1934"/>
                  </a:lnTo>
                  <a:lnTo>
                    <a:pt x="789" y="1778"/>
                  </a:lnTo>
                  <a:lnTo>
                    <a:pt x="890" y="1622"/>
                  </a:lnTo>
                  <a:lnTo>
                    <a:pt x="1009" y="1467"/>
                  </a:lnTo>
                  <a:lnTo>
                    <a:pt x="1137" y="1302"/>
                  </a:lnTo>
                  <a:lnTo>
                    <a:pt x="1293" y="1137"/>
                  </a:lnTo>
                  <a:lnTo>
                    <a:pt x="1375" y="1063"/>
                  </a:lnTo>
                  <a:lnTo>
                    <a:pt x="1467" y="990"/>
                  </a:lnTo>
                  <a:lnTo>
                    <a:pt x="1559" y="917"/>
                  </a:lnTo>
                  <a:lnTo>
                    <a:pt x="1659" y="853"/>
                  </a:lnTo>
                  <a:lnTo>
                    <a:pt x="1760" y="788"/>
                  </a:lnTo>
                  <a:lnTo>
                    <a:pt x="1870" y="733"/>
                  </a:lnTo>
                  <a:lnTo>
                    <a:pt x="1980" y="688"/>
                  </a:lnTo>
                  <a:lnTo>
                    <a:pt x="2099" y="642"/>
                  </a:lnTo>
                  <a:lnTo>
                    <a:pt x="2228" y="605"/>
                  </a:lnTo>
                  <a:lnTo>
                    <a:pt x="2356" y="578"/>
                  </a:lnTo>
                  <a:lnTo>
                    <a:pt x="2493" y="559"/>
                  </a:lnTo>
                  <a:lnTo>
                    <a:pt x="2631" y="550"/>
                  </a:lnTo>
                  <a:lnTo>
                    <a:pt x="2686" y="541"/>
                  </a:lnTo>
                  <a:lnTo>
                    <a:pt x="2741" y="523"/>
                  </a:lnTo>
                  <a:lnTo>
                    <a:pt x="2787" y="495"/>
                  </a:lnTo>
                  <a:lnTo>
                    <a:pt x="2823" y="459"/>
                  </a:lnTo>
                  <a:lnTo>
                    <a:pt x="2851" y="422"/>
                  </a:lnTo>
                  <a:lnTo>
                    <a:pt x="2878" y="376"/>
                  </a:lnTo>
                  <a:lnTo>
                    <a:pt x="2887" y="321"/>
                  </a:lnTo>
                  <a:lnTo>
                    <a:pt x="2897" y="266"/>
                  </a:lnTo>
                  <a:lnTo>
                    <a:pt x="2887" y="211"/>
                  </a:lnTo>
                  <a:lnTo>
                    <a:pt x="2869" y="156"/>
                  </a:lnTo>
                  <a:lnTo>
                    <a:pt x="2842" y="119"/>
                  </a:lnTo>
                  <a:lnTo>
                    <a:pt x="2805" y="74"/>
                  </a:lnTo>
                  <a:lnTo>
                    <a:pt x="2759" y="46"/>
                  </a:lnTo>
                  <a:lnTo>
                    <a:pt x="2713" y="19"/>
                  </a:lnTo>
                  <a:lnTo>
                    <a:pt x="2667" y="10"/>
                  </a:lnTo>
                  <a:lnTo>
                    <a:pt x="26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5600250" y="1884400"/>
              <a:ext cx="49725" cy="31400"/>
            </a:xfrm>
            <a:custGeom>
              <a:avLst/>
              <a:gdLst/>
              <a:ahLst/>
              <a:cxnLst/>
              <a:rect l="l" t="t" r="r" b="b"/>
              <a:pathLst>
                <a:path w="1989" h="1256" extrusionOk="0">
                  <a:moveTo>
                    <a:pt x="285" y="1"/>
                  </a:moveTo>
                  <a:lnTo>
                    <a:pt x="230" y="10"/>
                  </a:lnTo>
                  <a:lnTo>
                    <a:pt x="184" y="19"/>
                  </a:lnTo>
                  <a:lnTo>
                    <a:pt x="138" y="46"/>
                  </a:lnTo>
                  <a:lnTo>
                    <a:pt x="92" y="83"/>
                  </a:lnTo>
                  <a:lnTo>
                    <a:pt x="65" y="120"/>
                  </a:lnTo>
                  <a:lnTo>
                    <a:pt x="37" y="165"/>
                  </a:lnTo>
                  <a:lnTo>
                    <a:pt x="10" y="211"/>
                  </a:lnTo>
                  <a:lnTo>
                    <a:pt x="0" y="266"/>
                  </a:lnTo>
                  <a:lnTo>
                    <a:pt x="0" y="321"/>
                  </a:lnTo>
                  <a:lnTo>
                    <a:pt x="19" y="367"/>
                  </a:lnTo>
                  <a:lnTo>
                    <a:pt x="65" y="468"/>
                  </a:lnTo>
                  <a:lnTo>
                    <a:pt x="110" y="560"/>
                  </a:lnTo>
                  <a:lnTo>
                    <a:pt x="184" y="679"/>
                  </a:lnTo>
                  <a:lnTo>
                    <a:pt x="285" y="807"/>
                  </a:lnTo>
                  <a:lnTo>
                    <a:pt x="339" y="871"/>
                  </a:lnTo>
                  <a:lnTo>
                    <a:pt x="404" y="926"/>
                  </a:lnTo>
                  <a:lnTo>
                    <a:pt x="477" y="990"/>
                  </a:lnTo>
                  <a:lnTo>
                    <a:pt x="550" y="1045"/>
                  </a:lnTo>
                  <a:lnTo>
                    <a:pt x="633" y="1100"/>
                  </a:lnTo>
                  <a:lnTo>
                    <a:pt x="724" y="1146"/>
                  </a:lnTo>
                  <a:lnTo>
                    <a:pt x="853" y="1192"/>
                  </a:lnTo>
                  <a:lnTo>
                    <a:pt x="981" y="1228"/>
                  </a:lnTo>
                  <a:lnTo>
                    <a:pt x="1109" y="1247"/>
                  </a:lnTo>
                  <a:lnTo>
                    <a:pt x="1247" y="1256"/>
                  </a:lnTo>
                  <a:lnTo>
                    <a:pt x="1384" y="1247"/>
                  </a:lnTo>
                  <a:lnTo>
                    <a:pt x="1522" y="1228"/>
                  </a:lnTo>
                  <a:lnTo>
                    <a:pt x="1668" y="1192"/>
                  </a:lnTo>
                  <a:lnTo>
                    <a:pt x="1815" y="1146"/>
                  </a:lnTo>
                  <a:lnTo>
                    <a:pt x="1824" y="1146"/>
                  </a:lnTo>
                  <a:lnTo>
                    <a:pt x="1870" y="1118"/>
                  </a:lnTo>
                  <a:lnTo>
                    <a:pt x="1907" y="1091"/>
                  </a:lnTo>
                  <a:lnTo>
                    <a:pt x="1943" y="1045"/>
                  </a:lnTo>
                  <a:lnTo>
                    <a:pt x="1971" y="999"/>
                  </a:lnTo>
                  <a:lnTo>
                    <a:pt x="1989" y="954"/>
                  </a:lnTo>
                  <a:lnTo>
                    <a:pt x="1989" y="899"/>
                  </a:lnTo>
                  <a:lnTo>
                    <a:pt x="1989" y="853"/>
                  </a:lnTo>
                  <a:lnTo>
                    <a:pt x="1980" y="798"/>
                  </a:lnTo>
                  <a:lnTo>
                    <a:pt x="1952" y="743"/>
                  </a:lnTo>
                  <a:lnTo>
                    <a:pt x="1916" y="706"/>
                  </a:lnTo>
                  <a:lnTo>
                    <a:pt x="1879" y="669"/>
                  </a:lnTo>
                  <a:lnTo>
                    <a:pt x="1833" y="642"/>
                  </a:lnTo>
                  <a:lnTo>
                    <a:pt x="1787" y="624"/>
                  </a:lnTo>
                  <a:lnTo>
                    <a:pt x="1677" y="624"/>
                  </a:lnTo>
                  <a:lnTo>
                    <a:pt x="1622" y="633"/>
                  </a:lnTo>
                  <a:lnTo>
                    <a:pt x="1485" y="679"/>
                  </a:lnTo>
                  <a:lnTo>
                    <a:pt x="1357" y="706"/>
                  </a:lnTo>
                  <a:lnTo>
                    <a:pt x="1247" y="715"/>
                  </a:lnTo>
                  <a:lnTo>
                    <a:pt x="1137" y="706"/>
                  </a:lnTo>
                  <a:lnTo>
                    <a:pt x="1036" y="688"/>
                  </a:lnTo>
                  <a:lnTo>
                    <a:pt x="953" y="651"/>
                  </a:lnTo>
                  <a:lnTo>
                    <a:pt x="871" y="614"/>
                  </a:lnTo>
                  <a:lnTo>
                    <a:pt x="807" y="569"/>
                  </a:lnTo>
                  <a:lnTo>
                    <a:pt x="743" y="514"/>
                  </a:lnTo>
                  <a:lnTo>
                    <a:pt x="697" y="459"/>
                  </a:lnTo>
                  <a:lnTo>
                    <a:pt x="651" y="404"/>
                  </a:lnTo>
                  <a:lnTo>
                    <a:pt x="614" y="349"/>
                  </a:lnTo>
                  <a:lnTo>
                    <a:pt x="559" y="248"/>
                  </a:lnTo>
                  <a:lnTo>
                    <a:pt x="532" y="184"/>
                  </a:lnTo>
                  <a:lnTo>
                    <a:pt x="504" y="129"/>
                  </a:lnTo>
                  <a:lnTo>
                    <a:pt x="468" y="92"/>
                  </a:lnTo>
                  <a:lnTo>
                    <a:pt x="431" y="55"/>
                  </a:lnTo>
                  <a:lnTo>
                    <a:pt x="385" y="28"/>
                  </a:lnTo>
                  <a:lnTo>
                    <a:pt x="339" y="10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5403000" y="1905700"/>
              <a:ext cx="14900" cy="24325"/>
            </a:xfrm>
            <a:custGeom>
              <a:avLst/>
              <a:gdLst/>
              <a:ahLst/>
              <a:cxnLst/>
              <a:rect l="l" t="t" r="r" b="b"/>
              <a:pathLst>
                <a:path w="596" h="973" extrusionOk="0">
                  <a:moveTo>
                    <a:pt x="367" y="1"/>
                  </a:moveTo>
                  <a:lnTo>
                    <a:pt x="321" y="10"/>
                  </a:lnTo>
                  <a:lnTo>
                    <a:pt x="284" y="28"/>
                  </a:lnTo>
                  <a:lnTo>
                    <a:pt x="229" y="65"/>
                  </a:lnTo>
                  <a:lnTo>
                    <a:pt x="165" y="129"/>
                  </a:lnTo>
                  <a:lnTo>
                    <a:pt x="101" y="202"/>
                  </a:lnTo>
                  <a:lnTo>
                    <a:pt x="55" y="294"/>
                  </a:lnTo>
                  <a:lnTo>
                    <a:pt x="28" y="349"/>
                  </a:lnTo>
                  <a:lnTo>
                    <a:pt x="19" y="404"/>
                  </a:lnTo>
                  <a:lnTo>
                    <a:pt x="0" y="468"/>
                  </a:lnTo>
                  <a:lnTo>
                    <a:pt x="0" y="532"/>
                  </a:lnTo>
                  <a:lnTo>
                    <a:pt x="0" y="596"/>
                  </a:lnTo>
                  <a:lnTo>
                    <a:pt x="10" y="670"/>
                  </a:lnTo>
                  <a:lnTo>
                    <a:pt x="19" y="752"/>
                  </a:lnTo>
                  <a:lnTo>
                    <a:pt x="46" y="835"/>
                  </a:lnTo>
                  <a:lnTo>
                    <a:pt x="65" y="871"/>
                  </a:lnTo>
                  <a:lnTo>
                    <a:pt x="92" y="908"/>
                  </a:lnTo>
                  <a:lnTo>
                    <a:pt x="119" y="926"/>
                  </a:lnTo>
                  <a:lnTo>
                    <a:pt x="156" y="954"/>
                  </a:lnTo>
                  <a:lnTo>
                    <a:pt x="193" y="963"/>
                  </a:lnTo>
                  <a:lnTo>
                    <a:pt x="229" y="972"/>
                  </a:lnTo>
                  <a:lnTo>
                    <a:pt x="275" y="972"/>
                  </a:lnTo>
                  <a:lnTo>
                    <a:pt x="321" y="963"/>
                  </a:lnTo>
                  <a:lnTo>
                    <a:pt x="349" y="945"/>
                  </a:lnTo>
                  <a:lnTo>
                    <a:pt x="376" y="926"/>
                  </a:lnTo>
                  <a:lnTo>
                    <a:pt x="422" y="880"/>
                  </a:lnTo>
                  <a:lnTo>
                    <a:pt x="449" y="816"/>
                  </a:lnTo>
                  <a:lnTo>
                    <a:pt x="459" y="752"/>
                  </a:lnTo>
                  <a:lnTo>
                    <a:pt x="449" y="688"/>
                  </a:lnTo>
                  <a:lnTo>
                    <a:pt x="422" y="624"/>
                  </a:lnTo>
                  <a:lnTo>
                    <a:pt x="422" y="560"/>
                  </a:lnTo>
                  <a:lnTo>
                    <a:pt x="422" y="514"/>
                  </a:lnTo>
                  <a:lnTo>
                    <a:pt x="431" y="468"/>
                  </a:lnTo>
                  <a:lnTo>
                    <a:pt x="449" y="441"/>
                  </a:lnTo>
                  <a:lnTo>
                    <a:pt x="468" y="413"/>
                  </a:lnTo>
                  <a:lnTo>
                    <a:pt x="495" y="386"/>
                  </a:lnTo>
                  <a:lnTo>
                    <a:pt x="532" y="358"/>
                  </a:lnTo>
                  <a:lnTo>
                    <a:pt x="559" y="331"/>
                  </a:lnTo>
                  <a:lnTo>
                    <a:pt x="578" y="294"/>
                  </a:lnTo>
                  <a:lnTo>
                    <a:pt x="596" y="257"/>
                  </a:lnTo>
                  <a:lnTo>
                    <a:pt x="596" y="221"/>
                  </a:lnTo>
                  <a:lnTo>
                    <a:pt x="596" y="184"/>
                  </a:lnTo>
                  <a:lnTo>
                    <a:pt x="587" y="138"/>
                  </a:lnTo>
                  <a:lnTo>
                    <a:pt x="569" y="102"/>
                  </a:lnTo>
                  <a:lnTo>
                    <a:pt x="550" y="65"/>
                  </a:lnTo>
                  <a:lnTo>
                    <a:pt x="514" y="37"/>
                  </a:lnTo>
                  <a:lnTo>
                    <a:pt x="486" y="19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rgbClr val="BA6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5403450" y="1910975"/>
              <a:ext cx="35775" cy="24550"/>
            </a:xfrm>
            <a:custGeom>
              <a:avLst/>
              <a:gdLst/>
              <a:ahLst/>
              <a:cxnLst/>
              <a:rect l="l" t="t" r="r" b="b"/>
              <a:pathLst>
                <a:path w="1431" h="982" extrusionOk="0">
                  <a:moveTo>
                    <a:pt x="166" y="1"/>
                  </a:moveTo>
                  <a:lnTo>
                    <a:pt x="129" y="19"/>
                  </a:lnTo>
                  <a:lnTo>
                    <a:pt x="92" y="37"/>
                  </a:lnTo>
                  <a:lnTo>
                    <a:pt x="56" y="65"/>
                  </a:lnTo>
                  <a:lnTo>
                    <a:pt x="28" y="101"/>
                  </a:lnTo>
                  <a:lnTo>
                    <a:pt x="10" y="138"/>
                  </a:lnTo>
                  <a:lnTo>
                    <a:pt x="1" y="175"/>
                  </a:lnTo>
                  <a:lnTo>
                    <a:pt x="1" y="211"/>
                  </a:lnTo>
                  <a:lnTo>
                    <a:pt x="1" y="257"/>
                  </a:lnTo>
                  <a:lnTo>
                    <a:pt x="19" y="294"/>
                  </a:lnTo>
                  <a:lnTo>
                    <a:pt x="37" y="330"/>
                  </a:lnTo>
                  <a:lnTo>
                    <a:pt x="65" y="367"/>
                  </a:lnTo>
                  <a:lnTo>
                    <a:pt x="138" y="459"/>
                  </a:lnTo>
                  <a:lnTo>
                    <a:pt x="248" y="569"/>
                  </a:lnTo>
                  <a:lnTo>
                    <a:pt x="386" y="697"/>
                  </a:lnTo>
                  <a:lnTo>
                    <a:pt x="468" y="761"/>
                  </a:lnTo>
                  <a:lnTo>
                    <a:pt x="560" y="816"/>
                  </a:lnTo>
                  <a:lnTo>
                    <a:pt x="660" y="871"/>
                  </a:lnTo>
                  <a:lnTo>
                    <a:pt x="761" y="917"/>
                  </a:lnTo>
                  <a:lnTo>
                    <a:pt x="880" y="954"/>
                  </a:lnTo>
                  <a:lnTo>
                    <a:pt x="990" y="972"/>
                  </a:lnTo>
                  <a:lnTo>
                    <a:pt x="1119" y="981"/>
                  </a:lnTo>
                  <a:lnTo>
                    <a:pt x="1247" y="981"/>
                  </a:lnTo>
                  <a:lnTo>
                    <a:pt x="1302" y="963"/>
                  </a:lnTo>
                  <a:lnTo>
                    <a:pt x="1348" y="935"/>
                  </a:lnTo>
                  <a:lnTo>
                    <a:pt x="1384" y="899"/>
                  </a:lnTo>
                  <a:lnTo>
                    <a:pt x="1412" y="853"/>
                  </a:lnTo>
                  <a:lnTo>
                    <a:pt x="1430" y="798"/>
                  </a:lnTo>
                  <a:lnTo>
                    <a:pt x="1430" y="743"/>
                  </a:lnTo>
                  <a:lnTo>
                    <a:pt x="1421" y="697"/>
                  </a:lnTo>
                  <a:lnTo>
                    <a:pt x="1403" y="660"/>
                  </a:lnTo>
                  <a:lnTo>
                    <a:pt x="1375" y="633"/>
                  </a:lnTo>
                  <a:lnTo>
                    <a:pt x="1348" y="605"/>
                  </a:lnTo>
                  <a:lnTo>
                    <a:pt x="1311" y="578"/>
                  </a:lnTo>
                  <a:lnTo>
                    <a:pt x="1274" y="569"/>
                  </a:lnTo>
                  <a:lnTo>
                    <a:pt x="1238" y="560"/>
                  </a:lnTo>
                  <a:lnTo>
                    <a:pt x="1110" y="560"/>
                  </a:lnTo>
                  <a:lnTo>
                    <a:pt x="1036" y="550"/>
                  </a:lnTo>
                  <a:lnTo>
                    <a:pt x="954" y="532"/>
                  </a:lnTo>
                  <a:lnTo>
                    <a:pt x="880" y="505"/>
                  </a:lnTo>
                  <a:lnTo>
                    <a:pt x="807" y="477"/>
                  </a:lnTo>
                  <a:lnTo>
                    <a:pt x="743" y="431"/>
                  </a:lnTo>
                  <a:lnTo>
                    <a:pt x="624" y="349"/>
                  </a:lnTo>
                  <a:lnTo>
                    <a:pt x="523" y="257"/>
                  </a:lnTo>
                  <a:lnTo>
                    <a:pt x="450" y="175"/>
                  </a:lnTo>
                  <a:lnTo>
                    <a:pt x="386" y="92"/>
                  </a:lnTo>
                  <a:lnTo>
                    <a:pt x="358" y="55"/>
                  </a:lnTo>
                  <a:lnTo>
                    <a:pt x="321" y="28"/>
                  </a:lnTo>
                  <a:lnTo>
                    <a:pt x="285" y="1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rgbClr val="BA6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5362675" y="2029425"/>
              <a:ext cx="195225" cy="266000"/>
            </a:xfrm>
            <a:custGeom>
              <a:avLst/>
              <a:gdLst/>
              <a:ahLst/>
              <a:cxnLst/>
              <a:rect l="l" t="t" r="r" b="b"/>
              <a:pathLst>
                <a:path w="7809" h="10640" extrusionOk="0">
                  <a:moveTo>
                    <a:pt x="1632" y="0"/>
                  </a:moveTo>
                  <a:lnTo>
                    <a:pt x="1" y="1540"/>
                  </a:lnTo>
                  <a:lnTo>
                    <a:pt x="6204" y="10639"/>
                  </a:lnTo>
                  <a:lnTo>
                    <a:pt x="7808" y="6901"/>
                  </a:lnTo>
                  <a:lnTo>
                    <a:pt x="16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4007125" y="294475"/>
              <a:ext cx="985575" cy="1432325"/>
            </a:xfrm>
            <a:custGeom>
              <a:avLst/>
              <a:gdLst/>
              <a:ahLst/>
              <a:cxnLst/>
              <a:rect l="l" t="t" r="r" b="b"/>
              <a:pathLst>
                <a:path w="39423" h="57293" extrusionOk="0">
                  <a:moveTo>
                    <a:pt x="26273" y="0"/>
                  </a:moveTo>
                  <a:lnTo>
                    <a:pt x="0" y="35455"/>
                  </a:lnTo>
                  <a:lnTo>
                    <a:pt x="1091" y="36133"/>
                  </a:lnTo>
                  <a:lnTo>
                    <a:pt x="2208" y="36802"/>
                  </a:lnTo>
                  <a:lnTo>
                    <a:pt x="3336" y="37462"/>
                  </a:lnTo>
                  <a:lnTo>
                    <a:pt x="4481" y="38122"/>
                  </a:lnTo>
                  <a:lnTo>
                    <a:pt x="5214" y="38534"/>
                  </a:lnTo>
                  <a:lnTo>
                    <a:pt x="5938" y="38938"/>
                  </a:lnTo>
                  <a:lnTo>
                    <a:pt x="6662" y="39313"/>
                  </a:lnTo>
                  <a:lnTo>
                    <a:pt x="7368" y="39680"/>
                  </a:lnTo>
                  <a:lnTo>
                    <a:pt x="8064" y="40037"/>
                  </a:lnTo>
                  <a:lnTo>
                    <a:pt x="8761" y="40376"/>
                  </a:lnTo>
                  <a:lnTo>
                    <a:pt x="9439" y="40706"/>
                  </a:lnTo>
                  <a:lnTo>
                    <a:pt x="10117" y="41027"/>
                  </a:lnTo>
                  <a:lnTo>
                    <a:pt x="10786" y="41329"/>
                  </a:lnTo>
                  <a:lnTo>
                    <a:pt x="11446" y="41623"/>
                  </a:lnTo>
                  <a:lnTo>
                    <a:pt x="12105" y="41907"/>
                  </a:lnTo>
                  <a:lnTo>
                    <a:pt x="12747" y="42182"/>
                  </a:lnTo>
                  <a:lnTo>
                    <a:pt x="13388" y="42447"/>
                  </a:lnTo>
                  <a:lnTo>
                    <a:pt x="14021" y="42704"/>
                  </a:lnTo>
                  <a:lnTo>
                    <a:pt x="15267" y="43190"/>
                  </a:lnTo>
                  <a:lnTo>
                    <a:pt x="16477" y="43648"/>
                  </a:lnTo>
                  <a:lnTo>
                    <a:pt x="17668" y="44078"/>
                  </a:lnTo>
                  <a:lnTo>
                    <a:pt x="18832" y="44491"/>
                  </a:lnTo>
                  <a:lnTo>
                    <a:pt x="19968" y="44894"/>
                  </a:lnTo>
                  <a:lnTo>
                    <a:pt x="22167" y="45655"/>
                  </a:lnTo>
                  <a:lnTo>
                    <a:pt x="23230" y="46030"/>
                  </a:lnTo>
                  <a:lnTo>
                    <a:pt x="24275" y="46406"/>
                  </a:lnTo>
                  <a:lnTo>
                    <a:pt x="25292" y="46791"/>
                  </a:lnTo>
                  <a:lnTo>
                    <a:pt x="26291" y="47185"/>
                  </a:lnTo>
                  <a:lnTo>
                    <a:pt x="26786" y="47387"/>
                  </a:lnTo>
                  <a:lnTo>
                    <a:pt x="27272" y="47588"/>
                  </a:lnTo>
                  <a:lnTo>
                    <a:pt x="27757" y="47799"/>
                  </a:lnTo>
                  <a:lnTo>
                    <a:pt x="28234" y="48019"/>
                  </a:lnTo>
                  <a:lnTo>
                    <a:pt x="28710" y="48239"/>
                  </a:lnTo>
                  <a:lnTo>
                    <a:pt x="29178" y="48459"/>
                  </a:lnTo>
                  <a:lnTo>
                    <a:pt x="29636" y="48697"/>
                  </a:lnTo>
                  <a:lnTo>
                    <a:pt x="30103" y="48935"/>
                  </a:lnTo>
                  <a:lnTo>
                    <a:pt x="30552" y="49183"/>
                  </a:lnTo>
                  <a:lnTo>
                    <a:pt x="31001" y="49439"/>
                  </a:lnTo>
                  <a:lnTo>
                    <a:pt x="31450" y="49705"/>
                  </a:lnTo>
                  <a:lnTo>
                    <a:pt x="31890" y="49980"/>
                  </a:lnTo>
                  <a:lnTo>
                    <a:pt x="32330" y="50264"/>
                  </a:lnTo>
                  <a:lnTo>
                    <a:pt x="32770" y="50566"/>
                  </a:lnTo>
                  <a:lnTo>
                    <a:pt x="33201" y="50869"/>
                  </a:lnTo>
                  <a:lnTo>
                    <a:pt x="33622" y="51190"/>
                  </a:lnTo>
                  <a:lnTo>
                    <a:pt x="34053" y="51520"/>
                  </a:lnTo>
                  <a:lnTo>
                    <a:pt x="34474" y="51859"/>
                  </a:lnTo>
                  <a:lnTo>
                    <a:pt x="34887" y="52216"/>
                  </a:lnTo>
                  <a:lnTo>
                    <a:pt x="35299" y="52583"/>
                  </a:lnTo>
                  <a:lnTo>
                    <a:pt x="35712" y="52967"/>
                  </a:lnTo>
                  <a:lnTo>
                    <a:pt x="36115" y="53361"/>
                  </a:lnTo>
                  <a:lnTo>
                    <a:pt x="36527" y="53774"/>
                  </a:lnTo>
                  <a:lnTo>
                    <a:pt x="36921" y="54205"/>
                  </a:lnTo>
                  <a:lnTo>
                    <a:pt x="37324" y="54654"/>
                  </a:lnTo>
                  <a:lnTo>
                    <a:pt x="37718" y="55112"/>
                  </a:lnTo>
                  <a:lnTo>
                    <a:pt x="38112" y="55597"/>
                  </a:lnTo>
                  <a:lnTo>
                    <a:pt x="38497" y="56092"/>
                  </a:lnTo>
                  <a:lnTo>
                    <a:pt x="39139" y="56926"/>
                  </a:lnTo>
                  <a:lnTo>
                    <a:pt x="39414" y="57284"/>
                  </a:lnTo>
                  <a:lnTo>
                    <a:pt x="39423" y="57293"/>
                  </a:lnTo>
                  <a:lnTo>
                    <a:pt x="39423" y="57284"/>
                  </a:lnTo>
                  <a:lnTo>
                    <a:pt x="39350" y="57174"/>
                  </a:lnTo>
                  <a:lnTo>
                    <a:pt x="39001" y="56651"/>
                  </a:lnTo>
                  <a:lnTo>
                    <a:pt x="38387" y="55744"/>
                  </a:lnTo>
                  <a:lnTo>
                    <a:pt x="37572" y="54479"/>
                  </a:lnTo>
                  <a:lnTo>
                    <a:pt x="37095" y="53728"/>
                  </a:lnTo>
                  <a:lnTo>
                    <a:pt x="36573" y="52903"/>
                  </a:lnTo>
                  <a:lnTo>
                    <a:pt x="36023" y="52014"/>
                  </a:lnTo>
                  <a:lnTo>
                    <a:pt x="35446" y="51052"/>
                  </a:lnTo>
                  <a:lnTo>
                    <a:pt x="34841" y="50026"/>
                  </a:lnTo>
                  <a:lnTo>
                    <a:pt x="34227" y="48944"/>
                  </a:lnTo>
                  <a:lnTo>
                    <a:pt x="33586" y="47808"/>
                  </a:lnTo>
                  <a:lnTo>
                    <a:pt x="32944" y="46626"/>
                  </a:lnTo>
                  <a:lnTo>
                    <a:pt x="32293" y="45398"/>
                  </a:lnTo>
                  <a:lnTo>
                    <a:pt x="31643" y="44124"/>
                  </a:lnTo>
                  <a:lnTo>
                    <a:pt x="31322" y="43474"/>
                  </a:lnTo>
                  <a:lnTo>
                    <a:pt x="31001" y="42823"/>
                  </a:lnTo>
                  <a:lnTo>
                    <a:pt x="30681" y="42154"/>
                  </a:lnTo>
                  <a:lnTo>
                    <a:pt x="30369" y="41485"/>
                  </a:lnTo>
                  <a:lnTo>
                    <a:pt x="30057" y="40798"/>
                  </a:lnTo>
                  <a:lnTo>
                    <a:pt x="29755" y="40120"/>
                  </a:lnTo>
                  <a:lnTo>
                    <a:pt x="29453" y="39423"/>
                  </a:lnTo>
                  <a:lnTo>
                    <a:pt x="29150" y="38727"/>
                  </a:lnTo>
                  <a:lnTo>
                    <a:pt x="28866" y="38030"/>
                  </a:lnTo>
                  <a:lnTo>
                    <a:pt x="28582" y="37316"/>
                  </a:lnTo>
                  <a:lnTo>
                    <a:pt x="28307" y="36610"/>
                  </a:lnTo>
                  <a:lnTo>
                    <a:pt x="28041" y="35895"/>
                  </a:lnTo>
                  <a:lnTo>
                    <a:pt x="27785" y="35180"/>
                  </a:lnTo>
                  <a:lnTo>
                    <a:pt x="27537" y="34466"/>
                  </a:lnTo>
                  <a:lnTo>
                    <a:pt x="27299" y="33742"/>
                  </a:lnTo>
                  <a:lnTo>
                    <a:pt x="27070" y="33027"/>
                  </a:lnTo>
                  <a:lnTo>
                    <a:pt x="26850" y="32303"/>
                  </a:lnTo>
                  <a:lnTo>
                    <a:pt x="26648" y="31588"/>
                  </a:lnTo>
                  <a:lnTo>
                    <a:pt x="26456" y="30864"/>
                  </a:lnTo>
                  <a:lnTo>
                    <a:pt x="26273" y="30149"/>
                  </a:lnTo>
                  <a:lnTo>
                    <a:pt x="26108" y="29425"/>
                  </a:lnTo>
                  <a:lnTo>
                    <a:pt x="25952" y="28711"/>
                  </a:lnTo>
                  <a:lnTo>
                    <a:pt x="25805" y="27996"/>
                  </a:lnTo>
                  <a:lnTo>
                    <a:pt x="25668" y="27281"/>
                  </a:lnTo>
                  <a:lnTo>
                    <a:pt x="25540" y="26576"/>
                  </a:lnTo>
                  <a:lnTo>
                    <a:pt x="25421" y="25861"/>
                  </a:lnTo>
                  <a:lnTo>
                    <a:pt x="25320" y="25155"/>
                  </a:lnTo>
                  <a:lnTo>
                    <a:pt x="25219" y="24449"/>
                  </a:lnTo>
                  <a:lnTo>
                    <a:pt x="25127" y="23753"/>
                  </a:lnTo>
                  <a:lnTo>
                    <a:pt x="25045" y="23057"/>
                  </a:lnTo>
                  <a:lnTo>
                    <a:pt x="24972" y="22369"/>
                  </a:lnTo>
                  <a:lnTo>
                    <a:pt x="24907" y="21673"/>
                  </a:lnTo>
                  <a:lnTo>
                    <a:pt x="24852" y="20995"/>
                  </a:lnTo>
                  <a:lnTo>
                    <a:pt x="24797" y="20317"/>
                  </a:lnTo>
                  <a:lnTo>
                    <a:pt x="24752" y="19638"/>
                  </a:lnTo>
                  <a:lnTo>
                    <a:pt x="24724" y="18979"/>
                  </a:lnTo>
                  <a:lnTo>
                    <a:pt x="24687" y="18310"/>
                  </a:lnTo>
                  <a:lnTo>
                    <a:pt x="24669" y="17659"/>
                  </a:lnTo>
                  <a:lnTo>
                    <a:pt x="24651" y="17008"/>
                  </a:lnTo>
                  <a:lnTo>
                    <a:pt x="24642" y="16367"/>
                  </a:lnTo>
                  <a:lnTo>
                    <a:pt x="24642" y="15735"/>
                  </a:lnTo>
                  <a:lnTo>
                    <a:pt x="24642" y="15102"/>
                  </a:lnTo>
                  <a:lnTo>
                    <a:pt x="24651" y="13874"/>
                  </a:lnTo>
                  <a:lnTo>
                    <a:pt x="24687" y="12683"/>
                  </a:lnTo>
                  <a:lnTo>
                    <a:pt x="24742" y="11528"/>
                  </a:lnTo>
                  <a:lnTo>
                    <a:pt x="24816" y="10401"/>
                  </a:lnTo>
                  <a:lnTo>
                    <a:pt x="24889" y="9329"/>
                  </a:lnTo>
                  <a:lnTo>
                    <a:pt x="24981" y="8303"/>
                  </a:lnTo>
                  <a:lnTo>
                    <a:pt x="25081" y="7313"/>
                  </a:lnTo>
                  <a:lnTo>
                    <a:pt x="25191" y="6378"/>
                  </a:lnTo>
                  <a:lnTo>
                    <a:pt x="25301" y="5499"/>
                  </a:lnTo>
                  <a:lnTo>
                    <a:pt x="25421" y="4674"/>
                  </a:lnTo>
                  <a:lnTo>
                    <a:pt x="25530" y="3904"/>
                  </a:lnTo>
                  <a:lnTo>
                    <a:pt x="25650" y="3198"/>
                  </a:lnTo>
                  <a:lnTo>
                    <a:pt x="25760" y="2557"/>
                  </a:lnTo>
                  <a:lnTo>
                    <a:pt x="25860" y="1980"/>
                  </a:lnTo>
                  <a:lnTo>
                    <a:pt x="25961" y="1467"/>
                  </a:lnTo>
                  <a:lnTo>
                    <a:pt x="26126" y="669"/>
                  </a:lnTo>
                  <a:lnTo>
                    <a:pt x="26236" y="165"/>
                  </a:lnTo>
                  <a:lnTo>
                    <a:pt x="26273" y="0"/>
                  </a:lnTo>
                  <a:close/>
                </a:path>
              </a:pathLst>
            </a:custGeom>
            <a:solidFill>
              <a:srgbClr val="E8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1930825" y="757925"/>
              <a:ext cx="2076300" cy="1641275"/>
            </a:xfrm>
            <a:custGeom>
              <a:avLst/>
              <a:gdLst/>
              <a:ahLst/>
              <a:cxnLst/>
              <a:rect l="l" t="t" r="r" b="b"/>
              <a:pathLst>
                <a:path w="83052" h="65651" extrusionOk="0">
                  <a:moveTo>
                    <a:pt x="60454" y="1"/>
                  </a:moveTo>
                  <a:lnTo>
                    <a:pt x="59455" y="1018"/>
                  </a:lnTo>
                  <a:lnTo>
                    <a:pt x="56697" y="3804"/>
                  </a:lnTo>
                  <a:lnTo>
                    <a:pt x="54782" y="5728"/>
                  </a:lnTo>
                  <a:lnTo>
                    <a:pt x="52573" y="7946"/>
                  </a:lnTo>
                  <a:lnTo>
                    <a:pt x="50117" y="10393"/>
                  </a:lnTo>
                  <a:lnTo>
                    <a:pt x="47460" y="13032"/>
                  </a:lnTo>
                  <a:lnTo>
                    <a:pt x="44646" y="15799"/>
                  </a:lnTo>
                  <a:lnTo>
                    <a:pt x="41723" y="18649"/>
                  </a:lnTo>
                  <a:lnTo>
                    <a:pt x="38754" y="21527"/>
                  </a:lnTo>
                  <a:lnTo>
                    <a:pt x="37260" y="22956"/>
                  </a:lnTo>
                  <a:lnTo>
                    <a:pt x="35767" y="24386"/>
                  </a:lnTo>
                  <a:lnTo>
                    <a:pt x="34282" y="25788"/>
                  </a:lnTo>
                  <a:lnTo>
                    <a:pt x="32816" y="27172"/>
                  </a:lnTo>
                  <a:lnTo>
                    <a:pt x="31368" y="28519"/>
                  </a:lnTo>
                  <a:lnTo>
                    <a:pt x="29947" y="29829"/>
                  </a:lnTo>
                  <a:lnTo>
                    <a:pt x="28564" y="31103"/>
                  </a:lnTo>
                  <a:lnTo>
                    <a:pt x="27217" y="32322"/>
                  </a:lnTo>
                  <a:lnTo>
                    <a:pt x="25915" y="33486"/>
                  </a:lnTo>
                  <a:lnTo>
                    <a:pt x="24660" y="34585"/>
                  </a:lnTo>
                  <a:lnTo>
                    <a:pt x="24055" y="35108"/>
                  </a:lnTo>
                  <a:lnTo>
                    <a:pt x="23441" y="35621"/>
                  </a:lnTo>
                  <a:lnTo>
                    <a:pt x="22836" y="36116"/>
                  </a:lnTo>
                  <a:lnTo>
                    <a:pt x="22232" y="36610"/>
                  </a:lnTo>
                  <a:lnTo>
                    <a:pt x="21636" y="37078"/>
                  </a:lnTo>
                  <a:lnTo>
                    <a:pt x="21040" y="37545"/>
                  </a:lnTo>
                  <a:lnTo>
                    <a:pt x="20445" y="37994"/>
                  </a:lnTo>
                  <a:lnTo>
                    <a:pt x="19858" y="38425"/>
                  </a:lnTo>
                  <a:lnTo>
                    <a:pt x="19272" y="38846"/>
                  </a:lnTo>
                  <a:lnTo>
                    <a:pt x="18685" y="39259"/>
                  </a:lnTo>
                  <a:lnTo>
                    <a:pt x="18108" y="39662"/>
                  </a:lnTo>
                  <a:lnTo>
                    <a:pt x="17540" y="40047"/>
                  </a:lnTo>
                  <a:lnTo>
                    <a:pt x="16971" y="40432"/>
                  </a:lnTo>
                  <a:lnTo>
                    <a:pt x="16412" y="40789"/>
                  </a:lnTo>
                  <a:lnTo>
                    <a:pt x="15853" y="41147"/>
                  </a:lnTo>
                  <a:lnTo>
                    <a:pt x="15304" y="41495"/>
                  </a:lnTo>
                  <a:lnTo>
                    <a:pt x="14754" y="41825"/>
                  </a:lnTo>
                  <a:lnTo>
                    <a:pt x="14213" y="42145"/>
                  </a:lnTo>
                  <a:lnTo>
                    <a:pt x="13682" y="42457"/>
                  </a:lnTo>
                  <a:lnTo>
                    <a:pt x="13159" y="42759"/>
                  </a:lnTo>
                  <a:lnTo>
                    <a:pt x="12637" y="43043"/>
                  </a:lnTo>
                  <a:lnTo>
                    <a:pt x="12124" y="43328"/>
                  </a:lnTo>
                  <a:lnTo>
                    <a:pt x="11125" y="43859"/>
                  </a:lnTo>
                  <a:lnTo>
                    <a:pt x="10144" y="44354"/>
                  </a:lnTo>
                  <a:lnTo>
                    <a:pt x="9210" y="44803"/>
                  </a:lnTo>
                  <a:lnTo>
                    <a:pt x="8302" y="45224"/>
                  </a:lnTo>
                  <a:lnTo>
                    <a:pt x="7432" y="45609"/>
                  </a:lnTo>
                  <a:lnTo>
                    <a:pt x="6607" y="45958"/>
                  </a:lnTo>
                  <a:lnTo>
                    <a:pt x="5810" y="46278"/>
                  </a:lnTo>
                  <a:lnTo>
                    <a:pt x="5068" y="46572"/>
                  </a:lnTo>
                  <a:lnTo>
                    <a:pt x="4362" y="46828"/>
                  </a:lnTo>
                  <a:lnTo>
                    <a:pt x="3702" y="47057"/>
                  </a:lnTo>
                  <a:lnTo>
                    <a:pt x="3088" y="47268"/>
                  </a:lnTo>
                  <a:lnTo>
                    <a:pt x="2529" y="47442"/>
                  </a:lnTo>
                  <a:lnTo>
                    <a:pt x="2016" y="47598"/>
                  </a:lnTo>
                  <a:lnTo>
                    <a:pt x="1558" y="47726"/>
                  </a:lnTo>
                  <a:lnTo>
                    <a:pt x="1155" y="47836"/>
                  </a:lnTo>
                  <a:lnTo>
                    <a:pt x="522" y="48001"/>
                  </a:lnTo>
                  <a:lnTo>
                    <a:pt x="128" y="48084"/>
                  </a:lnTo>
                  <a:lnTo>
                    <a:pt x="0" y="48111"/>
                  </a:lnTo>
                  <a:lnTo>
                    <a:pt x="6525" y="50860"/>
                  </a:lnTo>
                  <a:lnTo>
                    <a:pt x="3592" y="53719"/>
                  </a:lnTo>
                  <a:lnTo>
                    <a:pt x="3592" y="65651"/>
                  </a:lnTo>
                  <a:lnTo>
                    <a:pt x="59483" y="13059"/>
                  </a:lnTo>
                  <a:lnTo>
                    <a:pt x="78259" y="23387"/>
                  </a:lnTo>
                  <a:lnTo>
                    <a:pt x="83052" y="16917"/>
                  </a:lnTo>
                  <a:lnTo>
                    <a:pt x="81806" y="16148"/>
                  </a:lnTo>
                  <a:lnTo>
                    <a:pt x="80596" y="15369"/>
                  </a:lnTo>
                  <a:lnTo>
                    <a:pt x="79405" y="14590"/>
                  </a:lnTo>
                  <a:lnTo>
                    <a:pt x="78241" y="13820"/>
                  </a:lnTo>
                  <a:lnTo>
                    <a:pt x="77114" y="13050"/>
                  </a:lnTo>
                  <a:lnTo>
                    <a:pt x="76005" y="12290"/>
                  </a:lnTo>
                  <a:lnTo>
                    <a:pt x="74933" y="11538"/>
                  </a:lnTo>
                  <a:lnTo>
                    <a:pt x="73888" y="10787"/>
                  </a:lnTo>
                  <a:lnTo>
                    <a:pt x="72871" y="10054"/>
                  </a:lnTo>
                  <a:lnTo>
                    <a:pt x="71890" y="9330"/>
                  </a:lnTo>
                  <a:lnTo>
                    <a:pt x="70947" y="8624"/>
                  </a:lnTo>
                  <a:lnTo>
                    <a:pt x="70030" y="7937"/>
                  </a:lnTo>
                  <a:lnTo>
                    <a:pt x="69160" y="7259"/>
                  </a:lnTo>
                  <a:lnTo>
                    <a:pt x="68317" y="6608"/>
                  </a:lnTo>
                  <a:lnTo>
                    <a:pt x="67510" y="5976"/>
                  </a:lnTo>
                  <a:lnTo>
                    <a:pt x="66750" y="5362"/>
                  </a:lnTo>
                  <a:lnTo>
                    <a:pt x="65329" y="4216"/>
                  </a:lnTo>
                  <a:lnTo>
                    <a:pt x="64083" y="3171"/>
                  </a:lnTo>
                  <a:lnTo>
                    <a:pt x="63001" y="2264"/>
                  </a:lnTo>
                  <a:lnTo>
                    <a:pt x="62103" y="1485"/>
                  </a:lnTo>
                  <a:lnTo>
                    <a:pt x="61398" y="853"/>
                  </a:lnTo>
                  <a:lnTo>
                    <a:pt x="60875" y="386"/>
                  </a:lnTo>
                  <a:lnTo>
                    <a:pt x="604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3887300" y="294475"/>
              <a:ext cx="1290525" cy="1666250"/>
            </a:xfrm>
            <a:custGeom>
              <a:avLst/>
              <a:gdLst/>
              <a:ahLst/>
              <a:cxnLst/>
              <a:rect l="l" t="t" r="r" b="b"/>
              <a:pathLst>
                <a:path w="51621" h="66650" extrusionOk="0">
                  <a:moveTo>
                    <a:pt x="31066" y="0"/>
                  </a:moveTo>
                  <a:lnTo>
                    <a:pt x="31029" y="165"/>
                  </a:lnTo>
                  <a:lnTo>
                    <a:pt x="30919" y="669"/>
                  </a:lnTo>
                  <a:lnTo>
                    <a:pt x="30754" y="1467"/>
                  </a:lnTo>
                  <a:lnTo>
                    <a:pt x="30653" y="1980"/>
                  </a:lnTo>
                  <a:lnTo>
                    <a:pt x="30553" y="2557"/>
                  </a:lnTo>
                  <a:lnTo>
                    <a:pt x="30443" y="3198"/>
                  </a:lnTo>
                  <a:lnTo>
                    <a:pt x="30323" y="3904"/>
                  </a:lnTo>
                  <a:lnTo>
                    <a:pt x="30214" y="4674"/>
                  </a:lnTo>
                  <a:lnTo>
                    <a:pt x="30094" y="5499"/>
                  </a:lnTo>
                  <a:lnTo>
                    <a:pt x="29984" y="6378"/>
                  </a:lnTo>
                  <a:lnTo>
                    <a:pt x="29874" y="7313"/>
                  </a:lnTo>
                  <a:lnTo>
                    <a:pt x="29774" y="8303"/>
                  </a:lnTo>
                  <a:lnTo>
                    <a:pt x="29682" y="9329"/>
                  </a:lnTo>
                  <a:lnTo>
                    <a:pt x="29609" y="10401"/>
                  </a:lnTo>
                  <a:lnTo>
                    <a:pt x="29535" y="11528"/>
                  </a:lnTo>
                  <a:lnTo>
                    <a:pt x="29480" y="12683"/>
                  </a:lnTo>
                  <a:lnTo>
                    <a:pt x="29444" y="13874"/>
                  </a:lnTo>
                  <a:lnTo>
                    <a:pt x="29435" y="15102"/>
                  </a:lnTo>
                  <a:lnTo>
                    <a:pt x="29435" y="15735"/>
                  </a:lnTo>
                  <a:lnTo>
                    <a:pt x="29435" y="16367"/>
                  </a:lnTo>
                  <a:lnTo>
                    <a:pt x="29444" y="17008"/>
                  </a:lnTo>
                  <a:lnTo>
                    <a:pt x="29462" y="17659"/>
                  </a:lnTo>
                  <a:lnTo>
                    <a:pt x="29480" y="18310"/>
                  </a:lnTo>
                  <a:lnTo>
                    <a:pt x="29517" y="18979"/>
                  </a:lnTo>
                  <a:lnTo>
                    <a:pt x="29545" y="19638"/>
                  </a:lnTo>
                  <a:lnTo>
                    <a:pt x="29590" y="20317"/>
                  </a:lnTo>
                  <a:lnTo>
                    <a:pt x="29645" y="20995"/>
                  </a:lnTo>
                  <a:lnTo>
                    <a:pt x="29700" y="21673"/>
                  </a:lnTo>
                  <a:lnTo>
                    <a:pt x="29765" y="22369"/>
                  </a:lnTo>
                  <a:lnTo>
                    <a:pt x="29838" y="23057"/>
                  </a:lnTo>
                  <a:lnTo>
                    <a:pt x="29920" y="23753"/>
                  </a:lnTo>
                  <a:lnTo>
                    <a:pt x="30012" y="24449"/>
                  </a:lnTo>
                  <a:lnTo>
                    <a:pt x="30113" y="25155"/>
                  </a:lnTo>
                  <a:lnTo>
                    <a:pt x="30214" y="25861"/>
                  </a:lnTo>
                  <a:lnTo>
                    <a:pt x="30333" y="26576"/>
                  </a:lnTo>
                  <a:lnTo>
                    <a:pt x="30461" y="27281"/>
                  </a:lnTo>
                  <a:lnTo>
                    <a:pt x="30598" y="27996"/>
                  </a:lnTo>
                  <a:lnTo>
                    <a:pt x="30745" y="28711"/>
                  </a:lnTo>
                  <a:lnTo>
                    <a:pt x="30901" y="29425"/>
                  </a:lnTo>
                  <a:lnTo>
                    <a:pt x="31066" y="30149"/>
                  </a:lnTo>
                  <a:lnTo>
                    <a:pt x="31249" y="30864"/>
                  </a:lnTo>
                  <a:lnTo>
                    <a:pt x="31441" y="31588"/>
                  </a:lnTo>
                  <a:lnTo>
                    <a:pt x="31643" y="32303"/>
                  </a:lnTo>
                  <a:lnTo>
                    <a:pt x="31863" y="33027"/>
                  </a:lnTo>
                  <a:lnTo>
                    <a:pt x="32092" y="33742"/>
                  </a:lnTo>
                  <a:lnTo>
                    <a:pt x="32330" y="34466"/>
                  </a:lnTo>
                  <a:lnTo>
                    <a:pt x="32578" y="35180"/>
                  </a:lnTo>
                  <a:lnTo>
                    <a:pt x="32834" y="35895"/>
                  </a:lnTo>
                  <a:lnTo>
                    <a:pt x="33100" y="36610"/>
                  </a:lnTo>
                  <a:lnTo>
                    <a:pt x="33375" y="37316"/>
                  </a:lnTo>
                  <a:lnTo>
                    <a:pt x="33659" y="38030"/>
                  </a:lnTo>
                  <a:lnTo>
                    <a:pt x="33943" y="38727"/>
                  </a:lnTo>
                  <a:lnTo>
                    <a:pt x="34246" y="39423"/>
                  </a:lnTo>
                  <a:lnTo>
                    <a:pt x="34548" y="40120"/>
                  </a:lnTo>
                  <a:lnTo>
                    <a:pt x="34850" y="40798"/>
                  </a:lnTo>
                  <a:lnTo>
                    <a:pt x="35162" y="41485"/>
                  </a:lnTo>
                  <a:lnTo>
                    <a:pt x="35474" y="42154"/>
                  </a:lnTo>
                  <a:lnTo>
                    <a:pt x="35794" y="42823"/>
                  </a:lnTo>
                  <a:lnTo>
                    <a:pt x="36115" y="43474"/>
                  </a:lnTo>
                  <a:lnTo>
                    <a:pt x="36436" y="44124"/>
                  </a:lnTo>
                  <a:lnTo>
                    <a:pt x="37086" y="45398"/>
                  </a:lnTo>
                  <a:lnTo>
                    <a:pt x="37737" y="46626"/>
                  </a:lnTo>
                  <a:lnTo>
                    <a:pt x="38379" y="47808"/>
                  </a:lnTo>
                  <a:lnTo>
                    <a:pt x="39020" y="48944"/>
                  </a:lnTo>
                  <a:lnTo>
                    <a:pt x="39634" y="50026"/>
                  </a:lnTo>
                  <a:lnTo>
                    <a:pt x="40239" y="51052"/>
                  </a:lnTo>
                  <a:lnTo>
                    <a:pt x="40816" y="52014"/>
                  </a:lnTo>
                  <a:lnTo>
                    <a:pt x="41366" y="52903"/>
                  </a:lnTo>
                  <a:lnTo>
                    <a:pt x="41888" y="53728"/>
                  </a:lnTo>
                  <a:lnTo>
                    <a:pt x="42365" y="54479"/>
                  </a:lnTo>
                  <a:lnTo>
                    <a:pt x="43180" y="55744"/>
                  </a:lnTo>
                  <a:lnTo>
                    <a:pt x="43794" y="56651"/>
                  </a:lnTo>
                  <a:lnTo>
                    <a:pt x="44143" y="57174"/>
                  </a:lnTo>
                  <a:lnTo>
                    <a:pt x="44216" y="57284"/>
                  </a:lnTo>
                  <a:lnTo>
                    <a:pt x="44216" y="57293"/>
                  </a:lnTo>
                  <a:lnTo>
                    <a:pt x="44207" y="57284"/>
                  </a:lnTo>
                  <a:lnTo>
                    <a:pt x="43932" y="56926"/>
                  </a:lnTo>
                  <a:lnTo>
                    <a:pt x="43290" y="56092"/>
                  </a:lnTo>
                  <a:lnTo>
                    <a:pt x="42905" y="55597"/>
                  </a:lnTo>
                  <a:lnTo>
                    <a:pt x="42511" y="55112"/>
                  </a:lnTo>
                  <a:lnTo>
                    <a:pt x="42117" y="54654"/>
                  </a:lnTo>
                  <a:lnTo>
                    <a:pt x="41714" y="54205"/>
                  </a:lnTo>
                  <a:lnTo>
                    <a:pt x="41320" y="53774"/>
                  </a:lnTo>
                  <a:lnTo>
                    <a:pt x="40908" y="53361"/>
                  </a:lnTo>
                  <a:lnTo>
                    <a:pt x="40505" y="52967"/>
                  </a:lnTo>
                  <a:lnTo>
                    <a:pt x="40092" y="52583"/>
                  </a:lnTo>
                  <a:lnTo>
                    <a:pt x="39680" y="52216"/>
                  </a:lnTo>
                  <a:lnTo>
                    <a:pt x="39267" y="51859"/>
                  </a:lnTo>
                  <a:lnTo>
                    <a:pt x="38846" y="51520"/>
                  </a:lnTo>
                  <a:lnTo>
                    <a:pt x="38415" y="51190"/>
                  </a:lnTo>
                  <a:lnTo>
                    <a:pt x="37994" y="50869"/>
                  </a:lnTo>
                  <a:lnTo>
                    <a:pt x="37563" y="50566"/>
                  </a:lnTo>
                  <a:lnTo>
                    <a:pt x="37123" y="50264"/>
                  </a:lnTo>
                  <a:lnTo>
                    <a:pt x="36683" y="49980"/>
                  </a:lnTo>
                  <a:lnTo>
                    <a:pt x="36243" y="49705"/>
                  </a:lnTo>
                  <a:lnTo>
                    <a:pt x="35794" y="49439"/>
                  </a:lnTo>
                  <a:lnTo>
                    <a:pt x="35345" y="49183"/>
                  </a:lnTo>
                  <a:lnTo>
                    <a:pt x="34896" y="48935"/>
                  </a:lnTo>
                  <a:lnTo>
                    <a:pt x="34429" y="48697"/>
                  </a:lnTo>
                  <a:lnTo>
                    <a:pt x="33971" y="48459"/>
                  </a:lnTo>
                  <a:lnTo>
                    <a:pt x="33503" y="48239"/>
                  </a:lnTo>
                  <a:lnTo>
                    <a:pt x="33027" y="48019"/>
                  </a:lnTo>
                  <a:lnTo>
                    <a:pt x="32550" y="47799"/>
                  </a:lnTo>
                  <a:lnTo>
                    <a:pt x="32065" y="47588"/>
                  </a:lnTo>
                  <a:lnTo>
                    <a:pt x="31579" y="47387"/>
                  </a:lnTo>
                  <a:lnTo>
                    <a:pt x="31084" y="47185"/>
                  </a:lnTo>
                  <a:lnTo>
                    <a:pt x="30085" y="46791"/>
                  </a:lnTo>
                  <a:lnTo>
                    <a:pt x="29068" y="46406"/>
                  </a:lnTo>
                  <a:lnTo>
                    <a:pt x="28023" y="46030"/>
                  </a:lnTo>
                  <a:lnTo>
                    <a:pt x="26960" y="45655"/>
                  </a:lnTo>
                  <a:lnTo>
                    <a:pt x="24761" y="44894"/>
                  </a:lnTo>
                  <a:lnTo>
                    <a:pt x="23625" y="44491"/>
                  </a:lnTo>
                  <a:lnTo>
                    <a:pt x="22461" y="44078"/>
                  </a:lnTo>
                  <a:lnTo>
                    <a:pt x="21270" y="43648"/>
                  </a:lnTo>
                  <a:lnTo>
                    <a:pt x="20060" y="43190"/>
                  </a:lnTo>
                  <a:lnTo>
                    <a:pt x="18814" y="42704"/>
                  </a:lnTo>
                  <a:lnTo>
                    <a:pt x="18181" y="42447"/>
                  </a:lnTo>
                  <a:lnTo>
                    <a:pt x="17540" y="42182"/>
                  </a:lnTo>
                  <a:lnTo>
                    <a:pt x="16898" y="41907"/>
                  </a:lnTo>
                  <a:lnTo>
                    <a:pt x="16239" y="41623"/>
                  </a:lnTo>
                  <a:lnTo>
                    <a:pt x="15579" y="41329"/>
                  </a:lnTo>
                  <a:lnTo>
                    <a:pt x="14910" y="41027"/>
                  </a:lnTo>
                  <a:lnTo>
                    <a:pt x="14232" y="40706"/>
                  </a:lnTo>
                  <a:lnTo>
                    <a:pt x="13554" y="40376"/>
                  </a:lnTo>
                  <a:lnTo>
                    <a:pt x="12857" y="40037"/>
                  </a:lnTo>
                  <a:lnTo>
                    <a:pt x="12161" y="39680"/>
                  </a:lnTo>
                  <a:lnTo>
                    <a:pt x="11455" y="39313"/>
                  </a:lnTo>
                  <a:lnTo>
                    <a:pt x="10731" y="38938"/>
                  </a:lnTo>
                  <a:lnTo>
                    <a:pt x="10007" y="38534"/>
                  </a:lnTo>
                  <a:lnTo>
                    <a:pt x="9274" y="38122"/>
                  </a:lnTo>
                  <a:lnTo>
                    <a:pt x="8129" y="37462"/>
                  </a:lnTo>
                  <a:lnTo>
                    <a:pt x="7001" y="36802"/>
                  </a:lnTo>
                  <a:lnTo>
                    <a:pt x="5884" y="36133"/>
                  </a:lnTo>
                  <a:lnTo>
                    <a:pt x="4793" y="35455"/>
                  </a:lnTo>
                  <a:lnTo>
                    <a:pt x="0" y="41925"/>
                  </a:lnTo>
                  <a:lnTo>
                    <a:pt x="42887" y="65522"/>
                  </a:lnTo>
                  <a:lnTo>
                    <a:pt x="43125" y="65650"/>
                  </a:lnTo>
                  <a:lnTo>
                    <a:pt x="43373" y="65769"/>
                  </a:lnTo>
                  <a:lnTo>
                    <a:pt x="43611" y="65879"/>
                  </a:lnTo>
                  <a:lnTo>
                    <a:pt x="43859" y="65989"/>
                  </a:lnTo>
                  <a:lnTo>
                    <a:pt x="44115" y="66090"/>
                  </a:lnTo>
                  <a:lnTo>
                    <a:pt x="44363" y="66182"/>
                  </a:lnTo>
                  <a:lnTo>
                    <a:pt x="44619" y="66264"/>
                  </a:lnTo>
                  <a:lnTo>
                    <a:pt x="44876" y="66338"/>
                  </a:lnTo>
                  <a:lnTo>
                    <a:pt x="45141" y="66411"/>
                  </a:lnTo>
                  <a:lnTo>
                    <a:pt x="45398" y="66475"/>
                  </a:lnTo>
                  <a:lnTo>
                    <a:pt x="45664" y="66521"/>
                  </a:lnTo>
                  <a:lnTo>
                    <a:pt x="45930" y="66567"/>
                  </a:lnTo>
                  <a:lnTo>
                    <a:pt x="46195" y="66603"/>
                  </a:lnTo>
                  <a:lnTo>
                    <a:pt x="46461" y="66631"/>
                  </a:lnTo>
                  <a:lnTo>
                    <a:pt x="46736" y="66640"/>
                  </a:lnTo>
                  <a:lnTo>
                    <a:pt x="47002" y="66649"/>
                  </a:lnTo>
                  <a:lnTo>
                    <a:pt x="47322" y="66649"/>
                  </a:lnTo>
                  <a:lnTo>
                    <a:pt x="47652" y="66631"/>
                  </a:lnTo>
                  <a:lnTo>
                    <a:pt x="47973" y="66603"/>
                  </a:lnTo>
                  <a:lnTo>
                    <a:pt x="48303" y="66548"/>
                  </a:lnTo>
                  <a:lnTo>
                    <a:pt x="48624" y="66484"/>
                  </a:lnTo>
                  <a:lnTo>
                    <a:pt x="48779" y="66447"/>
                  </a:lnTo>
                  <a:lnTo>
                    <a:pt x="48944" y="66402"/>
                  </a:lnTo>
                  <a:lnTo>
                    <a:pt x="49100" y="66347"/>
                  </a:lnTo>
                  <a:lnTo>
                    <a:pt x="49256" y="66292"/>
                  </a:lnTo>
                  <a:lnTo>
                    <a:pt x="49403" y="66228"/>
                  </a:lnTo>
                  <a:lnTo>
                    <a:pt x="49558" y="66154"/>
                  </a:lnTo>
                  <a:lnTo>
                    <a:pt x="49705" y="66081"/>
                  </a:lnTo>
                  <a:lnTo>
                    <a:pt x="49843" y="65998"/>
                  </a:lnTo>
                  <a:lnTo>
                    <a:pt x="49989" y="65907"/>
                  </a:lnTo>
                  <a:lnTo>
                    <a:pt x="50127" y="65815"/>
                  </a:lnTo>
                  <a:lnTo>
                    <a:pt x="50255" y="65714"/>
                  </a:lnTo>
                  <a:lnTo>
                    <a:pt x="50383" y="65604"/>
                  </a:lnTo>
                  <a:lnTo>
                    <a:pt x="50511" y="65485"/>
                  </a:lnTo>
                  <a:lnTo>
                    <a:pt x="50631" y="65366"/>
                  </a:lnTo>
                  <a:lnTo>
                    <a:pt x="50750" y="65229"/>
                  </a:lnTo>
                  <a:lnTo>
                    <a:pt x="50860" y="65091"/>
                  </a:lnTo>
                  <a:lnTo>
                    <a:pt x="50960" y="64935"/>
                  </a:lnTo>
                  <a:lnTo>
                    <a:pt x="51061" y="64780"/>
                  </a:lnTo>
                  <a:lnTo>
                    <a:pt x="51153" y="64615"/>
                  </a:lnTo>
                  <a:lnTo>
                    <a:pt x="51235" y="64441"/>
                  </a:lnTo>
                  <a:lnTo>
                    <a:pt x="51318" y="64257"/>
                  </a:lnTo>
                  <a:lnTo>
                    <a:pt x="51391" y="64065"/>
                  </a:lnTo>
                  <a:lnTo>
                    <a:pt x="51446" y="63909"/>
                  </a:lnTo>
                  <a:lnTo>
                    <a:pt x="51483" y="63744"/>
                  </a:lnTo>
                  <a:lnTo>
                    <a:pt x="51519" y="63588"/>
                  </a:lnTo>
                  <a:lnTo>
                    <a:pt x="51556" y="63433"/>
                  </a:lnTo>
                  <a:lnTo>
                    <a:pt x="51584" y="63268"/>
                  </a:lnTo>
                  <a:lnTo>
                    <a:pt x="51602" y="63112"/>
                  </a:lnTo>
                  <a:lnTo>
                    <a:pt x="51611" y="62947"/>
                  </a:lnTo>
                  <a:lnTo>
                    <a:pt x="51620" y="62782"/>
                  </a:lnTo>
                  <a:lnTo>
                    <a:pt x="51620" y="62617"/>
                  </a:lnTo>
                  <a:lnTo>
                    <a:pt x="51611" y="62461"/>
                  </a:lnTo>
                  <a:lnTo>
                    <a:pt x="51602" y="62296"/>
                  </a:lnTo>
                  <a:lnTo>
                    <a:pt x="51584" y="62131"/>
                  </a:lnTo>
                  <a:lnTo>
                    <a:pt x="51538" y="61811"/>
                  </a:lnTo>
                  <a:lnTo>
                    <a:pt x="51465" y="61490"/>
                  </a:lnTo>
                  <a:lnTo>
                    <a:pt x="37169" y="5160"/>
                  </a:lnTo>
                  <a:lnTo>
                    <a:pt x="310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4262325" y="1978325"/>
              <a:ext cx="954900" cy="998900"/>
            </a:xfrm>
            <a:custGeom>
              <a:avLst/>
              <a:gdLst/>
              <a:ahLst/>
              <a:cxnLst/>
              <a:rect l="l" t="t" r="r" b="b"/>
              <a:pathLst>
                <a:path w="38196" h="39956" extrusionOk="0">
                  <a:moveTo>
                    <a:pt x="32303" y="1"/>
                  </a:moveTo>
                  <a:lnTo>
                    <a:pt x="32211" y="10"/>
                  </a:lnTo>
                  <a:lnTo>
                    <a:pt x="32120" y="28"/>
                  </a:lnTo>
                  <a:lnTo>
                    <a:pt x="32028" y="47"/>
                  </a:lnTo>
                  <a:lnTo>
                    <a:pt x="31946" y="83"/>
                  </a:lnTo>
                  <a:lnTo>
                    <a:pt x="31854" y="120"/>
                  </a:lnTo>
                  <a:lnTo>
                    <a:pt x="31772" y="175"/>
                  </a:lnTo>
                  <a:lnTo>
                    <a:pt x="31698" y="239"/>
                  </a:lnTo>
                  <a:lnTo>
                    <a:pt x="31625" y="303"/>
                  </a:lnTo>
                  <a:lnTo>
                    <a:pt x="31561" y="376"/>
                  </a:lnTo>
                  <a:lnTo>
                    <a:pt x="31506" y="459"/>
                  </a:lnTo>
                  <a:lnTo>
                    <a:pt x="31460" y="541"/>
                  </a:lnTo>
                  <a:lnTo>
                    <a:pt x="31423" y="624"/>
                  </a:lnTo>
                  <a:lnTo>
                    <a:pt x="31396" y="715"/>
                  </a:lnTo>
                  <a:lnTo>
                    <a:pt x="31378" y="807"/>
                  </a:lnTo>
                  <a:lnTo>
                    <a:pt x="31359" y="899"/>
                  </a:lnTo>
                  <a:lnTo>
                    <a:pt x="31359" y="990"/>
                  </a:lnTo>
                  <a:lnTo>
                    <a:pt x="31368" y="1082"/>
                  </a:lnTo>
                  <a:lnTo>
                    <a:pt x="31378" y="1174"/>
                  </a:lnTo>
                  <a:lnTo>
                    <a:pt x="31405" y="1265"/>
                  </a:lnTo>
                  <a:lnTo>
                    <a:pt x="31442" y="1357"/>
                  </a:lnTo>
                  <a:lnTo>
                    <a:pt x="31478" y="1439"/>
                  </a:lnTo>
                  <a:lnTo>
                    <a:pt x="31533" y="1522"/>
                  </a:lnTo>
                  <a:lnTo>
                    <a:pt x="31588" y="1595"/>
                  </a:lnTo>
                  <a:lnTo>
                    <a:pt x="31680" y="1705"/>
                  </a:lnTo>
                  <a:lnTo>
                    <a:pt x="31900" y="1980"/>
                  </a:lnTo>
                  <a:lnTo>
                    <a:pt x="32230" y="2420"/>
                  </a:lnTo>
                  <a:lnTo>
                    <a:pt x="32441" y="2704"/>
                  </a:lnTo>
                  <a:lnTo>
                    <a:pt x="32661" y="3016"/>
                  </a:lnTo>
                  <a:lnTo>
                    <a:pt x="32890" y="3364"/>
                  </a:lnTo>
                  <a:lnTo>
                    <a:pt x="33146" y="3749"/>
                  </a:lnTo>
                  <a:lnTo>
                    <a:pt x="33403" y="4152"/>
                  </a:lnTo>
                  <a:lnTo>
                    <a:pt x="33669" y="4592"/>
                  </a:lnTo>
                  <a:lnTo>
                    <a:pt x="33934" y="5059"/>
                  </a:lnTo>
                  <a:lnTo>
                    <a:pt x="34200" y="5545"/>
                  </a:lnTo>
                  <a:lnTo>
                    <a:pt x="34466" y="6058"/>
                  </a:lnTo>
                  <a:lnTo>
                    <a:pt x="34722" y="6599"/>
                  </a:lnTo>
                  <a:lnTo>
                    <a:pt x="34860" y="6910"/>
                  </a:lnTo>
                  <a:lnTo>
                    <a:pt x="34997" y="7222"/>
                  </a:lnTo>
                  <a:lnTo>
                    <a:pt x="35126" y="7533"/>
                  </a:lnTo>
                  <a:lnTo>
                    <a:pt x="35254" y="7836"/>
                  </a:lnTo>
                  <a:lnTo>
                    <a:pt x="35364" y="8147"/>
                  </a:lnTo>
                  <a:lnTo>
                    <a:pt x="35474" y="8450"/>
                  </a:lnTo>
                  <a:lnTo>
                    <a:pt x="35575" y="8752"/>
                  </a:lnTo>
                  <a:lnTo>
                    <a:pt x="35666" y="9055"/>
                  </a:lnTo>
                  <a:lnTo>
                    <a:pt x="35758" y="9357"/>
                  </a:lnTo>
                  <a:lnTo>
                    <a:pt x="35840" y="9650"/>
                  </a:lnTo>
                  <a:lnTo>
                    <a:pt x="35914" y="9953"/>
                  </a:lnTo>
                  <a:lnTo>
                    <a:pt x="35978" y="10246"/>
                  </a:lnTo>
                  <a:lnTo>
                    <a:pt x="36042" y="10539"/>
                  </a:lnTo>
                  <a:lnTo>
                    <a:pt x="36088" y="10823"/>
                  </a:lnTo>
                  <a:lnTo>
                    <a:pt x="36134" y="11116"/>
                  </a:lnTo>
                  <a:lnTo>
                    <a:pt x="36179" y="11401"/>
                  </a:lnTo>
                  <a:lnTo>
                    <a:pt x="36216" y="11740"/>
                  </a:lnTo>
                  <a:lnTo>
                    <a:pt x="36244" y="12088"/>
                  </a:lnTo>
                  <a:lnTo>
                    <a:pt x="36262" y="12418"/>
                  </a:lnTo>
                  <a:lnTo>
                    <a:pt x="36262" y="12757"/>
                  </a:lnTo>
                  <a:lnTo>
                    <a:pt x="36262" y="13087"/>
                  </a:lnTo>
                  <a:lnTo>
                    <a:pt x="36244" y="13407"/>
                  </a:lnTo>
                  <a:lnTo>
                    <a:pt x="36216" y="13728"/>
                  </a:lnTo>
                  <a:lnTo>
                    <a:pt x="36189" y="14049"/>
                  </a:lnTo>
                  <a:lnTo>
                    <a:pt x="36143" y="14360"/>
                  </a:lnTo>
                  <a:lnTo>
                    <a:pt x="36079" y="14672"/>
                  </a:lnTo>
                  <a:lnTo>
                    <a:pt x="36014" y="14984"/>
                  </a:lnTo>
                  <a:lnTo>
                    <a:pt x="35941" y="15286"/>
                  </a:lnTo>
                  <a:lnTo>
                    <a:pt x="35850" y="15579"/>
                  </a:lnTo>
                  <a:lnTo>
                    <a:pt x="35749" y="15872"/>
                  </a:lnTo>
                  <a:lnTo>
                    <a:pt x="35639" y="16166"/>
                  </a:lnTo>
                  <a:lnTo>
                    <a:pt x="35520" y="16450"/>
                  </a:lnTo>
                  <a:lnTo>
                    <a:pt x="35300" y="16945"/>
                  </a:lnTo>
                  <a:lnTo>
                    <a:pt x="35080" y="17430"/>
                  </a:lnTo>
                  <a:lnTo>
                    <a:pt x="34851" y="17907"/>
                  </a:lnTo>
                  <a:lnTo>
                    <a:pt x="34612" y="18383"/>
                  </a:lnTo>
                  <a:lnTo>
                    <a:pt x="34374" y="18860"/>
                  </a:lnTo>
                  <a:lnTo>
                    <a:pt x="34127" y="19327"/>
                  </a:lnTo>
                  <a:lnTo>
                    <a:pt x="33870" y="19785"/>
                  </a:lnTo>
                  <a:lnTo>
                    <a:pt x="33614" y="20244"/>
                  </a:lnTo>
                  <a:lnTo>
                    <a:pt x="33357" y="20693"/>
                  </a:lnTo>
                  <a:lnTo>
                    <a:pt x="33082" y="21133"/>
                  </a:lnTo>
                  <a:lnTo>
                    <a:pt x="32816" y="21572"/>
                  </a:lnTo>
                  <a:lnTo>
                    <a:pt x="32532" y="22012"/>
                  </a:lnTo>
                  <a:lnTo>
                    <a:pt x="32248" y="22443"/>
                  </a:lnTo>
                  <a:lnTo>
                    <a:pt x="31964" y="22865"/>
                  </a:lnTo>
                  <a:lnTo>
                    <a:pt x="31671" y="23286"/>
                  </a:lnTo>
                  <a:lnTo>
                    <a:pt x="31368" y="23698"/>
                  </a:lnTo>
                  <a:lnTo>
                    <a:pt x="31066" y="24102"/>
                  </a:lnTo>
                  <a:lnTo>
                    <a:pt x="30754" y="24505"/>
                  </a:lnTo>
                  <a:lnTo>
                    <a:pt x="30443" y="24899"/>
                  </a:lnTo>
                  <a:lnTo>
                    <a:pt x="30122" y="25293"/>
                  </a:lnTo>
                  <a:lnTo>
                    <a:pt x="29792" y="25678"/>
                  </a:lnTo>
                  <a:lnTo>
                    <a:pt x="29462" y="26063"/>
                  </a:lnTo>
                  <a:lnTo>
                    <a:pt x="29132" y="26438"/>
                  </a:lnTo>
                  <a:lnTo>
                    <a:pt x="28784" y="26805"/>
                  </a:lnTo>
                  <a:lnTo>
                    <a:pt x="28445" y="27172"/>
                  </a:lnTo>
                  <a:lnTo>
                    <a:pt x="28097" y="27529"/>
                  </a:lnTo>
                  <a:lnTo>
                    <a:pt x="27740" y="27877"/>
                  </a:lnTo>
                  <a:lnTo>
                    <a:pt x="27373" y="28225"/>
                  </a:lnTo>
                  <a:lnTo>
                    <a:pt x="27016" y="28564"/>
                  </a:lnTo>
                  <a:lnTo>
                    <a:pt x="26640" y="28904"/>
                  </a:lnTo>
                  <a:lnTo>
                    <a:pt x="26264" y="29233"/>
                  </a:lnTo>
                  <a:lnTo>
                    <a:pt x="25888" y="29554"/>
                  </a:lnTo>
                  <a:lnTo>
                    <a:pt x="25265" y="30067"/>
                  </a:lnTo>
                  <a:lnTo>
                    <a:pt x="24633" y="30553"/>
                  </a:lnTo>
                  <a:lnTo>
                    <a:pt x="23992" y="31030"/>
                  </a:lnTo>
                  <a:lnTo>
                    <a:pt x="23332" y="31497"/>
                  </a:lnTo>
                  <a:lnTo>
                    <a:pt x="22663" y="31946"/>
                  </a:lnTo>
                  <a:lnTo>
                    <a:pt x="21985" y="32377"/>
                  </a:lnTo>
                  <a:lnTo>
                    <a:pt x="21288" y="32798"/>
                  </a:lnTo>
                  <a:lnTo>
                    <a:pt x="20583" y="33201"/>
                  </a:lnTo>
                  <a:lnTo>
                    <a:pt x="19868" y="33586"/>
                  </a:lnTo>
                  <a:lnTo>
                    <a:pt x="19135" y="33962"/>
                  </a:lnTo>
                  <a:lnTo>
                    <a:pt x="18402" y="34319"/>
                  </a:lnTo>
                  <a:lnTo>
                    <a:pt x="17650" y="34668"/>
                  </a:lnTo>
                  <a:lnTo>
                    <a:pt x="16890" y="34988"/>
                  </a:lnTo>
                  <a:lnTo>
                    <a:pt x="16111" y="35300"/>
                  </a:lnTo>
                  <a:lnTo>
                    <a:pt x="15332" y="35602"/>
                  </a:lnTo>
                  <a:lnTo>
                    <a:pt x="14534" y="35877"/>
                  </a:lnTo>
                  <a:lnTo>
                    <a:pt x="13829" y="36115"/>
                  </a:lnTo>
                  <a:lnTo>
                    <a:pt x="13123" y="36326"/>
                  </a:lnTo>
                  <a:lnTo>
                    <a:pt x="12436" y="36528"/>
                  </a:lnTo>
                  <a:lnTo>
                    <a:pt x="11758" y="36711"/>
                  </a:lnTo>
                  <a:lnTo>
                    <a:pt x="11089" y="36876"/>
                  </a:lnTo>
                  <a:lnTo>
                    <a:pt x="10438" y="37032"/>
                  </a:lnTo>
                  <a:lnTo>
                    <a:pt x="9806" y="37169"/>
                  </a:lnTo>
                  <a:lnTo>
                    <a:pt x="9192" y="37298"/>
                  </a:lnTo>
                  <a:lnTo>
                    <a:pt x="8596" y="37408"/>
                  </a:lnTo>
                  <a:lnTo>
                    <a:pt x="8010" y="37499"/>
                  </a:lnTo>
                  <a:lnTo>
                    <a:pt x="7451" y="37591"/>
                  </a:lnTo>
                  <a:lnTo>
                    <a:pt x="6919" y="37664"/>
                  </a:lnTo>
                  <a:lnTo>
                    <a:pt x="6406" y="37737"/>
                  </a:lnTo>
                  <a:lnTo>
                    <a:pt x="5920" y="37792"/>
                  </a:lnTo>
                  <a:lnTo>
                    <a:pt x="5022" y="37884"/>
                  </a:lnTo>
                  <a:lnTo>
                    <a:pt x="4152" y="37948"/>
                  </a:lnTo>
                  <a:lnTo>
                    <a:pt x="3373" y="37994"/>
                  </a:lnTo>
                  <a:lnTo>
                    <a:pt x="2695" y="38012"/>
                  </a:lnTo>
                  <a:lnTo>
                    <a:pt x="2127" y="38022"/>
                  </a:lnTo>
                  <a:lnTo>
                    <a:pt x="1659" y="38022"/>
                  </a:lnTo>
                  <a:lnTo>
                    <a:pt x="1320" y="38012"/>
                  </a:lnTo>
                  <a:lnTo>
                    <a:pt x="1036" y="38003"/>
                  </a:lnTo>
                  <a:lnTo>
                    <a:pt x="834" y="38003"/>
                  </a:lnTo>
                  <a:lnTo>
                    <a:pt x="743" y="38022"/>
                  </a:lnTo>
                  <a:lnTo>
                    <a:pt x="651" y="38049"/>
                  </a:lnTo>
                  <a:lnTo>
                    <a:pt x="560" y="38086"/>
                  </a:lnTo>
                  <a:lnTo>
                    <a:pt x="477" y="38132"/>
                  </a:lnTo>
                  <a:lnTo>
                    <a:pt x="404" y="38177"/>
                  </a:lnTo>
                  <a:lnTo>
                    <a:pt x="330" y="38241"/>
                  </a:lnTo>
                  <a:lnTo>
                    <a:pt x="266" y="38306"/>
                  </a:lnTo>
                  <a:lnTo>
                    <a:pt x="202" y="38370"/>
                  </a:lnTo>
                  <a:lnTo>
                    <a:pt x="147" y="38452"/>
                  </a:lnTo>
                  <a:lnTo>
                    <a:pt x="101" y="38535"/>
                  </a:lnTo>
                  <a:lnTo>
                    <a:pt x="65" y="38617"/>
                  </a:lnTo>
                  <a:lnTo>
                    <a:pt x="37" y="38709"/>
                  </a:lnTo>
                  <a:lnTo>
                    <a:pt x="19" y="38800"/>
                  </a:lnTo>
                  <a:lnTo>
                    <a:pt x="1" y="38901"/>
                  </a:lnTo>
                  <a:lnTo>
                    <a:pt x="1" y="39002"/>
                  </a:lnTo>
                  <a:lnTo>
                    <a:pt x="10" y="39094"/>
                  </a:lnTo>
                  <a:lnTo>
                    <a:pt x="28" y="39195"/>
                  </a:lnTo>
                  <a:lnTo>
                    <a:pt x="56" y="39286"/>
                  </a:lnTo>
                  <a:lnTo>
                    <a:pt x="92" y="39369"/>
                  </a:lnTo>
                  <a:lnTo>
                    <a:pt x="129" y="39451"/>
                  </a:lnTo>
                  <a:lnTo>
                    <a:pt x="184" y="39534"/>
                  </a:lnTo>
                  <a:lnTo>
                    <a:pt x="239" y="39607"/>
                  </a:lnTo>
                  <a:lnTo>
                    <a:pt x="303" y="39671"/>
                  </a:lnTo>
                  <a:lnTo>
                    <a:pt x="376" y="39726"/>
                  </a:lnTo>
                  <a:lnTo>
                    <a:pt x="450" y="39781"/>
                  </a:lnTo>
                  <a:lnTo>
                    <a:pt x="532" y="39827"/>
                  </a:lnTo>
                  <a:lnTo>
                    <a:pt x="624" y="39873"/>
                  </a:lnTo>
                  <a:lnTo>
                    <a:pt x="715" y="39900"/>
                  </a:lnTo>
                  <a:lnTo>
                    <a:pt x="807" y="39918"/>
                  </a:lnTo>
                  <a:lnTo>
                    <a:pt x="908" y="39928"/>
                  </a:lnTo>
                  <a:lnTo>
                    <a:pt x="1210" y="39946"/>
                  </a:lnTo>
                  <a:lnTo>
                    <a:pt x="1558" y="39955"/>
                  </a:lnTo>
                  <a:lnTo>
                    <a:pt x="2621" y="39955"/>
                  </a:lnTo>
                  <a:lnTo>
                    <a:pt x="3345" y="39928"/>
                  </a:lnTo>
                  <a:lnTo>
                    <a:pt x="4179" y="39882"/>
                  </a:lnTo>
                  <a:lnTo>
                    <a:pt x="4637" y="39854"/>
                  </a:lnTo>
                  <a:lnTo>
                    <a:pt x="5123" y="39818"/>
                  </a:lnTo>
                  <a:lnTo>
                    <a:pt x="5572" y="39772"/>
                  </a:lnTo>
                  <a:lnTo>
                    <a:pt x="6058" y="39726"/>
                  </a:lnTo>
                  <a:lnTo>
                    <a:pt x="6571" y="39662"/>
                  </a:lnTo>
                  <a:lnTo>
                    <a:pt x="7103" y="39598"/>
                  </a:lnTo>
                  <a:lnTo>
                    <a:pt x="7662" y="39515"/>
                  </a:lnTo>
                  <a:lnTo>
                    <a:pt x="8248" y="39424"/>
                  </a:lnTo>
                  <a:lnTo>
                    <a:pt x="8853" y="39323"/>
                  </a:lnTo>
                  <a:lnTo>
                    <a:pt x="9485" y="39204"/>
                  </a:lnTo>
                  <a:lnTo>
                    <a:pt x="10127" y="39075"/>
                  </a:lnTo>
                  <a:lnTo>
                    <a:pt x="10796" y="38938"/>
                  </a:lnTo>
                  <a:lnTo>
                    <a:pt x="11474" y="38773"/>
                  </a:lnTo>
                  <a:lnTo>
                    <a:pt x="12170" y="38599"/>
                  </a:lnTo>
                  <a:lnTo>
                    <a:pt x="12885" y="38416"/>
                  </a:lnTo>
                  <a:lnTo>
                    <a:pt x="13609" y="38205"/>
                  </a:lnTo>
                  <a:lnTo>
                    <a:pt x="14342" y="37976"/>
                  </a:lnTo>
                  <a:lnTo>
                    <a:pt x="15084" y="37737"/>
                  </a:lnTo>
                  <a:lnTo>
                    <a:pt x="15927" y="37444"/>
                  </a:lnTo>
                  <a:lnTo>
                    <a:pt x="16752" y="37133"/>
                  </a:lnTo>
                  <a:lnTo>
                    <a:pt x="17568" y="36803"/>
                  </a:lnTo>
                  <a:lnTo>
                    <a:pt x="18374" y="36455"/>
                  </a:lnTo>
                  <a:lnTo>
                    <a:pt x="19171" y="36097"/>
                  </a:lnTo>
                  <a:lnTo>
                    <a:pt x="19950" y="35721"/>
                  </a:lnTo>
                  <a:lnTo>
                    <a:pt x="20720" y="35327"/>
                  </a:lnTo>
                  <a:lnTo>
                    <a:pt x="21481" y="34915"/>
                  </a:lnTo>
                  <a:lnTo>
                    <a:pt x="22223" y="34493"/>
                  </a:lnTo>
                  <a:lnTo>
                    <a:pt x="22956" y="34054"/>
                  </a:lnTo>
                  <a:lnTo>
                    <a:pt x="23680" y="33595"/>
                  </a:lnTo>
                  <a:lnTo>
                    <a:pt x="24386" y="33119"/>
                  </a:lnTo>
                  <a:lnTo>
                    <a:pt x="25082" y="32633"/>
                  </a:lnTo>
                  <a:lnTo>
                    <a:pt x="25769" y="32129"/>
                  </a:lnTo>
                  <a:lnTo>
                    <a:pt x="26438" y="31607"/>
                  </a:lnTo>
                  <a:lnTo>
                    <a:pt x="27089" y="31066"/>
                  </a:lnTo>
                  <a:lnTo>
                    <a:pt x="27492" y="30727"/>
                  </a:lnTo>
                  <a:lnTo>
                    <a:pt x="27895" y="30379"/>
                  </a:lnTo>
                  <a:lnTo>
                    <a:pt x="28289" y="30021"/>
                  </a:lnTo>
                  <a:lnTo>
                    <a:pt x="28674" y="29664"/>
                  </a:lnTo>
                  <a:lnTo>
                    <a:pt x="29059" y="29298"/>
                  </a:lnTo>
                  <a:lnTo>
                    <a:pt x="29435" y="28922"/>
                  </a:lnTo>
                  <a:lnTo>
                    <a:pt x="29801" y="28546"/>
                  </a:lnTo>
                  <a:lnTo>
                    <a:pt x="30168" y="28161"/>
                  </a:lnTo>
                  <a:lnTo>
                    <a:pt x="30534" y="27767"/>
                  </a:lnTo>
                  <a:lnTo>
                    <a:pt x="30883" y="27373"/>
                  </a:lnTo>
                  <a:lnTo>
                    <a:pt x="31231" y="26970"/>
                  </a:lnTo>
                  <a:lnTo>
                    <a:pt x="31579" y="26567"/>
                  </a:lnTo>
                  <a:lnTo>
                    <a:pt x="31918" y="26154"/>
                  </a:lnTo>
                  <a:lnTo>
                    <a:pt x="32248" y="25733"/>
                  </a:lnTo>
                  <a:lnTo>
                    <a:pt x="32578" y="25302"/>
                  </a:lnTo>
                  <a:lnTo>
                    <a:pt x="32899" y="24871"/>
                  </a:lnTo>
                  <a:lnTo>
                    <a:pt x="33219" y="24441"/>
                  </a:lnTo>
                  <a:lnTo>
                    <a:pt x="33531" y="24001"/>
                  </a:lnTo>
                  <a:lnTo>
                    <a:pt x="33833" y="23552"/>
                  </a:lnTo>
                  <a:lnTo>
                    <a:pt x="34136" y="23094"/>
                  </a:lnTo>
                  <a:lnTo>
                    <a:pt x="34429" y="22635"/>
                  </a:lnTo>
                  <a:lnTo>
                    <a:pt x="34722" y="22168"/>
                  </a:lnTo>
                  <a:lnTo>
                    <a:pt x="35006" y="21701"/>
                  </a:lnTo>
                  <a:lnTo>
                    <a:pt x="35281" y="21224"/>
                  </a:lnTo>
                  <a:lnTo>
                    <a:pt x="35556" y="20748"/>
                  </a:lnTo>
                  <a:lnTo>
                    <a:pt x="35822" y="20262"/>
                  </a:lnTo>
                  <a:lnTo>
                    <a:pt x="36079" y="19767"/>
                  </a:lnTo>
                  <a:lnTo>
                    <a:pt x="36335" y="19272"/>
                  </a:lnTo>
                  <a:lnTo>
                    <a:pt x="36583" y="18768"/>
                  </a:lnTo>
                  <a:lnTo>
                    <a:pt x="36830" y="18264"/>
                  </a:lnTo>
                  <a:lnTo>
                    <a:pt x="37059" y="17751"/>
                  </a:lnTo>
                  <a:lnTo>
                    <a:pt x="37297" y="17229"/>
                  </a:lnTo>
                  <a:lnTo>
                    <a:pt x="37444" y="16881"/>
                  </a:lnTo>
                  <a:lnTo>
                    <a:pt x="37572" y="16532"/>
                  </a:lnTo>
                  <a:lnTo>
                    <a:pt x="37691" y="16175"/>
                  </a:lnTo>
                  <a:lnTo>
                    <a:pt x="37801" y="15808"/>
                  </a:lnTo>
                  <a:lnTo>
                    <a:pt x="37893" y="15442"/>
                  </a:lnTo>
                  <a:lnTo>
                    <a:pt x="37976" y="15075"/>
                  </a:lnTo>
                  <a:lnTo>
                    <a:pt x="38049" y="14700"/>
                  </a:lnTo>
                  <a:lnTo>
                    <a:pt x="38104" y="14315"/>
                  </a:lnTo>
                  <a:lnTo>
                    <a:pt x="38140" y="13930"/>
                  </a:lnTo>
                  <a:lnTo>
                    <a:pt x="38177" y="13545"/>
                  </a:lnTo>
                  <a:lnTo>
                    <a:pt x="38195" y="13151"/>
                  </a:lnTo>
                  <a:lnTo>
                    <a:pt x="38195" y="12757"/>
                  </a:lnTo>
                  <a:lnTo>
                    <a:pt x="38195" y="12354"/>
                  </a:lnTo>
                  <a:lnTo>
                    <a:pt x="38168" y="11950"/>
                  </a:lnTo>
                  <a:lnTo>
                    <a:pt x="38140" y="11547"/>
                  </a:lnTo>
                  <a:lnTo>
                    <a:pt x="38095" y="11135"/>
                  </a:lnTo>
                  <a:lnTo>
                    <a:pt x="38049" y="10814"/>
                  </a:lnTo>
                  <a:lnTo>
                    <a:pt x="37994" y="10484"/>
                  </a:lnTo>
                  <a:lnTo>
                    <a:pt x="37939" y="10154"/>
                  </a:lnTo>
                  <a:lnTo>
                    <a:pt x="37866" y="9824"/>
                  </a:lnTo>
                  <a:lnTo>
                    <a:pt x="37792" y="9494"/>
                  </a:lnTo>
                  <a:lnTo>
                    <a:pt x="37710" y="9155"/>
                  </a:lnTo>
                  <a:lnTo>
                    <a:pt x="37618" y="8825"/>
                  </a:lnTo>
                  <a:lnTo>
                    <a:pt x="37517" y="8486"/>
                  </a:lnTo>
                  <a:lnTo>
                    <a:pt x="37417" y="8147"/>
                  </a:lnTo>
                  <a:lnTo>
                    <a:pt x="37297" y="7808"/>
                  </a:lnTo>
                  <a:lnTo>
                    <a:pt x="37178" y="7469"/>
                  </a:lnTo>
                  <a:lnTo>
                    <a:pt x="37050" y="7121"/>
                  </a:lnTo>
                  <a:lnTo>
                    <a:pt x="36913" y="6773"/>
                  </a:lnTo>
                  <a:lnTo>
                    <a:pt x="36766" y="6434"/>
                  </a:lnTo>
                  <a:lnTo>
                    <a:pt x="36610" y="6085"/>
                  </a:lnTo>
                  <a:lnTo>
                    <a:pt x="36454" y="5737"/>
                  </a:lnTo>
                  <a:lnTo>
                    <a:pt x="36179" y="5160"/>
                  </a:lnTo>
                  <a:lnTo>
                    <a:pt x="35895" y="4610"/>
                  </a:lnTo>
                  <a:lnTo>
                    <a:pt x="35602" y="4079"/>
                  </a:lnTo>
                  <a:lnTo>
                    <a:pt x="35318" y="3584"/>
                  </a:lnTo>
                  <a:lnTo>
                    <a:pt x="35034" y="3116"/>
                  </a:lnTo>
                  <a:lnTo>
                    <a:pt x="34759" y="2677"/>
                  </a:lnTo>
                  <a:lnTo>
                    <a:pt x="34493" y="2273"/>
                  </a:lnTo>
                  <a:lnTo>
                    <a:pt x="34237" y="1898"/>
                  </a:lnTo>
                  <a:lnTo>
                    <a:pt x="33998" y="1559"/>
                  </a:lnTo>
                  <a:lnTo>
                    <a:pt x="33778" y="1256"/>
                  </a:lnTo>
                  <a:lnTo>
                    <a:pt x="33421" y="780"/>
                  </a:lnTo>
                  <a:lnTo>
                    <a:pt x="33165" y="468"/>
                  </a:lnTo>
                  <a:lnTo>
                    <a:pt x="33064" y="340"/>
                  </a:lnTo>
                  <a:lnTo>
                    <a:pt x="32990" y="266"/>
                  </a:lnTo>
                  <a:lnTo>
                    <a:pt x="32917" y="202"/>
                  </a:lnTo>
                  <a:lnTo>
                    <a:pt x="32844" y="147"/>
                  </a:lnTo>
                  <a:lnTo>
                    <a:pt x="32761" y="101"/>
                  </a:lnTo>
                  <a:lnTo>
                    <a:pt x="32670" y="65"/>
                  </a:lnTo>
                  <a:lnTo>
                    <a:pt x="32578" y="37"/>
                  </a:lnTo>
                  <a:lnTo>
                    <a:pt x="32496" y="19"/>
                  </a:lnTo>
                  <a:lnTo>
                    <a:pt x="324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4990400" y="2439950"/>
              <a:ext cx="189250" cy="154900"/>
            </a:xfrm>
            <a:custGeom>
              <a:avLst/>
              <a:gdLst/>
              <a:ahLst/>
              <a:cxnLst/>
              <a:rect l="l" t="t" r="r" b="b"/>
              <a:pathLst>
                <a:path w="7570" h="6196" extrusionOk="0">
                  <a:moveTo>
                    <a:pt x="4087" y="1"/>
                  </a:moveTo>
                  <a:lnTo>
                    <a:pt x="3712" y="10"/>
                  </a:lnTo>
                  <a:lnTo>
                    <a:pt x="3455" y="19"/>
                  </a:lnTo>
                  <a:lnTo>
                    <a:pt x="3354" y="28"/>
                  </a:lnTo>
                  <a:lnTo>
                    <a:pt x="3226" y="129"/>
                  </a:lnTo>
                  <a:lnTo>
                    <a:pt x="3088" y="239"/>
                  </a:lnTo>
                  <a:lnTo>
                    <a:pt x="2914" y="377"/>
                  </a:lnTo>
                  <a:lnTo>
                    <a:pt x="2722" y="505"/>
                  </a:lnTo>
                  <a:lnTo>
                    <a:pt x="2511" y="633"/>
                  </a:lnTo>
                  <a:lnTo>
                    <a:pt x="2410" y="697"/>
                  </a:lnTo>
                  <a:lnTo>
                    <a:pt x="2310" y="743"/>
                  </a:lnTo>
                  <a:lnTo>
                    <a:pt x="2209" y="780"/>
                  </a:lnTo>
                  <a:lnTo>
                    <a:pt x="2117" y="816"/>
                  </a:lnTo>
                  <a:lnTo>
                    <a:pt x="1943" y="853"/>
                  </a:lnTo>
                  <a:lnTo>
                    <a:pt x="1787" y="871"/>
                  </a:lnTo>
                  <a:lnTo>
                    <a:pt x="1641" y="871"/>
                  </a:lnTo>
                  <a:lnTo>
                    <a:pt x="1521" y="862"/>
                  </a:lnTo>
                  <a:lnTo>
                    <a:pt x="1421" y="853"/>
                  </a:lnTo>
                  <a:lnTo>
                    <a:pt x="1347" y="835"/>
                  </a:lnTo>
                  <a:lnTo>
                    <a:pt x="1283" y="816"/>
                  </a:lnTo>
                  <a:lnTo>
                    <a:pt x="0" y="5343"/>
                  </a:lnTo>
                  <a:lnTo>
                    <a:pt x="147" y="5408"/>
                  </a:lnTo>
                  <a:lnTo>
                    <a:pt x="303" y="5463"/>
                  </a:lnTo>
                  <a:lnTo>
                    <a:pt x="477" y="5518"/>
                  </a:lnTo>
                  <a:lnTo>
                    <a:pt x="660" y="5572"/>
                  </a:lnTo>
                  <a:lnTo>
                    <a:pt x="1063" y="5673"/>
                  </a:lnTo>
                  <a:lnTo>
                    <a:pt x="1503" y="5756"/>
                  </a:lnTo>
                  <a:lnTo>
                    <a:pt x="1961" y="5838"/>
                  </a:lnTo>
                  <a:lnTo>
                    <a:pt x="2438" y="5912"/>
                  </a:lnTo>
                  <a:lnTo>
                    <a:pt x="2914" y="5967"/>
                  </a:lnTo>
                  <a:lnTo>
                    <a:pt x="3391" y="6022"/>
                  </a:lnTo>
                  <a:lnTo>
                    <a:pt x="3858" y="6067"/>
                  </a:lnTo>
                  <a:lnTo>
                    <a:pt x="4289" y="6104"/>
                  </a:lnTo>
                  <a:lnTo>
                    <a:pt x="5050" y="6150"/>
                  </a:lnTo>
                  <a:lnTo>
                    <a:pt x="5599" y="6186"/>
                  </a:lnTo>
                  <a:lnTo>
                    <a:pt x="5847" y="6196"/>
                  </a:lnTo>
                  <a:lnTo>
                    <a:pt x="5893" y="6186"/>
                  </a:lnTo>
                  <a:lnTo>
                    <a:pt x="5957" y="6177"/>
                  </a:lnTo>
                  <a:lnTo>
                    <a:pt x="6131" y="6131"/>
                  </a:lnTo>
                  <a:lnTo>
                    <a:pt x="6351" y="6049"/>
                  </a:lnTo>
                  <a:lnTo>
                    <a:pt x="6589" y="5957"/>
                  </a:lnTo>
                  <a:lnTo>
                    <a:pt x="6836" y="5847"/>
                  </a:lnTo>
                  <a:lnTo>
                    <a:pt x="7056" y="5728"/>
                  </a:lnTo>
                  <a:lnTo>
                    <a:pt x="7157" y="5664"/>
                  </a:lnTo>
                  <a:lnTo>
                    <a:pt x="7240" y="5600"/>
                  </a:lnTo>
                  <a:lnTo>
                    <a:pt x="7313" y="5536"/>
                  </a:lnTo>
                  <a:lnTo>
                    <a:pt x="7359" y="5472"/>
                  </a:lnTo>
                  <a:lnTo>
                    <a:pt x="7395" y="5408"/>
                  </a:lnTo>
                  <a:lnTo>
                    <a:pt x="7423" y="5353"/>
                  </a:lnTo>
                  <a:lnTo>
                    <a:pt x="7432" y="5288"/>
                  </a:lnTo>
                  <a:lnTo>
                    <a:pt x="7432" y="5233"/>
                  </a:lnTo>
                  <a:lnTo>
                    <a:pt x="7414" y="5178"/>
                  </a:lnTo>
                  <a:lnTo>
                    <a:pt x="7395" y="5123"/>
                  </a:lnTo>
                  <a:lnTo>
                    <a:pt x="7377" y="5078"/>
                  </a:lnTo>
                  <a:lnTo>
                    <a:pt x="7350" y="5032"/>
                  </a:lnTo>
                  <a:lnTo>
                    <a:pt x="7286" y="4949"/>
                  </a:lnTo>
                  <a:lnTo>
                    <a:pt x="7221" y="4885"/>
                  </a:lnTo>
                  <a:lnTo>
                    <a:pt x="7157" y="4830"/>
                  </a:lnTo>
                  <a:lnTo>
                    <a:pt x="7221" y="4757"/>
                  </a:lnTo>
                  <a:lnTo>
                    <a:pt x="7368" y="4583"/>
                  </a:lnTo>
                  <a:lnTo>
                    <a:pt x="7441" y="4473"/>
                  </a:lnTo>
                  <a:lnTo>
                    <a:pt x="7505" y="4354"/>
                  </a:lnTo>
                  <a:lnTo>
                    <a:pt x="7533" y="4299"/>
                  </a:lnTo>
                  <a:lnTo>
                    <a:pt x="7551" y="4244"/>
                  </a:lnTo>
                  <a:lnTo>
                    <a:pt x="7570" y="4198"/>
                  </a:lnTo>
                  <a:lnTo>
                    <a:pt x="7570" y="4152"/>
                  </a:lnTo>
                  <a:lnTo>
                    <a:pt x="7551" y="4033"/>
                  </a:lnTo>
                  <a:lnTo>
                    <a:pt x="7515" y="3877"/>
                  </a:lnTo>
                  <a:lnTo>
                    <a:pt x="7423" y="3511"/>
                  </a:lnTo>
                  <a:lnTo>
                    <a:pt x="7295" y="3052"/>
                  </a:lnTo>
                  <a:lnTo>
                    <a:pt x="7331" y="2979"/>
                  </a:lnTo>
                  <a:lnTo>
                    <a:pt x="7368" y="2887"/>
                  </a:lnTo>
                  <a:lnTo>
                    <a:pt x="7414" y="2768"/>
                  </a:lnTo>
                  <a:lnTo>
                    <a:pt x="7450" y="2631"/>
                  </a:lnTo>
                  <a:lnTo>
                    <a:pt x="7469" y="2475"/>
                  </a:lnTo>
                  <a:lnTo>
                    <a:pt x="7478" y="2393"/>
                  </a:lnTo>
                  <a:lnTo>
                    <a:pt x="7478" y="2310"/>
                  </a:lnTo>
                  <a:lnTo>
                    <a:pt x="7469" y="2228"/>
                  </a:lnTo>
                  <a:lnTo>
                    <a:pt x="7450" y="2145"/>
                  </a:lnTo>
                  <a:lnTo>
                    <a:pt x="7423" y="2063"/>
                  </a:lnTo>
                  <a:lnTo>
                    <a:pt x="7377" y="1971"/>
                  </a:lnTo>
                  <a:lnTo>
                    <a:pt x="7322" y="1879"/>
                  </a:lnTo>
                  <a:lnTo>
                    <a:pt x="7258" y="1788"/>
                  </a:lnTo>
                  <a:lnTo>
                    <a:pt x="7093" y="1577"/>
                  </a:lnTo>
                  <a:lnTo>
                    <a:pt x="6891" y="1366"/>
                  </a:lnTo>
                  <a:lnTo>
                    <a:pt x="6461" y="917"/>
                  </a:lnTo>
                  <a:lnTo>
                    <a:pt x="6250" y="688"/>
                  </a:lnTo>
                  <a:lnTo>
                    <a:pt x="6058" y="459"/>
                  </a:lnTo>
                  <a:lnTo>
                    <a:pt x="6012" y="404"/>
                  </a:lnTo>
                  <a:lnTo>
                    <a:pt x="5948" y="358"/>
                  </a:lnTo>
                  <a:lnTo>
                    <a:pt x="5883" y="312"/>
                  </a:lnTo>
                  <a:lnTo>
                    <a:pt x="5801" y="267"/>
                  </a:lnTo>
                  <a:lnTo>
                    <a:pt x="5719" y="230"/>
                  </a:lnTo>
                  <a:lnTo>
                    <a:pt x="5627" y="193"/>
                  </a:lnTo>
                  <a:lnTo>
                    <a:pt x="5434" y="138"/>
                  </a:lnTo>
                  <a:lnTo>
                    <a:pt x="5214" y="93"/>
                  </a:lnTo>
                  <a:lnTo>
                    <a:pt x="4995" y="56"/>
                  </a:lnTo>
                  <a:lnTo>
                    <a:pt x="4756" y="28"/>
                  </a:lnTo>
                  <a:lnTo>
                    <a:pt x="4527" y="19"/>
                  </a:lnTo>
                  <a:lnTo>
                    <a:pt x="4298" y="10"/>
                  </a:lnTo>
                  <a:lnTo>
                    <a:pt x="4087" y="1"/>
                  </a:lnTo>
                  <a:close/>
                </a:path>
              </a:pathLst>
            </a:custGeom>
            <a:solidFill>
              <a:srgbClr val="F798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4349375" y="2139625"/>
              <a:ext cx="735650" cy="456150"/>
            </a:xfrm>
            <a:custGeom>
              <a:avLst/>
              <a:gdLst/>
              <a:ahLst/>
              <a:cxnLst/>
              <a:rect l="l" t="t" r="r" b="b"/>
              <a:pathLst>
                <a:path w="29426" h="18246" extrusionOk="0">
                  <a:moveTo>
                    <a:pt x="25064" y="0"/>
                  </a:moveTo>
                  <a:lnTo>
                    <a:pt x="24047" y="18"/>
                  </a:lnTo>
                  <a:lnTo>
                    <a:pt x="22965" y="46"/>
                  </a:lnTo>
                  <a:lnTo>
                    <a:pt x="21820" y="83"/>
                  </a:lnTo>
                  <a:lnTo>
                    <a:pt x="20619" y="147"/>
                  </a:lnTo>
                  <a:lnTo>
                    <a:pt x="19364" y="229"/>
                  </a:lnTo>
                  <a:lnTo>
                    <a:pt x="18732" y="284"/>
                  </a:lnTo>
                  <a:lnTo>
                    <a:pt x="18090" y="339"/>
                  </a:lnTo>
                  <a:lnTo>
                    <a:pt x="17440" y="403"/>
                  </a:lnTo>
                  <a:lnTo>
                    <a:pt x="16780" y="477"/>
                  </a:lnTo>
                  <a:lnTo>
                    <a:pt x="16120" y="559"/>
                  </a:lnTo>
                  <a:lnTo>
                    <a:pt x="15460" y="642"/>
                  </a:lnTo>
                  <a:lnTo>
                    <a:pt x="14791" y="742"/>
                  </a:lnTo>
                  <a:lnTo>
                    <a:pt x="14131" y="843"/>
                  </a:lnTo>
                  <a:lnTo>
                    <a:pt x="13472" y="953"/>
                  </a:lnTo>
                  <a:lnTo>
                    <a:pt x="12812" y="1081"/>
                  </a:lnTo>
                  <a:lnTo>
                    <a:pt x="12152" y="1210"/>
                  </a:lnTo>
                  <a:lnTo>
                    <a:pt x="11501" y="1347"/>
                  </a:lnTo>
                  <a:lnTo>
                    <a:pt x="10851" y="1503"/>
                  </a:lnTo>
                  <a:lnTo>
                    <a:pt x="10209" y="1659"/>
                  </a:lnTo>
                  <a:lnTo>
                    <a:pt x="9577" y="1833"/>
                  </a:lnTo>
                  <a:lnTo>
                    <a:pt x="8963" y="2016"/>
                  </a:lnTo>
                  <a:lnTo>
                    <a:pt x="8349" y="2218"/>
                  </a:lnTo>
                  <a:lnTo>
                    <a:pt x="7744" y="2419"/>
                  </a:lnTo>
                  <a:lnTo>
                    <a:pt x="7158" y="2639"/>
                  </a:lnTo>
                  <a:lnTo>
                    <a:pt x="6590" y="2868"/>
                  </a:lnTo>
                  <a:lnTo>
                    <a:pt x="6031" y="3116"/>
                  </a:lnTo>
                  <a:lnTo>
                    <a:pt x="5490" y="3372"/>
                  </a:lnTo>
                  <a:lnTo>
                    <a:pt x="4968" y="3638"/>
                  </a:lnTo>
                  <a:lnTo>
                    <a:pt x="4464" y="3922"/>
                  </a:lnTo>
                  <a:lnTo>
                    <a:pt x="4225" y="4078"/>
                  </a:lnTo>
                  <a:lnTo>
                    <a:pt x="3987" y="4225"/>
                  </a:lnTo>
                  <a:lnTo>
                    <a:pt x="3749" y="4380"/>
                  </a:lnTo>
                  <a:lnTo>
                    <a:pt x="3520" y="4536"/>
                  </a:lnTo>
                  <a:lnTo>
                    <a:pt x="3300" y="4701"/>
                  </a:lnTo>
                  <a:lnTo>
                    <a:pt x="3089" y="4866"/>
                  </a:lnTo>
                  <a:lnTo>
                    <a:pt x="2878" y="5031"/>
                  </a:lnTo>
                  <a:lnTo>
                    <a:pt x="2667" y="5205"/>
                  </a:lnTo>
                  <a:lnTo>
                    <a:pt x="2475" y="5388"/>
                  </a:lnTo>
                  <a:lnTo>
                    <a:pt x="2283" y="5563"/>
                  </a:lnTo>
                  <a:lnTo>
                    <a:pt x="2099" y="5755"/>
                  </a:lnTo>
                  <a:lnTo>
                    <a:pt x="1916" y="5938"/>
                  </a:lnTo>
                  <a:lnTo>
                    <a:pt x="1751" y="6131"/>
                  </a:lnTo>
                  <a:lnTo>
                    <a:pt x="1586" y="6332"/>
                  </a:lnTo>
                  <a:lnTo>
                    <a:pt x="1421" y="6534"/>
                  </a:lnTo>
                  <a:lnTo>
                    <a:pt x="1275" y="6735"/>
                  </a:lnTo>
                  <a:lnTo>
                    <a:pt x="1137" y="6946"/>
                  </a:lnTo>
                  <a:lnTo>
                    <a:pt x="1000" y="7157"/>
                  </a:lnTo>
                  <a:lnTo>
                    <a:pt x="871" y="7377"/>
                  </a:lnTo>
                  <a:lnTo>
                    <a:pt x="752" y="7606"/>
                  </a:lnTo>
                  <a:lnTo>
                    <a:pt x="642" y="7826"/>
                  </a:lnTo>
                  <a:lnTo>
                    <a:pt x="541" y="8055"/>
                  </a:lnTo>
                  <a:lnTo>
                    <a:pt x="450" y="8293"/>
                  </a:lnTo>
                  <a:lnTo>
                    <a:pt x="358" y="8532"/>
                  </a:lnTo>
                  <a:lnTo>
                    <a:pt x="285" y="8779"/>
                  </a:lnTo>
                  <a:lnTo>
                    <a:pt x="212" y="9026"/>
                  </a:lnTo>
                  <a:lnTo>
                    <a:pt x="157" y="9283"/>
                  </a:lnTo>
                  <a:lnTo>
                    <a:pt x="102" y="9540"/>
                  </a:lnTo>
                  <a:lnTo>
                    <a:pt x="65" y="9796"/>
                  </a:lnTo>
                  <a:lnTo>
                    <a:pt x="37" y="10053"/>
                  </a:lnTo>
                  <a:lnTo>
                    <a:pt x="10" y="10300"/>
                  </a:lnTo>
                  <a:lnTo>
                    <a:pt x="1" y="10538"/>
                  </a:lnTo>
                  <a:lnTo>
                    <a:pt x="1" y="10777"/>
                  </a:lnTo>
                  <a:lnTo>
                    <a:pt x="10" y="11015"/>
                  </a:lnTo>
                  <a:lnTo>
                    <a:pt x="19" y="11244"/>
                  </a:lnTo>
                  <a:lnTo>
                    <a:pt x="47" y="11464"/>
                  </a:lnTo>
                  <a:lnTo>
                    <a:pt x="83" y="11684"/>
                  </a:lnTo>
                  <a:lnTo>
                    <a:pt x="129" y="11895"/>
                  </a:lnTo>
                  <a:lnTo>
                    <a:pt x="175" y="12106"/>
                  </a:lnTo>
                  <a:lnTo>
                    <a:pt x="239" y="12307"/>
                  </a:lnTo>
                  <a:lnTo>
                    <a:pt x="303" y="12509"/>
                  </a:lnTo>
                  <a:lnTo>
                    <a:pt x="377" y="12701"/>
                  </a:lnTo>
                  <a:lnTo>
                    <a:pt x="459" y="12894"/>
                  </a:lnTo>
                  <a:lnTo>
                    <a:pt x="551" y="13077"/>
                  </a:lnTo>
                  <a:lnTo>
                    <a:pt x="651" y="13260"/>
                  </a:lnTo>
                  <a:lnTo>
                    <a:pt x="761" y="13434"/>
                  </a:lnTo>
                  <a:lnTo>
                    <a:pt x="871" y="13608"/>
                  </a:lnTo>
                  <a:lnTo>
                    <a:pt x="1000" y="13782"/>
                  </a:lnTo>
                  <a:lnTo>
                    <a:pt x="1128" y="13947"/>
                  </a:lnTo>
                  <a:lnTo>
                    <a:pt x="1265" y="14103"/>
                  </a:lnTo>
                  <a:lnTo>
                    <a:pt x="1403" y="14259"/>
                  </a:lnTo>
                  <a:lnTo>
                    <a:pt x="1549" y="14415"/>
                  </a:lnTo>
                  <a:lnTo>
                    <a:pt x="1705" y="14561"/>
                  </a:lnTo>
                  <a:lnTo>
                    <a:pt x="1870" y="14708"/>
                  </a:lnTo>
                  <a:lnTo>
                    <a:pt x="2044" y="14846"/>
                  </a:lnTo>
                  <a:lnTo>
                    <a:pt x="2218" y="14983"/>
                  </a:lnTo>
                  <a:lnTo>
                    <a:pt x="2393" y="15111"/>
                  </a:lnTo>
                  <a:lnTo>
                    <a:pt x="2585" y="15249"/>
                  </a:lnTo>
                  <a:lnTo>
                    <a:pt x="2777" y="15368"/>
                  </a:lnTo>
                  <a:lnTo>
                    <a:pt x="2970" y="15496"/>
                  </a:lnTo>
                  <a:lnTo>
                    <a:pt x="3181" y="15606"/>
                  </a:lnTo>
                  <a:lnTo>
                    <a:pt x="3382" y="15725"/>
                  </a:lnTo>
                  <a:lnTo>
                    <a:pt x="3822" y="15945"/>
                  </a:lnTo>
                  <a:lnTo>
                    <a:pt x="4271" y="16147"/>
                  </a:lnTo>
                  <a:lnTo>
                    <a:pt x="4748" y="16339"/>
                  </a:lnTo>
                  <a:lnTo>
                    <a:pt x="5233" y="16522"/>
                  </a:lnTo>
                  <a:lnTo>
                    <a:pt x="5737" y="16687"/>
                  </a:lnTo>
                  <a:lnTo>
                    <a:pt x="6260" y="16843"/>
                  </a:lnTo>
                  <a:lnTo>
                    <a:pt x="6791" y="16990"/>
                  </a:lnTo>
                  <a:lnTo>
                    <a:pt x="7341" y="17127"/>
                  </a:lnTo>
                  <a:lnTo>
                    <a:pt x="7900" y="17246"/>
                  </a:lnTo>
                  <a:lnTo>
                    <a:pt x="8468" y="17366"/>
                  </a:lnTo>
                  <a:lnTo>
                    <a:pt x="9046" y="17466"/>
                  </a:lnTo>
                  <a:lnTo>
                    <a:pt x="9641" y="17558"/>
                  </a:lnTo>
                  <a:lnTo>
                    <a:pt x="10228" y="17650"/>
                  </a:lnTo>
                  <a:lnTo>
                    <a:pt x="10832" y="17723"/>
                  </a:lnTo>
                  <a:lnTo>
                    <a:pt x="11437" y="17796"/>
                  </a:lnTo>
                  <a:lnTo>
                    <a:pt x="12051" y="17851"/>
                  </a:lnTo>
                  <a:lnTo>
                    <a:pt x="12665" y="17906"/>
                  </a:lnTo>
                  <a:lnTo>
                    <a:pt x="13279" y="17952"/>
                  </a:lnTo>
                  <a:lnTo>
                    <a:pt x="13902" y="17998"/>
                  </a:lnTo>
                  <a:lnTo>
                    <a:pt x="14516" y="18035"/>
                  </a:lnTo>
                  <a:lnTo>
                    <a:pt x="15130" y="18062"/>
                  </a:lnTo>
                  <a:lnTo>
                    <a:pt x="16349" y="18108"/>
                  </a:lnTo>
                  <a:lnTo>
                    <a:pt x="17550" y="18135"/>
                  </a:lnTo>
                  <a:lnTo>
                    <a:pt x="18723" y="18144"/>
                  </a:lnTo>
                  <a:lnTo>
                    <a:pt x="20949" y="18144"/>
                  </a:lnTo>
                  <a:lnTo>
                    <a:pt x="22956" y="18126"/>
                  </a:lnTo>
                  <a:lnTo>
                    <a:pt x="23854" y="18117"/>
                  </a:lnTo>
                  <a:lnTo>
                    <a:pt x="24670" y="18117"/>
                  </a:lnTo>
                  <a:lnTo>
                    <a:pt x="25403" y="18126"/>
                  </a:lnTo>
                  <a:lnTo>
                    <a:pt x="26026" y="18154"/>
                  </a:lnTo>
                  <a:lnTo>
                    <a:pt x="26301" y="18172"/>
                  </a:lnTo>
                  <a:lnTo>
                    <a:pt x="26548" y="18190"/>
                  </a:lnTo>
                  <a:lnTo>
                    <a:pt x="26759" y="18218"/>
                  </a:lnTo>
                  <a:lnTo>
                    <a:pt x="26952" y="18245"/>
                  </a:lnTo>
                  <a:lnTo>
                    <a:pt x="26998" y="18108"/>
                  </a:lnTo>
                  <a:lnTo>
                    <a:pt x="27052" y="17952"/>
                  </a:lnTo>
                  <a:lnTo>
                    <a:pt x="27117" y="17732"/>
                  </a:lnTo>
                  <a:lnTo>
                    <a:pt x="27199" y="17466"/>
                  </a:lnTo>
                  <a:lnTo>
                    <a:pt x="27272" y="17155"/>
                  </a:lnTo>
                  <a:lnTo>
                    <a:pt x="27346" y="16807"/>
                  </a:lnTo>
                  <a:lnTo>
                    <a:pt x="27419" y="16422"/>
                  </a:lnTo>
                  <a:lnTo>
                    <a:pt x="27474" y="16000"/>
                  </a:lnTo>
                  <a:lnTo>
                    <a:pt x="27492" y="15780"/>
                  </a:lnTo>
                  <a:lnTo>
                    <a:pt x="27511" y="15560"/>
                  </a:lnTo>
                  <a:lnTo>
                    <a:pt x="27520" y="15331"/>
                  </a:lnTo>
                  <a:lnTo>
                    <a:pt x="27520" y="15102"/>
                  </a:lnTo>
                  <a:lnTo>
                    <a:pt x="27520" y="14864"/>
                  </a:lnTo>
                  <a:lnTo>
                    <a:pt x="27511" y="14626"/>
                  </a:lnTo>
                  <a:lnTo>
                    <a:pt x="27492" y="14387"/>
                  </a:lnTo>
                  <a:lnTo>
                    <a:pt x="27465" y="14140"/>
                  </a:lnTo>
                  <a:lnTo>
                    <a:pt x="27428" y="13892"/>
                  </a:lnTo>
                  <a:lnTo>
                    <a:pt x="27373" y="13654"/>
                  </a:lnTo>
                  <a:lnTo>
                    <a:pt x="27318" y="13407"/>
                  </a:lnTo>
                  <a:lnTo>
                    <a:pt x="27245" y="13169"/>
                  </a:lnTo>
                  <a:lnTo>
                    <a:pt x="27162" y="12921"/>
                  </a:lnTo>
                  <a:lnTo>
                    <a:pt x="27071" y="12683"/>
                  </a:lnTo>
                  <a:lnTo>
                    <a:pt x="26768" y="12555"/>
                  </a:lnTo>
                  <a:lnTo>
                    <a:pt x="26411" y="12408"/>
                  </a:lnTo>
                  <a:lnTo>
                    <a:pt x="25925" y="12215"/>
                  </a:lnTo>
                  <a:lnTo>
                    <a:pt x="25321" y="11986"/>
                  </a:lnTo>
                  <a:lnTo>
                    <a:pt x="24615" y="11721"/>
                  </a:lnTo>
                  <a:lnTo>
                    <a:pt x="23808" y="11446"/>
                  </a:lnTo>
                  <a:lnTo>
                    <a:pt x="22910" y="11162"/>
                  </a:lnTo>
                  <a:lnTo>
                    <a:pt x="22434" y="11015"/>
                  </a:lnTo>
                  <a:lnTo>
                    <a:pt x="21939" y="10878"/>
                  </a:lnTo>
                  <a:lnTo>
                    <a:pt x="21435" y="10731"/>
                  </a:lnTo>
                  <a:lnTo>
                    <a:pt x="20904" y="10593"/>
                  </a:lnTo>
                  <a:lnTo>
                    <a:pt x="20372" y="10465"/>
                  </a:lnTo>
                  <a:lnTo>
                    <a:pt x="19813" y="10328"/>
                  </a:lnTo>
                  <a:lnTo>
                    <a:pt x="19254" y="10209"/>
                  </a:lnTo>
                  <a:lnTo>
                    <a:pt x="18677" y="10089"/>
                  </a:lnTo>
                  <a:lnTo>
                    <a:pt x="18090" y="9989"/>
                  </a:lnTo>
                  <a:lnTo>
                    <a:pt x="17504" y="9888"/>
                  </a:lnTo>
                  <a:lnTo>
                    <a:pt x="16899" y="9796"/>
                  </a:lnTo>
                  <a:lnTo>
                    <a:pt x="16294" y="9723"/>
                  </a:lnTo>
                  <a:lnTo>
                    <a:pt x="15689" y="9659"/>
                  </a:lnTo>
                  <a:lnTo>
                    <a:pt x="15075" y="9613"/>
                  </a:lnTo>
                  <a:lnTo>
                    <a:pt x="14461" y="9576"/>
                  </a:lnTo>
                  <a:lnTo>
                    <a:pt x="13847" y="9558"/>
                  </a:lnTo>
                  <a:lnTo>
                    <a:pt x="13765" y="9558"/>
                  </a:lnTo>
                  <a:lnTo>
                    <a:pt x="14333" y="9439"/>
                  </a:lnTo>
                  <a:lnTo>
                    <a:pt x="14910" y="9338"/>
                  </a:lnTo>
                  <a:lnTo>
                    <a:pt x="16074" y="9127"/>
                  </a:lnTo>
                  <a:lnTo>
                    <a:pt x="17256" y="8944"/>
                  </a:lnTo>
                  <a:lnTo>
                    <a:pt x="18438" y="8770"/>
                  </a:lnTo>
                  <a:lnTo>
                    <a:pt x="19602" y="8614"/>
                  </a:lnTo>
                  <a:lnTo>
                    <a:pt x="20739" y="8477"/>
                  </a:lnTo>
                  <a:lnTo>
                    <a:pt x="21829" y="8348"/>
                  </a:lnTo>
                  <a:lnTo>
                    <a:pt x="22865" y="8238"/>
                  </a:lnTo>
                  <a:lnTo>
                    <a:pt x="23827" y="8147"/>
                  </a:lnTo>
                  <a:lnTo>
                    <a:pt x="24716" y="8064"/>
                  </a:lnTo>
                  <a:lnTo>
                    <a:pt x="26173" y="7945"/>
                  </a:lnTo>
                  <a:lnTo>
                    <a:pt x="27126" y="7872"/>
                  </a:lnTo>
                  <a:lnTo>
                    <a:pt x="27474" y="7844"/>
                  </a:lnTo>
                  <a:lnTo>
                    <a:pt x="27694" y="7395"/>
                  </a:lnTo>
                  <a:lnTo>
                    <a:pt x="27905" y="6946"/>
                  </a:lnTo>
                  <a:lnTo>
                    <a:pt x="28097" y="6525"/>
                  </a:lnTo>
                  <a:lnTo>
                    <a:pt x="28271" y="6103"/>
                  </a:lnTo>
                  <a:lnTo>
                    <a:pt x="28427" y="5700"/>
                  </a:lnTo>
                  <a:lnTo>
                    <a:pt x="28574" y="5306"/>
                  </a:lnTo>
                  <a:lnTo>
                    <a:pt x="28702" y="4930"/>
                  </a:lnTo>
                  <a:lnTo>
                    <a:pt x="28821" y="4564"/>
                  </a:lnTo>
                  <a:lnTo>
                    <a:pt x="28922" y="4206"/>
                  </a:lnTo>
                  <a:lnTo>
                    <a:pt x="29014" y="3867"/>
                  </a:lnTo>
                  <a:lnTo>
                    <a:pt x="29096" y="3546"/>
                  </a:lnTo>
                  <a:lnTo>
                    <a:pt x="29169" y="3235"/>
                  </a:lnTo>
                  <a:lnTo>
                    <a:pt x="29224" y="2932"/>
                  </a:lnTo>
                  <a:lnTo>
                    <a:pt x="29279" y="2648"/>
                  </a:lnTo>
                  <a:lnTo>
                    <a:pt x="29316" y="2383"/>
                  </a:lnTo>
                  <a:lnTo>
                    <a:pt x="29353" y="2126"/>
                  </a:lnTo>
                  <a:lnTo>
                    <a:pt x="29398" y="1659"/>
                  </a:lnTo>
                  <a:lnTo>
                    <a:pt x="29426" y="1246"/>
                  </a:lnTo>
                  <a:lnTo>
                    <a:pt x="29426" y="898"/>
                  </a:lnTo>
                  <a:lnTo>
                    <a:pt x="29417" y="614"/>
                  </a:lnTo>
                  <a:lnTo>
                    <a:pt x="29398" y="385"/>
                  </a:lnTo>
                  <a:lnTo>
                    <a:pt x="29380" y="220"/>
                  </a:lnTo>
                  <a:lnTo>
                    <a:pt x="29362" y="92"/>
                  </a:lnTo>
                  <a:lnTo>
                    <a:pt x="29050" y="73"/>
                  </a:lnTo>
                  <a:lnTo>
                    <a:pt x="28180" y="46"/>
                  </a:lnTo>
                  <a:lnTo>
                    <a:pt x="27566" y="28"/>
                  </a:lnTo>
                  <a:lnTo>
                    <a:pt x="26823" y="9"/>
                  </a:lnTo>
                  <a:lnTo>
                    <a:pt x="259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38"/>
          <p:cNvGrpSpPr/>
          <p:nvPr/>
        </p:nvGrpSpPr>
        <p:grpSpPr>
          <a:xfrm>
            <a:off x="5868500" y="1755450"/>
            <a:ext cx="3172800" cy="3168075"/>
            <a:chOff x="5971100" y="1743700"/>
            <a:chExt cx="3172800" cy="3168075"/>
          </a:xfrm>
        </p:grpSpPr>
        <p:cxnSp>
          <p:nvCxnSpPr>
            <p:cNvPr id="404" name="Google Shape;404;p38"/>
            <p:cNvCxnSpPr/>
            <p:nvPr/>
          </p:nvCxnSpPr>
          <p:spPr>
            <a:xfrm>
              <a:off x="5971100" y="4551600"/>
              <a:ext cx="3172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05" name="Google Shape;405;p38"/>
            <p:cNvSpPr/>
            <p:nvPr/>
          </p:nvSpPr>
          <p:spPr>
            <a:xfrm flipH="1">
              <a:off x="8346095" y="3527612"/>
              <a:ext cx="119855" cy="212592"/>
            </a:xfrm>
            <a:custGeom>
              <a:avLst/>
              <a:gdLst/>
              <a:ahLst/>
              <a:cxnLst/>
              <a:rect l="l" t="t" r="r" b="b"/>
              <a:pathLst>
                <a:path w="862" h="1529" extrusionOk="0">
                  <a:moveTo>
                    <a:pt x="0" y="0"/>
                  </a:moveTo>
                  <a:lnTo>
                    <a:pt x="0" y="1528"/>
                  </a:lnTo>
                  <a:lnTo>
                    <a:pt x="862" y="1528"/>
                  </a:lnTo>
                  <a:lnTo>
                    <a:pt x="8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8"/>
            <p:cNvSpPr/>
            <p:nvPr/>
          </p:nvSpPr>
          <p:spPr>
            <a:xfrm flipH="1">
              <a:off x="8338865" y="3520381"/>
              <a:ext cx="134315" cy="226913"/>
            </a:xfrm>
            <a:custGeom>
              <a:avLst/>
              <a:gdLst/>
              <a:ahLst/>
              <a:cxnLst/>
              <a:rect l="l" t="t" r="r" b="b"/>
              <a:pathLst>
                <a:path w="966" h="1632" extrusionOk="0">
                  <a:moveTo>
                    <a:pt x="863" y="103"/>
                  </a:moveTo>
                  <a:lnTo>
                    <a:pt x="863" y="1529"/>
                  </a:lnTo>
                  <a:lnTo>
                    <a:pt x="104" y="1529"/>
                  </a:lnTo>
                  <a:lnTo>
                    <a:pt x="104" y="103"/>
                  </a:lnTo>
                  <a:close/>
                  <a:moveTo>
                    <a:pt x="52" y="1"/>
                  </a:moveTo>
                  <a:cubicBezTo>
                    <a:pt x="24" y="1"/>
                    <a:pt x="1" y="23"/>
                    <a:pt x="1" y="52"/>
                  </a:cubicBezTo>
                  <a:lnTo>
                    <a:pt x="1" y="1580"/>
                  </a:lnTo>
                  <a:cubicBezTo>
                    <a:pt x="1" y="1609"/>
                    <a:pt x="24" y="1632"/>
                    <a:pt x="52" y="1632"/>
                  </a:cubicBezTo>
                  <a:lnTo>
                    <a:pt x="914" y="1632"/>
                  </a:lnTo>
                  <a:cubicBezTo>
                    <a:pt x="942" y="1632"/>
                    <a:pt x="965" y="1609"/>
                    <a:pt x="965" y="1580"/>
                  </a:cubicBezTo>
                  <a:lnTo>
                    <a:pt x="965" y="52"/>
                  </a:lnTo>
                  <a:cubicBezTo>
                    <a:pt x="965" y="23"/>
                    <a:pt x="942" y="1"/>
                    <a:pt x="9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8"/>
            <p:cNvSpPr/>
            <p:nvPr/>
          </p:nvSpPr>
          <p:spPr>
            <a:xfrm flipH="1">
              <a:off x="8109722" y="2672502"/>
              <a:ext cx="610953" cy="926841"/>
            </a:xfrm>
            <a:custGeom>
              <a:avLst/>
              <a:gdLst/>
              <a:ahLst/>
              <a:cxnLst/>
              <a:rect l="l" t="t" r="r" b="b"/>
              <a:pathLst>
                <a:path w="4394" h="6666" extrusionOk="0">
                  <a:moveTo>
                    <a:pt x="2737" y="104"/>
                  </a:moveTo>
                  <a:cubicBezTo>
                    <a:pt x="3593" y="104"/>
                    <a:pt x="4290" y="801"/>
                    <a:pt x="4290" y="1657"/>
                  </a:cubicBezTo>
                  <a:lnTo>
                    <a:pt x="4290" y="5010"/>
                  </a:lnTo>
                  <a:cubicBezTo>
                    <a:pt x="4290" y="5867"/>
                    <a:pt x="3593" y="6564"/>
                    <a:pt x="2737" y="6564"/>
                  </a:cubicBezTo>
                  <a:lnTo>
                    <a:pt x="1657" y="6564"/>
                  </a:lnTo>
                  <a:cubicBezTo>
                    <a:pt x="801" y="6564"/>
                    <a:pt x="104" y="5867"/>
                    <a:pt x="104" y="5010"/>
                  </a:cubicBezTo>
                  <a:lnTo>
                    <a:pt x="104" y="1657"/>
                  </a:lnTo>
                  <a:cubicBezTo>
                    <a:pt x="104" y="801"/>
                    <a:pt x="801" y="104"/>
                    <a:pt x="1657" y="104"/>
                  </a:cubicBezTo>
                  <a:close/>
                  <a:moveTo>
                    <a:pt x="1656" y="1"/>
                  </a:moveTo>
                  <a:cubicBezTo>
                    <a:pt x="744" y="1"/>
                    <a:pt x="1" y="744"/>
                    <a:pt x="1" y="1657"/>
                  </a:cubicBezTo>
                  <a:lnTo>
                    <a:pt x="1" y="5010"/>
                  </a:lnTo>
                  <a:cubicBezTo>
                    <a:pt x="1" y="5924"/>
                    <a:pt x="743" y="6666"/>
                    <a:pt x="1656" y="6666"/>
                  </a:cubicBezTo>
                  <a:lnTo>
                    <a:pt x="2737" y="6666"/>
                  </a:lnTo>
                  <a:cubicBezTo>
                    <a:pt x="3650" y="6666"/>
                    <a:pt x="4393" y="5924"/>
                    <a:pt x="4393" y="5010"/>
                  </a:cubicBezTo>
                  <a:lnTo>
                    <a:pt x="4393" y="1657"/>
                  </a:lnTo>
                  <a:cubicBezTo>
                    <a:pt x="4393" y="744"/>
                    <a:pt x="3650" y="1"/>
                    <a:pt x="27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8"/>
            <p:cNvSpPr/>
            <p:nvPr/>
          </p:nvSpPr>
          <p:spPr>
            <a:xfrm flipH="1">
              <a:off x="8594007" y="4803185"/>
              <a:ext cx="101362" cy="101499"/>
            </a:xfrm>
            <a:custGeom>
              <a:avLst/>
              <a:gdLst/>
              <a:ahLst/>
              <a:cxnLst/>
              <a:rect l="l" t="t" r="r" b="b"/>
              <a:pathLst>
                <a:path w="729" h="730" extrusionOk="0">
                  <a:moveTo>
                    <a:pt x="365" y="1"/>
                  </a:moveTo>
                  <a:cubicBezTo>
                    <a:pt x="164" y="1"/>
                    <a:pt x="0" y="164"/>
                    <a:pt x="0" y="365"/>
                  </a:cubicBezTo>
                  <a:cubicBezTo>
                    <a:pt x="0" y="566"/>
                    <a:pt x="164" y="729"/>
                    <a:pt x="365" y="729"/>
                  </a:cubicBezTo>
                  <a:cubicBezTo>
                    <a:pt x="566" y="729"/>
                    <a:pt x="729" y="566"/>
                    <a:pt x="729" y="365"/>
                  </a:cubicBezTo>
                  <a:cubicBezTo>
                    <a:pt x="729" y="164"/>
                    <a:pt x="566" y="1"/>
                    <a:pt x="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8"/>
            <p:cNvSpPr/>
            <p:nvPr/>
          </p:nvSpPr>
          <p:spPr>
            <a:xfrm flipH="1">
              <a:off x="8586777" y="4796094"/>
              <a:ext cx="115822" cy="115681"/>
            </a:xfrm>
            <a:custGeom>
              <a:avLst/>
              <a:gdLst/>
              <a:ahLst/>
              <a:cxnLst/>
              <a:rect l="l" t="t" r="r" b="b"/>
              <a:pathLst>
                <a:path w="833" h="832" extrusionOk="0">
                  <a:moveTo>
                    <a:pt x="417" y="103"/>
                  </a:moveTo>
                  <a:cubicBezTo>
                    <a:pt x="590" y="103"/>
                    <a:pt x="729" y="244"/>
                    <a:pt x="729" y="416"/>
                  </a:cubicBezTo>
                  <a:cubicBezTo>
                    <a:pt x="729" y="589"/>
                    <a:pt x="590" y="729"/>
                    <a:pt x="417" y="729"/>
                  </a:cubicBezTo>
                  <a:cubicBezTo>
                    <a:pt x="244" y="729"/>
                    <a:pt x="104" y="589"/>
                    <a:pt x="104" y="416"/>
                  </a:cubicBezTo>
                  <a:cubicBezTo>
                    <a:pt x="104" y="244"/>
                    <a:pt x="244" y="103"/>
                    <a:pt x="417" y="103"/>
                  </a:cubicBezTo>
                  <a:close/>
                  <a:moveTo>
                    <a:pt x="417" y="0"/>
                  </a:moveTo>
                  <a:cubicBezTo>
                    <a:pt x="188" y="0"/>
                    <a:pt x="1" y="187"/>
                    <a:pt x="1" y="416"/>
                  </a:cubicBezTo>
                  <a:cubicBezTo>
                    <a:pt x="1" y="646"/>
                    <a:pt x="188" y="831"/>
                    <a:pt x="417" y="831"/>
                  </a:cubicBezTo>
                  <a:cubicBezTo>
                    <a:pt x="646" y="831"/>
                    <a:pt x="832" y="646"/>
                    <a:pt x="832" y="416"/>
                  </a:cubicBezTo>
                  <a:cubicBezTo>
                    <a:pt x="832" y="187"/>
                    <a:pt x="646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8"/>
            <p:cNvSpPr/>
            <p:nvPr/>
          </p:nvSpPr>
          <p:spPr>
            <a:xfrm flipH="1">
              <a:off x="7604445" y="4803185"/>
              <a:ext cx="101362" cy="101499"/>
            </a:xfrm>
            <a:custGeom>
              <a:avLst/>
              <a:gdLst/>
              <a:ahLst/>
              <a:cxnLst/>
              <a:rect l="l" t="t" r="r" b="b"/>
              <a:pathLst>
                <a:path w="729" h="730" extrusionOk="0">
                  <a:moveTo>
                    <a:pt x="365" y="1"/>
                  </a:moveTo>
                  <a:cubicBezTo>
                    <a:pt x="164" y="1"/>
                    <a:pt x="1" y="164"/>
                    <a:pt x="1" y="365"/>
                  </a:cubicBezTo>
                  <a:cubicBezTo>
                    <a:pt x="1" y="566"/>
                    <a:pt x="164" y="729"/>
                    <a:pt x="365" y="729"/>
                  </a:cubicBezTo>
                  <a:cubicBezTo>
                    <a:pt x="566" y="729"/>
                    <a:pt x="729" y="566"/>
                    <a:pt x="729" y="365"/>
                  </a:cubicBezTo>
                  <a:cubicBezTo>
                    <a:pt x="729" y="164"/>
                    <a:pt x="566" y="1"/>
                    <a:pt x="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8"/>
            <p:cNvSpPr/>
            <p:nvPr/>
          </p:nvSpPr>
          <p:spPr>
            <a:xfrm flipH="1">
              <a:off x="7597215" y="4796094"/>
              <a:ext cx="115683" cy="115681"/>
            </a:xfrm>
            <a:custGeom>
              <a:avLst/>
              <a:gdLst/>
              <a:ahLst/>
              <a:cxnLst/>
              <a:rect l="l" t="t" r="r" b="b"/>
              <a:pathLst>
                <a:path w="832" h="832" extrusionOk="0">
                  <a:moveTo>
                    <a:pt x="416" y="103"/>
                  </a:moveTo>
                  <a:cubicBezTo>
                    <a:pt x="589" y="103"/>
                    <a:pt x="728" y="244"/>
                    <a:pt x="728" y="416"/>
                  </a:cubicBezTo>
                  <a:cubicBezTo>
                    <a:pt x="728" y="589"/>
                    <a:pt x="589" y="729"/>
                    <a:pt x="416" y="729"/>
                  </a:cubicBezTo>
                  <a:cubicBezTo>
                    <a:pt x="244" y="729"/>
                    <a:pt x="103" y="589"/>
                    <a:pt x="103" y="416"/>
                  </a:cubicBezTo>
                  <a:cubicBezTo>
                    <a:pt x="103" y="244"/>
                    <a:pt x="244" y="103"/>
                    <a:pt x="416" y="103"/>
                  </a:cubicBezTo>
                  <a:close/>
                  <a:moveTo>
                    <a:pt x="416" y="0"/>
                  </a:moveTo>
                  <a:cubicBezTo>
                    <a:pt x="187" y="0"/>
                    <a:pt x="0" y="187"/>
                    <a:pt x="0" y="416"/>
                  </a:cubicBezTo>
                  <a:cubicBezTo>
                    <a:pt x="0" y="646"/>
                    <a:pt x="187" y="831"/>
                    <a:pt x="416" y="831"/>
                  </a:cubicBezTo>
                  <a:cubicBezTo>
                    <a:pt x="646" y="831"/>
                    <a:pt x="831" y="646"/>
                    <a:pt x="831" y="416"/>
                  </a:cubicBezTo>
                  <a:cubicBezTo>
                    <a:pt x="831" y="187"/>
                    <a:pt x="646" y="0"/>
                    <a:pt x="4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8"/>
            <p:cNvSpPr/>
            <p:nvPr/>
          </p:nvSpPr>
          <p:spPr>
            <a:xfrm flipH="1">
              <a:off x="8125297" y="4803185"/>
              <a:ext cx="46996" cy="101499"/>
            </a:xfrm>
            <a:custGeom>
              <a:avLst/>
              <a:gdLst/>
              <a:ahLst/>
              <a:cxnLst/>
              <a:rect l="l" t="t" r="r" b="b"/>
              <a:pathLst>
                <a:path w="338" h="730" extrusionOk="0">
                  <a:moveTo>
                    <a:pt x="169" y="1"/>
                  </a:moveTo>
                  <a:cubicBezTo>
                    <a:pt x="76" y="1"/>
                    <a:pt x="0" y="164"/>
                    <a:pt x="0" y="365"/>
                  </a:cubicBezTo>
                  <a:cubicBezTo>
                    <a:pt x="0" y="566"/>
                    <a:pt x="76" y="729"/>
                    <a:pt x="169" y="729"/>
                  </a:cubicBezTo>
                  <a:cubicBezTo>
                    <a:pt x="262" y="729"/>
                    <a:pt x="338" y="566"/>
                    <a:pt x="338" y="365"/>
                  </a:cubicBezTo>
                  <a:cubicBezTo>
                    <a:pt x="338" y="164"/>
                    <a:pt x="26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8"/>
            <p:cNvSpPr/>
            <p:nvPr/>
          </p:nvSpPr>
          <p:spPr>
            <a:xfrm flipH="1">
              <a:off x="8118066" y="4796094"/>
              <a:ext cx="61457" cy="115681"/>
            </a:xfrm>
            <a:custGeom>
              <a:avLst/>
              <a:gdLst/>
              <a:ahLst/>
              <a:cxnLst/>
              <a:rect l="l" t="t" r="r" b="b"/>
              <a:pathLst>
                <a:path w="442" h="832" extrusionOk="0">
                  <a:moveTo>
                    <a:pt x="221" y="103"/>
                  </a:moveTo>
                  <a:cubicBezTo>
                    <a:pt x="269" y="103"/>
                    <a:pt x="339" y="225"/>
                    <a:pt x="339" y="416"/>
                  </a:cubicBezTo>
                  <a:cubicBezTo>
                    <a:pt x="339" y="607"/>
                    <a:pt x="269" y="729"/>
                    <a:pt x="221" y="729"/>
                  </a:cubicBezTo>
                  <a:cubicBezTo>
                    <a:pt x="173" y="729"/>
                    <a:pt x="103" y="607"/>
                    <a:pt x="103" y="416"/>
                  </a:cubicBezTo>
                  <a:cubicBezTo>
                    <a:pt x="103" y="225"/>
                    <a:pt x="173" y="103"/>
                    <a:pt x="221" y="103"/>
                  </a:cubicBezTo>
                  <a:close/>
                  <a:moveTo>
                    <a:pt x="221" y="0"/>
                  </a:moveTo>
                  <a:cubicBezTo>
                    <a:pt x="95" y="0"/>
                    <a:pt x="1" y="180"/>
                    <a:pt x="1" y="416"/>
                  </a:cubicBezTo>
                  <a:cubicBezTo>
                    <a:pt x="1" y="653"/>
                    <a:pt x="95" y="831"/>
                    <a:pt x="221" y="831"/>
                  </a:cubicBezTo>
                  <a:cubicBezTo>
                    <a:pt x="347" y="831"/>
                    <a:pt x="441" y="653"/>
                    <a:pt x="441" y="416"/>
                  </a:cubicBezTo>
                  <a:cubicBezTo>
                    <a:pt x="441" y="180"/>
                    <a:pt x="347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8"/>
            <p:cNvSpPr/>
            <p:nvPr/>
          </p:nvSpPr>
          <p:spPr>
            <a:xfrm flipH="1">
              <a:off x="7604441" y="3852831"/>
              <a:ext cx="1088425" cy="972029"/>
            </a:xfrm>
            <a:custGeom>
              <a:avLst/>
              <a:gdLst/>
              <a:ahLst/>
              <a:cxnLst/>
              <a:rect l="l" t="t" r="r" b="b"/>
              <a:pathLst>
                <a:path w="7828" h="6991" extrusionOk="0">
                  <a:moveTo>
                    <a:pt x="3530" y="1"/>
                  </a:moveTo>
                  <a:lnTo>
                    <a:pt x="3530" y="5244"/>
                  </a:lnTo>
                  <a:lnTo>
                    <a:pt x="0" y="6640"/>
                  </a:lnTo>
                  <a:lnTo>
                    <a:pt x="0" y="6991"/>
                  </a:lnTo>
                  <a:lnTo>
                    <a:pt x="513" y="6991"/>
                  </a:lnTo>
                  <a:lnTo>
                    <a:pt x="513" y="6694"/>
                  </a:lnTo>
                  <a:lnTo>
                    <a:pt x="3914" y="5993"/>
                  </a:lnTo>
                  <a:lnTo>
                    <a:pt x="7315" y="6694"/>
                  </a:lnTo>
                  <a:lnTo>
                    <a:pt x="7315" y="6991"/>
                  </a:lnTo>
                  <a:lnTo>
                    <a:pt x="7828" y="6991"/>
                  </a:lnTo>
                  <a:lnTo>
                    <a:pt x="7828" y="6640"/>
                  </a:lnTo>
                  <a:lnTo>
                    <a:pt x="4245" y="5223"/>
                  </a:lnTo>
                  <a:lnTo>
                    <a:pt x="42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8"/>
            <p:cNvSpPr/>
            <p:nvPr/>
          </p:nvSpPr>
          <p:spPr>
            <a:xfrm flipH="1">
              <a:off x="7597211" y="3845740"/>
              <a:ext cx="1102746" cy="986350"/>
            </a:xfrm>
            <a:custGeom>
              <a:avLst/>
              <a:gdLst/>
              <a:ahLst/>
              <a:cxnLst/>
              <a:rect l="l" t="t" r="r" b="b"/>
              <a:pathLst>
                <a:path w="7931" h="7094" extrusionOk="0">
                  <a:moveTo>
                    <a:pt x="4244" y="103"/>
                  </a:moveTo>
                  <a:lnTo>
                    <a:pt x="4244" y="5274"/>
                  </a:lnTo>
                  <a:cubicBezTo>
                    <a:pt x="4244" y="5295"/>
                    <a:pt x="4257" y="5314"/>
                    <a:pt x="4277" y="5322"/>
                  </a:cubicBezTo>
                  <a:lnTo>
                    <a:pt x="7827" y="6726"/>
                  </a:lnTo>
                  <a:lnTo>
                    <a:pt x="7827" y="6991"/>
                  </a:lnTo>
                  <a:lnTo>
                    <a:pt x="7417" y="6991"/>
                  </a:lnTo>
                  <a:lnTo>
                    <a:pt x="7417" y="6745"/>
                  </a:lnTo>
                  <a:cubicBezTo>
                    <a:pt x="7417" y="6721"/>
                    <a:pt x="7400" y="6700"/>
                    <a:pt x="7376" y="6695"/>
                  </a:cubicBezTo>
                  <a:lnTo>
                    <a:pt x="3976" y="5993"/>
                  </a:lnTo>
                  <a:cubicBezTo>
                    <a:pt x="3972" y="5992"/>
                    <a:pt x="3968" y="5992"/>
                    <a:pt x="3965" y="5992"/>
                  </a:cubicBezTo>
                  <a:cubicBezTo>
                    <a:pt x="3962" y="5992"/>
                    <a:pt x="3958" y="5992"/>
                    <a:pt x="3955" y="5993"/>
                  </a:cubicBezTo>
                  <a:lnTo>
                    <a:pt x="554" y="6695"/>
                  </a:lnTo>
                  <a:cubicBezTo>
                    <a:pt x="531" y="6700"/>
                    <a:pt x="513" y="6721"/>
                    <a:pt x="513" y="6745"/>
                  </a:cubicBezTo>
                  <a:lnTo>
                    <a:pt x="513" y="6991"/>
                  </a:lnTo>
                  <a:lnTo>
                    <a:pt x="103" y="6991"/>
                  </a:lnTo>
                  <a:lnTo>
                    <a:pt x="103" y="6726"/>
                  </a:lnTo>
                  <a:lnTo>
                    <a:pt x="3600" y="5344"/>
                  </a:lnTo>
                  <a:cubicBezTo>
                    <a:pt x="3619" y="5335"/>
                    <a:pt x="3632" y="5316"/>
                    <a:pt x="3632" y="5295"/>
                  </a:cubicBezTo>
                  <a:lnTo>
                    <a:pt x="3632" y="103"/>
                  </a:lnTo>
                  <a:close/>
                  <a:moveTo>
                    <a:pt x="3581" y="0"/>
                  </a:moveTo>
                  <a:cubicBezTo>
                    <a:pt x="3553" y="0"/>
                    <a:pt x="3529" y="23"/>
                    <a:pt x="3529" y="52"/>
                  </a:cubicBezTo>
                  <a:lnTo>
                    <a:pt x="3529" y="5261"/>
                  </a:lnTo>
                  <a:lnTo>
                    <a:pt x="32" y="6643"/>
                  </a:lnTo>
                  <a:cubicBezTo>
                    <a:pt x="13" y="6652"/>
                    <a:pt x="1" y="6670"/>
                    <a:pt x="1" y="6691"/>
                  </a:cubicBezTo>
                  <a:lnTo>
                    <a:pt x="1" y="7042"/>
                  </a:lnTo>
                  <a:cubicBezTo>
                    <a:pt x="1" y="7070"/>
                    <a:pt x="23" y="7093"/>
                    <a:pt x="51" y="7093"/>
                  </a:cubicBezTo>
                  <a:lnTo>
                    <a:pt x="564" y="7093"/>
                  </a:lnTo>
                  <a:cubicBezTo>
                    <a:pt x="593" y="7093"/>
                    <a:pt x="616" y="7070"/>
                    <a:pt x="616" y="7042"/>
                  </a:cubicBezTo>
                  <a:lnTo>
                    <a:pt x="616" y="6787"/>
                  </a:lnTo>
                  <a:lnTo>
                    <a:pt x="3965" y="6096"/>
                  </a:lnTo>
                  <a:lnTo>
                    <a:pt x="7314" y="6787"/>
                  </a:lnTo>
                  <a:lnTo>
                    <a:pt x="7314" y="7042"/>
                  </a:lnTo>
                  <a:cubicBezTo>
                    <a:pt x="7314" y="7070"/>
                    <a:pt x="7337" y="7093"/>
                    <a:pt x="7366" y="7093"/>
                  </a:cubicBezTo>
                  <a:lnTo>
                    <a:pt x="7879" y="7093"/>
                  </a:lnTo>
                  <a:cubicBezTo>
                    <a:pt x="7907" y="7093"/>
                    <a:pt x="7930" y="7070"/>
                    <a:pt x="7929" y="7042"/>
                  </a:cubicBezTo>
                  <a:lnTo>
                    <a:pt x="7929" y="6691"/>
                  </a:lnTo>
                  <a:cubicBezTo>
                    <a:pt x="7929" y="6670"/>
                    <a:pt x="7917" y="6652"/>
                    <a:pt x="7897" y="6643"/>
                  </a:cubicBezTo>
                  <a:lnTo>
                    <a:pt x="4347" y="5239"/>
                  </a:lnTo>
                  <a:lnTo>
                    <a:pt x="4347" y="52"/>
                  </a:lnTo>
                  <a:cubicBezTo>
                    <a:pt x="4347" y="23"/>
                    <a:pt x="4324" y="0"/>
                    <a:pt x="42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8"/>
            <p:cNvSpPr/>
            <p:nvPr/>
          </p:nvSpPr>
          <p:spPr>
            <a:xfrm flipH="1">
              <a:off x="8113200" y="4588921"/>
              <a:ext cx="71190" cy="235812"/>
            </a:xfrm>
            <a:custGeom>
              <a:avLst/>
              <a:gdLst/>
              <a:ahLst/>
              <a:cxnLst/>
              <a:rect l="l" t="t" r="r" b="b"/>
              <a:pathLst>
                <a:path w="512" h="1696" extrusionOk="0">
                  <a:moveTo>
                    <a:pt x="1" y="1"/>
                  </a:moveTo>
                  <a:lnTo>
                    <a:pt x="78" y="1696"/>
                  </a:lnTo>
                  <a:lnTo>
                    <a:pt x="434" y="1696"/>
                  </a:lnTo>
                  <a:lnTo>
                    <a:pt x="5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8"/>
            <p:cNvSpPr/>
            <p:nvPr/>
          </p:nvSpPr>
          <p:spPr>
            <a:xfrm flipH="1">
              <a:off x="8105970" y="4581830"/>
              <a:ext cx="85650" cy="250133"/>
            </a:xfrm>
            <a:custGeom>
              <a:avLst/>
              <a:gdLst/>
              <a:ahLst/>
              <a:cxnLst/>
              <a:rect l="l" t="t" r="r" b="b"/>
              <a:pathLst>
                <a:path w="616" h="1799" extrusionOk="0">
                  <a:moveTo>
                    <a:pt x="510" y="103"/>
                  </a:moveTo>
                  <a:lnTo>
                    <a:pt x="438" y="1695"/>
                  </a:lnTo>
                  <a:lnTo>
                    <a:pt x="178" y="1695"/>
                  </a:lnTo>
                  <a:lnTo>
                    <a:pt x="106" y="103"/>
                  </a:lnTo>
                  <a:close/>
                  <a:moveTo>
                    <a:pt x="53" y="0"/>
                  </a:moveTo>
                  <a:cubicBezTo>
                    <a:pt x="38" y="0"/>
                    <a:pt x="26" y="7"/>
                    <a:pt x="15" y="16"/>
                  </a:cubicBezTo>
                  <a:cubicBezTo>
                    <a:pt x="6" y="27"/>
                    <a:pt x="0" y="40"/>
                    <a:pt x="2" y="54"/>
                  </a:cubicBezTo>
                  <a:lnTo>
                    <a:pt x="78" y="1749"/>
                  </a:lnTo>
                  <a:cubicBezTo>
                    <a:pt x="79" y="1776"/>
                    <a:pt x="102" y="1798"/>
                    <a:pt x="130" y="1798"/>
                  </a:cubicBezTo>
                  <a:lnTo>
                    <a:pt x="486" y="1798"/>
                  </a:lnTo>
                  <a:cubicBezTo>
                    <a:pt x="515" y="1798"/>
                    <a:pt x="537" y="1776"/>
                    <a:pt x="538" y="1749"/>
                  </a:cubicBezTo>
                  <a:lnTo>
                    <a:pt x="616" y="54"/>
                  </a:lnTo>
                  <a:cubicBezTo>
                    <a:pt x="616" y="40"/>
                    <a:pt x="610" y="27"/>
                    <a:pt x="601" y="16"/>
                  </a:cubicBezTo>
                  <a:cubicBezTo>
                    <a:pt x="591" y="7"/>
                    <a:pt x="578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8"/>
            <p:cNvSpPr/>
            <p:nvPr/>
          </p:nvSpPr>
          <p:spPr>
            <a:xfrm flipH="1">
              <a:off x="8026020" y="3825162"/>
              <a:ext cx="253057" cy="150302"/>
            </a:xfrm>
            <a:custGeom>
              <a:avLst/>
              <a:gdLst/>
              <a:ahLst/>
              <a:cxnLst/>
              <a:rect l="l" t="t" r="r" b="b"/>
              <a:pathLst>
                <a:path w="1820" h="1081" extrusionOk="0">
                  <a:moveTo>
                    <a:pt x="1" y="0"/>
                  </a:moveTo>
                  <a:lnTo>
                    <a:pt x="1" y="1080"/>
                  </a:lnTo>
                  <a:lnTo>
                    <a:pt x="1820" y="1080"/>
                  </a:lnTo>
                  <a:lnTo>
                    <a:pt x="18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8"/>
            <p:cNvSpPr/>
            <p:nvPr/>
          </p:nvSpPr>
          <p:spPr>
            <a:xfrm flipH="1">
              <a:off x="8018929" y="3818071"/>
              <a:ext cx="267240" cy="164484"/>
            </a:xfrm>
            <a:custGeom>
              <a:avLst/>
              <a:gdLst/>
              <a:ahLst/>
              <a:cxnLst/>
              <a:rect l="l" t="t" r="r" b="b"/>
              <a:pathLst>
                <a:path w="1922" h="1183" extrusionOk="0">
                  <a:moveTo>
                    <a:pt x="1819" y="103"/>
                  </a:moveTo>
                  <a:lnTo>
                    <a:pt x="1819" y="1080"/>
                  </a:lnTo>
                  <a:lnTo>
                    <a:pt x="103" y="1080"/>
                  </a:lnTo>
                  <a:lnTo>
                    <a:pt x="103" y="103"/>
                  </a:lnTo>
                  <a:close/>
                  <a:moveTo>
                    <a:pt x="52" y="1"/>
                  </a:moveTo>
                  <a:cubicBezTo>
                    <a:pt x="23" y="1"/>
                    <a:pt x="0" y="23"/>
                    <a:pt x="0" y="52"/>
                  </a:cubicBezTo>
                  <a:lnTo>
                    <a:pt x="0" y="1131"/>
                  </a:lnTo>
                  <a:cubicBezTo>
                    <a:pt x="0" y="1160"/>
                    <a:pt x="23" y="1183"/>
                    <a:pt x="52" y="1183"/>
                  </a:cubicBezTo>
                  <a:lnTo>
                    <a:pt x="1871" y="1183"/>
                  </a:lnTo>
                  <a:cubicBezTo>
                    <a:pt x="1899" y="1183"/>
                    <a:pt x="1921" y="1160"/>
                    <a:pt x="1921" y="1131"/>
                  </a:cubicBezTo>
                  <a:lnTo>
                    <a:pt x="1921" y="52"/>
                  </a:lnTo>
                  <a:cubicBezTo>
                    <a:pt x="1921" y="23"/>
                    <a:pt x="1899" y="1"/>
                    <a:pt x="1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8"/>
            <p:cNvSpPr/>
            <p:nvPr/>
          </p:nvSpPr>
          <p:spPr>
            <a:xfrm flipH="1">
              <a:off x="7702884" y="3679724"/>
              <a:ext cx="923103" cy="208004"/>
            </a:xfrm>
            <a:custGeom>
              <a:avLst/>
              <a:gdLst/>
              <a:ahLst/>
              <a:cxnLst/>
              <a:rect l="l" t="t" r="r" b="b"/>
              <a:pathLst>
                <a:path w="6639" h="1496" extrusionOk="0">
                  <a:moveTo>
                    <a:pt x="5980" y="104"/>
                  </a:moveTo>
                  <a:cubicBezTo>
                    <a:pt x="6287" y="104"/>
                    <a:pt x="6536" y="354"/>
                    <a:pt x="6536" y="659"/>
                  </a:cubicBezTo>
                  <a:lnTo>
                    <a:pt x="6536" y="837"/>
                  </a:lnTo>
                  <a:cubicBezTo>
                    <a:pt x="6536" y="1144"/>
                    <a:pt x="6287" y="1393"/>
                    <a:pt x="5980" y="1393"/>
                  </a:cubicBezTo>
                  <a:lnTo>
                    <a:pt x="660" y="1393"/>
                  </a:lnTo>
                  <a:cubicBezTo>
                    <a:pt x="354" y="1393"/>
                    <a:pt x="104" y="1144"/>
                    <a:pt x="104" y="837"/>
                  </a:cubicBezTo>
                  <a:lnTo>
                    <a:pt x="104" y="659"/>
                  </a:lnTo>
                  <a:cubicBezTo>
                    <a:pt x="104" y="354"/>
                    <a:pt x="354" y="104"/>
                    <a:pt x="660" y="104"/>
                  </a:cubicBezTo>
                  <a:close/>
                  <a:moveTo>
                    <a:pt x="660" y="1"/>
                  </a:moveTo>
                  <a:cubicBezTo>
                    <a:pt x="297" y="1"/>
                    <a:pt x="1" y="297"/>
                    <a:pt x="1" y="659"/>
                  </a:cubicBezTo>
                  <a:lnTo>
                    <a:pt x="1" y="837"/>
                  </a:lnTo>
                  <a:cubicBezTo>
                    <a:pt x="1" y="1201"/>
                    <a:pt x="297" y="1496"/>
                    <a:pt x="660" y="1496"/>
                  </a:cubicBezTo>
                  <a:lnTo>
                    <a:pt x="5980" y="1496"/>
                  </a:lnTo>
                  <a:cubicBezTo>
                    <a:pt x="6344" y="1496"/>
                    <a:pt x="6638" y="1201"/>
                    <a:pt x="6638" y="837"/>
                  </a:cubicBezTo>
                  <a:lnTo>
                    <a:pt x="6638" y="659"/>
                  </a:lnTo>
                  <a:cubicBezTo>
                    <a:pt x="6638" y="297"/>
                    <a:pt x="6344" y="1"/>
                    <a:pt x="59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8"/>
            <p:cNvSpPr/>
            <p:nvPr/>
          </p:nvSpPr>
          <p:spPr>
            <a:xfrm flipH="1">
              <a:off x="6729592" y="4135782"/>
              <a:ext cx="490403" cy="343985"/>
            </a:xfrm>
            <a:custGeom>
              <a:avLst/>
              <a:gdLst/>
              <a:ahLst/>
              <a:cxnLst/>
              <a:rect l="l" t="t" r="r" b="b"/>
              <a:pathLst>
                <a:path w="3527" h="2474" extrusionOk="0">
                  <a:moveTo>
                    <a:pt x="1026" y="1"/>
                  </a:moveTo>
                  <a:lnTo>
                    <a:pt x="1" y="423"/>
                  </a:lnTo>
                  <a:cubicBezTo>
                    <a:pt x="1" y="423"/>
                    <a:pt x="403" y="1045"/>
                    <a:pt x="624" y="1669"/>
                  </a:cubicBezTo>
                  <a:cubicBezTo>
                    <a:pt x="835" y="2264"/>
                    <a:pt x="954" y="2474"/>
                    <a:pt x="1052" y="2474"/>
                  </a:cubicBezTo>
                  <a:cubicBezTo>
                    <a:pt x="1057" y="2474"/>
                    <a:pt x="1061" y="2474"/>
                    <a:pt x="1066" y="2473"/>
                  </a:cubicBezTo>
                  <a:cubicBezTo>
                    <a:pt x="1167" y="2453"/>
                    <a:pt x="1952" y="2102"/>
                    <a:pt x="2313" y="1881"/>
                  </a:cubicBezTo>
                  <a:cubicBezTo>
                    <a:pt x="2675" y="1660"/>
                    <a:pt x="3375" y="1158"/>
                    <a:pt x="3456" y="997"/>
                  </a:cubicBezTo>
                  <a:cubicBezTo>
                    <a:pt x="3526" y="855"/>
                    <a:pt x="3488" y="729"/>
                    <a:pt x="3367" y="729"/>
                  </a:cubicBezTo>
                  <a:cubicBezTo>
                    <a:pt x="3351" y="729"/>
                    <a:pt x="3334" y="731"/>
                    <a:pt x="3315" y="736"/>
                  </a:cubicBezTo>
                  <a:cubicBezTo>
                    <a:pt x="3216" y="761"/>
                    <a:pt x="2816" y="766"/>
                    <a:pt x="2526" y="766"/>
                  </a:cubicBezTo>
                  <a:cubicBezTo>
                    <a:pt x="2348" y="766"/>
                    <a:pt x="2211" y="764"/>
                    <a:pt x="2211" y="764"/>
                  </a:cubicBezTo>
                  <a:lnTo>
                    <a:pt x="1569" y="805"/>
                  </a:lnTo>
                  <a:lnTo>
                    <a:pt x="10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8"/>
            <p:cNvSpPr/>
            <p:nvPr/>
          </p:nvSpPr>
          <p:spPr>
            <a:xfrm flipH="1">
              <a:off x="6725560" y="4128691"/>
              <a:ext cx="501804" cy="358306"/>
            </a:xfrm>
            <a:custGeom>
              <a:avLst/>
              <a:gdLst/>
              <a:ahLst/>
              <a:cxnLst/>
              <a:rect l="l" t="t" r="r" b="b"/>
              <a:pathLst>
                <a:path w="3609" h="2577" extrusionOk="0">
                  <a:moveTo>
                    <a:pt x="1059" y="115"/>
                  </a:moveTo>
                  <a:lnTo>
                    <a:pt x="1579" y="884"/>
                  </a:lnTo>
                  <a:cubicBezTo>
                    <a:pt x="1589" y="898"/>
                    <a:pt x="1604" y="906"/>
                    <a:pt x="1621" y="906"/>
                  </a:cubicBezTo>
                  <a:cubicBezTo>
                    <a:pt x="1622" y="906"/>
                    <a:pt x="1623" y="906"/>
                    <a:pt x="1624" y="906"/>
                  </a:cubicBezTo>
                  <a:lnTo>
                    <a:pt x="2263" y="866"/>
                  </a:lnTo>
                  <a:cubicBezTo>
                    <a:pt x="2277" y="867"/>
                    <a:pt x="2403" y="868"/>
                    <a:pt x="2567" y="868"/>
                  </a:cubicBezTo>
                  <a:cubicBezTo>
                    <a:pt x="2860" y="868"/>
                    <a:pt x="3274" y="863"/>
                    <a:pt x="3380" y="837"/>
                  </a:cubicBezTo>
                  <a:cubicBezTo>
                    <a:pt x="3392" y="834"/>
                    <a:pt x="3407" y="831"/>
                    <a:pt x="3421" y="831"/>
                  </a:cubicBezTo>
                  <a:cubicBezTo>
                    <a:pt x="3442" y="831"/>
                    <a:pt x="3462" y="837"/>
                    <a:pt x="3475" y="854"/>
                  </a:cubicBezTo>
                  <a:cubicBezTo>
                    <a:pt x="3497" y="881"/>
                    <a:pt x="3502" y="945"/>
                    <a:pt x="3463" y="1025"/>
                  </a:cubicBezTo>
                  <a:cubicBezTo>
                    <a:pt x="3392" y="1165"/>
                    <a:pt x="2732" y="1647"/>
                    <a:pt x="2340" y="1888"/>
                  </a:cubicBezTo>
                  <a:cubicBezTo>
                    <a:pt x="1983" y="2106"/>
                    <a:pt x="1200" y="2455"/>
                    <a:pt x="1108" y="2473"/>
                  </a:cubicBezTo>
                  <a:cubicBezTo>
                    <a:pt x="1107" y="2474"/>
                    <a:pt x="1105" y="2474"/>
                    <a:pt x="1103" y="2474"/>
                  </a:cubicBezTo>
                  <a:cubicBezTo>
                    <a:pt x="1052" y="2474"/>
                    <a:pt x="950" y="2335"/>
                    <a:pt x="725" y="1703"/>
                  </a:cubicBezTo>
                  <a:cubicBezTo>
                    <a:pt x="542" y="1184"/>
                    <a:pt x="230" y="662"/>
                    <a:pt x="129" y="498"/>
                  </a:cubicBezTo>
                  <a:lnTo>
                    <a:pt x="1059" y="115"/>
                  </a:lnTo>
                  <a:close/>
                  <a:moveTo>
                    <a:pt x="1079" y="1"/>
                  </a:moveTo>
                  <a:cubicBezTo>
                    <a:pt x="1073" y="1"/>
                    <a:pt x="1066" y="2"/>
                    <a:pt x="1059" y="5"/>
                  </a:cubicBezTo>
                  <a:lnTo>
                    <a:pt x="34" y="427"/>
                  </a:lnTo>
                  <a:cubicBezTo>
                    <a:pt x="20" y="432"/>
                    <a:pt x="9" y="443"/>
                    <a:pt x="4" y="458"/>
                  </a:cubicBezTo>
                  <a:cubicBezTo>
                    <a:pt x="0" y="473"/>
                    <a:pt x="2" y="489"/>
                    <a:pt x="11" y="501"/>
                  </a:cubicBezTo>
                  <a:cubicBezTo>
                    <a:pt x="15" y="507"/>
                    <a:pt x="411" y="1127"/>
                    <a:pt x="628" y="1736"/>
                  </a:cubicBezTo>
                  <a:cubicBezTo>
                    <a:pt x="847" y="2354"/>
                    <a:pt x="972" y="2576"/>
                    <a:pt x="1104" y="2576"/>
                  </a:cubicBezTo>
                  <a:cubicBezTo>
                    <a:pt x="1113" y="2576"/>
                    <a:pt x="1121" y="2575"/>
                    <a:pt x="1129" y="2574"/>
                  </a:cubicBezTo>
                  <a:cubicBezTo>
                    <a:pt x="1243" y="2551"/>
                    <a:pt x="2029" y="2198"/>
                    <a:pt x="2393" y="1976"/>
                  </a:cubicBezTo>
                  <a:cubicBezTo>
                    <a:pt x="2739" y="1764"/>
                    <a:pt x="3464" y="1253"/>
                    <a:pt x="3555" y="1071"/>
                  </a:cubicBezTo>
                  <a:cubicBezTo>
                    <a:pt x="3608" y="964"/>
                    <a:pt x="3608" y="856"/>
                    <a:pt x="3556" y="790"/>
                  </a:cubicBezTo>
                  <a:cubicBezTo>
                    <a:pt x="3524" y="750"/>
                    <a:pt x="3476" y="729"/>
                    <a:pt x="3420" y="729"/>
                  </a:cubicBezTo>
                  <a:cubicBezTo>
                    <a:pt x="3400" y="729"/>
                    <a:pt x="3378" y="732"/>
                    <a:pt x="3356" y="737"/>
                  </a:cubicBezTo>
                  <a:cubicBezTo>
                    <a:pt x="3262" y="761"/>
                    <a:pt x="2852" y="766"/>
                    <a:pt x="2538" y="766"/>
                  </a:cubicBezTo>
                  <a:cubicBezTo>
                    <a:pt x="2428" y="766"/>
                    <a:pt x="2330" y="765"/>
                    <a:pt x="2261" y="765"/>
                  </a:cubicBezTo>
                  <a:lnTo>
                    <a:pt x="1648" y="802"/>
                  </a:lnTo>
                  <a:lnTo>
                    <a:pt x="1121" y="22"/>
                  </a:lnTo>
                  <a:cubicBezTo>
                    <a:pt x="1111" y="8"/>
                    <a:pt x="1096" y="1"/>
                    <a:pt x="10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8"/>
            <p:cNvSpPr/>
            <p:nvPr/>
          </p:nvSpPr>
          <p:spPr>
            <a:xfrm flipH="1">
              <a:off x="6729592" y="4237005"/>
              <a:ext cx="403918" cy="242764"/>
            </a:xfrm>
            <a:custGeom>
              <a:avLst/>
              <a:gdLst/>
              <a:ahLst/>
              <a:cxnLst/>
              <a:rect l="l" t="t" r="r" b="b"/>
              <a:pathLst>
                <a:path w="2905" h="1746" extrusionOk="0">
                  <a:moveTo>
                    <a:pt x="2745" y="1"/>
                  </a:moveTo>
                  <a:cubicBezTo>
                    <a:pt x="2729" y="1"/>
                    <a:pt x="2712" y="3"/>
                    <a:pt x="2693" y="8"/>
                  </a:cubicBezTo>
                  <a:cubicBezTo>
                    <a:pt x="2594" y="33"/>
                    <a:pt x="2194" y="38"/>
                    <a:pt x="1904" y="38"/>
                  </a:cubicBezTo>
                  <a:cubicBezTo>
                    <a:pt x="1726" y="38"/>
                    <a:pt x="1589" y="36"/>
                    <a:pt x="1589" y="36"/>
                  </a:cubicBezTo>
                  <a:lnTo>
                    <a:pt x="946" y="77"/>
                  </a:lnTo>
                  <a:cubicBezTo>
                    <a:pt x="967" y="438"/>
                    <a:pt x="1046" y="619"/>
                    <a:pt x="1046" y="619"/>
                  </a:cubicBezTo>
                  <a:cubicBezTo>
                    <a:pt x="1046" y="619"/>
                    <a:pt x="143" y="840"/>
                    <a:pt x="1" y="941"/>
                  </a:cubicBezTo>
                  <a:cubicBezTo>
                    <a:pt x="213" y="1536"/>
                    <a:pt x="332" y="1746"/>
                    <a:pt x="430" y="1746"/>
                  </a:cubicBezTo>
                  <a:cubicBezTo>
                    <a:pt x="435" y="1746"/>
                    <a:pt x="439" y="1746"/>
                    <a:pt x="444" y="1745"/>
                  </a:cubicBezTo>
                  <a:cubicBezTo>
                    <a:pt x="545" y="1725"/>
                    <a:pt x="1330" y="1374"/>
                    <a:pt x="1691" y="1153"/>
                  </a:cubicBezTo>
                  <a:cubicBezTo>
                    <a:pt x="2053" y="932"/>
                    <a:pt x="2753" y="431"/>
                    <a:pt x="2834" y="269"/>
                  </a:cubicBezTo>
                  <a:cubicBezTo>
                    <a:pt x="2904" y="127"/>
                    <a:pt x="2866" y="1"/>
                    <a:pt x="27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8"/>
            <p:cNvSpPr/>
            <p:nvPr/>
          </p:nvSpPr>
          <p:spPr>
            <a:xfrm flipH="1">
              <a:off x="6725560" y="4229914"/>
              <a:ext cx="415598" cy="257085"/>
            </a:xfrm>
            <a:custGeom>
              <a:avLst/>
              <a:gdLst/>
              <a:ahLst/>
              <a:cxnLst/>
              <a:rect l="l" t="t" r="r" b="b"/>
              <a:pathLst>
                <a:path w="2989" h="1849" extrusionOk="0">
                  <a:moveTo>
                    <a:pt x="2801" y="103"/>
                  </a:moveTo>
                  <a:cubicBezTo>
                    <a:pt x="2822" y="103"/>
                    <a:pt x="2842" y="109"/>
                    <a:pt x="2855" y="126"/>
                  </a:cubicBezTo>
                  <a:cubicBezTo>
                    <a:pt x="2877" y="154"/>
                    <a:pt x="2882" y="217"/>
                    <a:pt x="2843" y="297"/>
                  </a:cubicBezTo>
                  <a:cubicBezTo>
                    <a:pt x="2772" y="437"/>
                    <a:pt x="2113" y="919"/>
                    <a:pt x="1720" y="1160"/>
                  </a:cubicBezTo>
                  <a:cubicBezTo>
                    <a:pt x="1363" y="1378"/>
                    <a:pt x="580" y="1727"/>
                    <a:pt x="488" y="1745"/>
                  </a:cubicBezTo>
                  <a:cubicBezTo>
                    <a:pt x="487" y="1746"/>
                    <a:pt x="485" y="1746"/>
                    <a:pt x="484" y="1746"/>
                  </a:cubicBezTo>
                  <a:cubicBezTo>
                    <a:pt x="435" y="1746"/>
                    <a:pt x="334" y="1615"/>
                    <a:pt x="119" y="1015"/>
                  </a:cubicBezTo>
                  <a:cubicBezTo>
                    <a:pt x="275" y="939"/>
                    <a:pt x="783" y="801"/>
                    <a:pt x="1114" y="720"/>
                  </a:cubicBezTo>
                  <a:cubicBezTo>
                    <a:pt x="1129" y="717"/>
                    <a:pt x="1141" y="706"/>
                    <a:pt x="1148" y="693"/>
                  </a:cubicBezTo>
                  <a:cubicBezTo>
                    <a:pt x="1155" y="679"/>
                    <a:pt x="1155" y="663"/>
                    <a:pt x="1149" y="650"/>
                  </a:cubicBezTo>
                  <a:cubicBezTo>
                    <a:pt x="1148" y="647"/>
                    <a:pt x="1079" y="488"/>
                    <a:pt x="1055" y="175"/>
                  </a:cubicBezTo>
                  <a:lnTo>
                    <a:pt x="1644" y="138"/>
                  </a:lnTo>
                  <a:cubicBezTo>
                    <a:pt x="1658" y="139"/>
                    <a:pt x="1784" y="140"/>
                    <a:pt x="1947" y="140"/>
                  </a:cubicBezTo>
                  <a:cubicBezTo>
                    <a:pt x="2240" y="140"/>
                    <a:pt x="2654" y="135"/>
                    <a:pt x="2760" y="109"/>
                  </a:cubicBezTo>
                  <a:cubicBezTo>
                    <a:pt x="2772" y="106"/>
                    <a:pt x="2787" y="103"/>
                    <a:pt x="2801" y="103"/>
                  </a:cubicBezTo>
                  <a:close/>
                  <a:moveTo>
                    <a:pt x="2800" y="1"/>
                  </a:moveTo>
                  <a:cubicBezTo>
                    <a:pt x="2780" y="1"/>
                    <a:pt x="2758" y="4"/>
                    <a:pt x="2736" y="9"/>
                  </a:cubicBezTo>
                  <a:cubicBezTo>
                    <a:pt x="2642" y="33"/>
                    <a:pt x="2232" y="38"/>
                    <a:pt x="1918" y="38"/>
                  </a:cubicBezTo>
                  <a:cubicBezTo>
                    <a:pt x="1808" y="38"/>
                    <a:pt x="1710" y="37"/>
                    <a:pt x="1641" y="37"/>
                  </a:cubicBezTo>
                  <a:lnTo>
                    <a:pt x="998" y="76"/>
                  </a:lnTo>
                  <a:cubicBezTo>
                    <a:pt x="970" y="79"/>
                    <a:pt x="948" y="103"/>
                    <a:pt x="950" y="130"/>
                  </a:cubicBezTo>
                  <a:cubicBezTo>
                    <a:pt x="964" y="385"/>
                    <a:pt x="1008" y="553"/>
                    <a:pt x="1034" y="634"/>
                  </a:cubicBezTo>
                  <a:cubicBezTo>
                    <a:pt x="822" y="687"/>
                    <a:pt x="156" y="858"/>
                    <a:pt x="27" y="950"/>
                  </a:cubicBezTo>
                  <a:cubicBezTo>
                    <a:pt x="8" y="963"/>
                    <a:pt x="0" y="987"/>
                    <a:pt x="8" y="1008"/>
                  </a:cubicBezTo>
                  <a:cubicBezTo>
                    <a:pt x="227" y="1626"/>
                    <a:pt x="352" y="1848"/>
                    <a:pt x="484" y="1848"/>
                  </a:cubicBezTo>
                  <a:cubicBezTo>
                    <a:pt x="493" y="1848"/>
                    <a:pt x="501" y="1847"/>
                    <a:pt x="508" y="1846"/>
                  </a:cubicBezTo>
                  <a:cubicBezTo>
                    <a:pt x="623" y="1823"/>
                    <a:pt x="1409" y="1470"/>
                    <a:pt x="1773" y="1248"/>
                  </a:cubicBezTo>
                  <a:cubicBezTo>
                    <a:pt x="2119" y="1036"/>
                    <a:pt x="2844" y="525"/>
                    <a:pt x="2935" y="343"/>
                  </a:cubicBezTo>
                  <a:cubicBezTo>
                    <a:pt x="2988" y="236"/>
                    <a:pt x="2988" y="128"/>
                    <a:pt x="2936" y="62"/>
                  </a:cubicBezTo>
                  <a:cubicBezTo>
                    <a:pt x="2904" y="22"/>
                    <a:pt x="2856" y="1"/>
                    <a:pt x="2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8"/>
            <p:cNvSpPr/>
            <p:nvPr/>
          </p:nvSpPr>
          <p:spPr>
            <a:xfrm flipH="1">
              <a:off x="6723474" y="4232138"/>
              <a:ext cx="384592" cy="254860"/>
            </a:xfrm>
            <a:custGeom>
              <a:avLst/>
              <a:gdLst/>
              <a:ahLst/>
              <a:cxnLst/>
              <a:rect l="l" t="t" r="r" b="b"/>
              <a:pathLst>
                <a:path w="2766" h="1833" extrusionOk="0">
                  <a:moveTo>
                    <a:pt x="2625" y="123"/>
                  </a:moveTo>
                  <a:lnTo>
                    <a:pt x="2625" y="123"/>
                  </a:lnTo>
                  <a:cubicBezTo>
                    <a:pt x="2642" y="159"/>
                    <a:pt x="2636" y="219"/>
                    <a:pt x="2605" y="282"/>
                  </a:cubicBezTo>
                  <a:cubicBezTo>
                    <a:pt x="2534" y="421"/>
                    <a:pt x="1875" y="903"/>
                    <a:pt x="1482" y="1144"/>
                  </a:cubicBezTo>
                  <a:cubicBezTo>
                    <a:pt x="1125" y="1362"/>
                    <a:pt x="342" y="1711"/>
                    <a:pt x="250" y="1729"/>
                  </a:cubicBezTo>
                  <a:cubicBezTo>
                    <a:pt x="250" y="1729"/>
                    <a:pt x="249" y="1729"/>
                    <a:pt x="248" y="1729"/>
                  </a:cubicBezTo>
                  <a:cubicBezTo>
                    <a:pt x="236" y="1729"/>
                    <a:pt x="198" y="1719"/>
                    <a:pt x="125" y="1587"/>
                  </a:cubicBezTo>
                  <a:cubicBezTo>
                    <a:pt x="501" y="1430"/>
                    <a:pt x="1322" y="1070"/>
                    <a:pt x="1919" y="678"/>
                  </a:cubicBezTo>
                  <a:cubicBezTo>
                    <a:pt x="2216" y="482"/>
                    <a:pt x="2453" y="296"/>
                    <a:pt x="2625" y="123"/>
                  </a:cubicBezTo>
                  <a:close/>
                  <a:moveTo>
                    <a:pt x="2622" y="0"/>
                  </a:moveTo>
                  <a:cubicBezTo>
                    <a:pt x="2608" y="0"/>
                    <a:pt x="2595" y="6"/>
                    <a:pt x="2585" y="16"/>
                  </a:cubicBezTo>
                  <a:cubicBezTo>
                    <a:pt x="2418" y="193"/>
                    <a:pt x="2175" y="386"/>
                    <a:pt x="1863" y="592"/>
                  </a:cubicBezTo>
                  <a:cubicBezTo>
                    <a:pt x="1243" y="999"/>
                    <a:pt x="378" y="1371"/>
                    <a:pt x="34" y="1513"/>
                  </a:cubicBezTo>
                  <a:cubicBezTo>
                    <a:pt x="22" y="1518"/>
                    <a:pt x="11" y="1529"/>
                    <a:pt x="6" y="1542"/>
                  </a:cubicBezTo>
                  <a:cubicBezTo>
                    <a:pt x="1" y="1556"/>
                    <a:pt x="2" y="1571"/>
                    <a:pt x="8" y="1583"/>
                  </a:cubicBezTo>
                  <a:cubicBezTo>
                    <a:pt x="71" y="1708"/>
                    <a:pt x="148" y="1832"/>
                    <a:pt x="247" y="1832"/>
                  </a:cubicBezTo>
                  <a:cubicBezTo>
                    <a:pt x="255" y="1832"/>
                    <a:pt x="263" y="1831"/>
                    <a:pt x="270" y="1830"/>
                  </a:cubicBezTo>
                  <a:cubicBezTo>
                    <a:pt x="384" y="1807"/>
                    <a:pt x="1171" y="1454"/>
                    <a:pt x="1535" y="1232"/>
                  </a:cubicBezTo>
                  <a:cubicBezTo>
                    <a:pt x="1881" y="1020"/>
                    <a:pt x="2606" y="509"/>
                    <a:pt x="2696" y="327"/>
                  </a:cubicBezTo>
                  <a:cubicBezTo>
                    <a:pt x="2765" y="190"/>
                    <a:pt x="2744" y="57"/>
                    <a:pt x="2647" y="6"/>
                  </a:cubicBezTo>
                  <a:cubicBezTo>
                    <a:pt x="2639" y="2"/>
                    <a:pt x="2631" y="0"/>
                    <a:pt x="2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8"/>
            <p:cNvSpPr/>
            <p:nvPr/>
          </p:nvSpPr>
          <p:spPr>
            <a:xfrm flipH="1">
              <a:off x="7027419" y="3226863"/>
              <a:ext cx="565347" cy="1029174"/>
            </a:xfrm>
            <a:custGeom>
              <a:avLst/>
              <a:gdLst/>
              <a:ahLst/>
              <a:cxnLst/>
              <a:rect l="l" t="t" r="r" b="b"/>
              <a:pathLst>
                <a:path w="4066" h="7402" extrusionOk="0">
                  <a:moveTo>
                    <a:pt x="1887" y="0"/>
                  </a:moveTo>
                  <a:cubicBezTo>
                    <a:pt x="1607" y="0"/>
                    <a:pt x="1224" y="109"/>
                    <a:pt x="764" y="267"/>
                  </a:cubicBezTo>
                  <a:cubicBezTo>
                    <a:pt x="1" y="528"/>
                    <a:pt x="201" y="1532"/>
                    <a:pt x="201" y="1532"/>
                  </a:cubicBezTo>
                  <a:cubicBezTo>
                    <a:pt x="201" y="1532"/>
                    <a:pt x="283" y="2582"/>
                    <a:pt x="604" y="3165"/>
                  </a:cubicBezTo>
                  <a:cubicBezTo>
                    <a:pt x="926" y="3748"/>
                    <a:pt x="1039" y="4272"/>
                    <a:pt x="1441" y="5056"/>
                  </a:cubicBezTo>
                  <a:cubicBezTo>
                    <a:pt x="1842" y="5840"/>
                    <a:pt x="2561" y="7402"/>
                    <a:pt x="2561" y="7402"/>
                  </a:cubicBezTo>
                  <a:cubicBezTo>
                    <a:pt x="2561" y="7402"/>
                    <a:pt x="3044" y="7221"/>
                    <a:pt x="3325" y="7081"/>
                  </a:cubicBezTo>
                  <a:cubicBezTo>
                    <a:pt x="3606" y="6940"/>
                    <a:pt x="4066" y="6545"/>
                    <a:pt x="4066" y="6545"/>
                  </a:cubicBezTo>
                  <a:cubicBezTo>
                    <a:pt x="4066" y="6545"/>
                    <a:pt x="3782" y="5697"/>
                    <a:pt x="3457" y="4283"/>
                  </a:cubicBezTo>
                  <a:cubicBezTo>
                    <a:pt x="2993" y="2263"/>
                    <a:pt x="2418" y="151"/>
                    <a:pt x="2310" y="151"/>
                  </a:cubicBezTo>
                  <a:cubicBezTo>
                    <a:pt x="2306" y="151"/>
                    <a:pt x="2302" y="153"/>
                    <a:pt x="2300" y="160"/>
                  </a:cubicBezTo>
                  <a:cubicBezTo>
                    <a:pt x="2211" y="48"/>
                    <a:pt x="2072" y="0"/>
                    <a:pt x="18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8"/>
            <p:cNvSpPr/>
            <p:nvPr/>
          </p:nvSpPr>
          <p:spPr>
            <a:xfrm flipH="1">
              <a:off x="7019633" y="3219494"/>
              <a:ext cx="580085" cy="1043773"/>
            </a:xfrm>
            <a:custGeom>
              <a:avLst/>
              <a:gdLst/>
              <a:ahLst/>
              <a:cxnLst/>
              <a:rect l="l" t="t" r="r" b="b"/>
              <a:pathLst>
                <a:path w="4172" h="7507" extrusionOk="0">
                  <a:moveTo>
                    <a:pt x="1938" y="103"/>
                  </a:moveTo>
                  <a:cubicBezTo>
                    <a:pt x="2107" y="103"/>
                    <a:pt x="2232" y="146"/>
                    <a:pt x="2309" y="244"/>
                  </a:cubicBezTo>
                  <a:cubicBezTo>
                    <a:pt x="2318" y="256"/>
                    <a:pt x="2333" y="263"/>
                    <a:pt x="2348" y="263"/>
                  </a:cubicBezTo>
                  <a:cubicBezTo>
                    <a:pt x="2479" y="478"/>
                    <a:pt x="2973" y="2244"/>
                    <a:pt x="3457" y="4348"/>
                  </a:cubicBezTo>
                  <a:cubicBezTo>
                    <a:pt x="3743" y="5594"/>
                    <a:pt x="4002" y="6411"/>
                    <a:pt x="4057" y="6581"/>
                  </a:cubicBezTo>
                  <a:cubicBezTo>
                    <a:pt x="3956" y="6666"/>
                    <a:pt x="3587" y="6970"/>
                    <a:pt x="3352" y="7087"/>
                  </a:cubicBezTo>
                  <a:cubicBezTo>
                    <a:pt x="3126" y="7201"/>
                    <a:pt x="2763" y="7341"/>
                    <a:pt x="2638" y="7390"/>
                  </a:cubicBezTo>
                  <a:cubicBezTo>
                    <a:pt x="2518" y="7131"/>
                    <a:pt x="1897" y="5788"/>
                    <a:pt x="1536" y="5085"/>
                  </a:cubicBezTo>
                  <a:cubicBezTo>
                    <a:pt x="1336" y="4694"/>
                    <a:pt x="1210" y="4374"/>
                    <a:pt x="1089" y="4066"/>
                  </a:cubicBezTo>
                  <a:cubicBezTo>
                    <a:pt x="971" y="3768"/>
                    <a:pt x="861" y="3486"/>
                    <a:pt x="700" y="3193"/>
                  </a:cubicBezTo>
                  <a:cubicBezTo>
                    <a:pt x="387" y="2627"/>
                    <a:pt x="304" y="1592"/>
                    <a:pt x="302" y="1575"/>
                  </a:cubicBezTo>
                  <a:cubicBezTo>
                    <a:pt x="293" y="1536"/>
                    <a:pt x="119" y="611"/>
                    <a:pt x="831" y="368"/>
                  </a:cubicBezTo>
                  <a:cubicBezTo>
                    <a:pt x="1299" y="207"/>
                    <a:pt x="1673" y="103"/>
                    <a:pt x="1938" y="103"/>
                  </a:cubicBezTo>
                  <a:close/>
                  <a:moveTo>
                    <a:pt x="1940" y="0"/>
                  </a:moveTo>
                  <a:cubicBezTo>
                    <a:pt x="1660" y="0"/>
                    <a:pt x="1280" y="105"/>
                    <a:pt x="797" y="270"/>
                  </a:cubicBezTo>
                  <a:cubicBezTo>
                    <a:pt x="1" y="543"/>
                    <a:pt x="199" y="1585"/>
                    <a:pt x="200" y="1590"/>
                  </a:cubicBezTo>
                  <a:cubicBezTo>
                    <a:pt x="204" y="1633"/>
                    <a:pt x="286" y="2657"/>
                    <a:pt x="609" y="3243"/>
                  </a:cubicBezTo>
                  <a:cubicBezTo>
                    <a:pt x="768" y="3529"/>
                    <a:pt x="878" y="3808"/>
                    <a:pt x="993" y="4103"/>
                  </a:cubicBezTo>
                  <a:cubicBezTo>
                    <a:pt x="1110" y="4399"/>
                    <a:pt x="1242" y="4736"/>
                    <a:pt x="1445" y="5132"/>
                  </a:cubicBezTo>
                  <a:cubicBezTo>
                    <a:pt x="1842" y="5906"/>
                    <a:pt x="2557" y="7461"/>
                    <a:pt x="2565" y="7477"/>
                  </a:cubicBezTo>
                  <a:cubicBezTo>
                    <a:pt x="2573" y="7495"/>
                    <a:pt x="2592" y="7506"/>
                    <a:pt x="2611" y="7506"/>
                  </a:cubicBezTo>
                  <a:cubicBezTo>
                    <a:pt x="2617" y="7506"/>
                    <a:pt x="2623" y="7505"/>
                    <a:pt x="2629" y="7503"/>
                  </a:cubicBezTo>
                  <a:cubicBezTo>
                    <a:pt x="2634" y="7501"/>
                    <a:pt x="3117" y="7319"/>
                    <a:pt x="3398" y="7179"/>
                  </a:cubicBezTo>
                  <a:cubicBezTo>
                    <a:pt x="3681" y="7037"/>
                    <a:pt x="4131" y="6654"/>
                    <a:pt x="4150" y="6637"/>
                  </a:cubicBezTo>
                  <a:cubicBezTo>
                    <a:pt x="4165" y="6623"/>
                    <a:pt x="4172" y="6601"/>
                    <a:pt x="4165" y="6582"/>
                  </a:cubicBezTo>
                  <a:cubicBezTo>
                    <a:pt x="4162" y="6574"/>
                    <a:pt x="3878" y="5720"/>
                    <a:pt x="3557" y="4325"/>
                  </a:cubicBezTo>
                  <a:cubicBezTo>
                    <a:pt x="3330" y="3337"/>
                    <a:pt x="3073" y="2310"/>
                    <a:pt x="2851" y="1505"/>
                  </a:cubicBezTo>
                  <a:cubicBezTo>
                    <a:pt x="2482" y="163"/>
                    <a:pt x="2415" y="157"/>
                    <a:pt x="2365" y="152"/>
                  </a:cubicBezTo>
                  <a:cubicBezTo>
                    <a:pt x="2267" y="47"/>
                    <a:pt x="2126" y="0"/>
                    <a:pt x="19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8"/>
            <p:cNvSpPr/>
            <p:nvPr/>
          </p:nvSpPr>
          <p:spPr>
            <a:xfrm flipH="1">
              <a:off x="7280616" y="4421097"/>
              <a:ext cx="369297" cy="438810"/>
            </a:xfrm>
            <a:custGeom>
              <a:avLst/>
              <a:gdLst/>
              <a:ahLst/>
              <a:cxnLst/>
              <a:rect l="l" t="t" r="r" b="b"/>
              <a:pathLst>
                <a:path w="2656" h="3156" extrusionOk="0">
                  <a:moveTo>
                    <a:pt x="1537" y="1"/>
                  </a:moveTo>
                  <a:lnTo>
                    <a:pt x="585" y="25"/>
                  </a:lnTo>
                  <a:cubicBezTo>
                    <a:pt x="585" y="25"/>
                    <a:pt x="447" y="886"/>
                    <a:pt x="353" y="1200"/>
                  </a:cubicBezTo>
                  <a:cubicBezTo>
                    <a:pt x="260" y="1515"/>
                    <a:pt x="0" y="2086"/>
                    <a:pt x="81" y="2229"/>
                  </a:cubicBezTo>
                  <a:cubicBezTo>
                    <a:pt x="163" y="2372"/>
                    <a:pt x="592" y="2517"/>
                    <a:pt x="811" y="2535"/>
                  </a:cubicBezTo>
                  <a:cubicBezTo>
                    <a:pt x="1030" y="2553"/>
                    <a:pt x="1309" y="2911"/>
                    <a:pt x="1717" y="3058"/>
                  </a:cubicBezTo>
                  <a:cubicBezTo>
                    <a:pt x="1905" y="3127"/>
                    <a:pt x="2120" y="3155"/>
                    <a:pt x="2297" y="3155"/>
                  </a:cubicBezTo>
                  <a:cubicBezTo>
                    <a:pt x="2503" y="3155"/>
                    <a:pt x="2655" y="3117"/>
                    <a:pt x="2649" y="3059"/>
                  </a:cubicBezTo>
                  <a:cubicBezTo>
                    <a:pt x="2637" y="2952"/>
                    <a:pt x="1444" y="1638"/>
                    <a:pt x="1386" y="1319"/>
                  </a:cubicBezTo>
                  <a:cubicBezTo>
                    <a:pt x="1327" y="1001"/>
                    <a:pt x="1537" y="1"/>
                    <a:pt x="1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8"/>
            <p:cNvSpPr/>
            <p:nvPr/>
          </p:nvSpPr>
          <p:spPr>
            <a:xfrm flipH="1">
              <a:off x="7274081" y="4414145"/>
              <a:ext cx="379864" cy="452992"/>
            </a:xfrm>
            <a:custGeom>
              <a:avLst/>
              <a:gdLst/>
              <a:ahLst/>
              <a:cxnLst/>
              <a:rect l="l" t="t" r="r" b="b"/>
              <a:pathLst>
                <a:path w="2732" h="3258" extrusionOk="0">
                  <a:moveTo>
                    <a:pt x="1502" y="104"/>
                  </a:moveTo>
                  <a:lnTo>
                    <a:pt x="1502" y="104"/>
                  </a:lnTo>
                  <a:cubicBezTo>
                    <a:pt x="1457" y="332"/>
                    <a:pt x="1312" y="1098"/>
                    <a:pt x="1364" y="1379"/>
                  </a:cubicBezTo>
                  <a:cubicBezTo>
                    <a:pt x="1400" y="1574"/>
                    <a:pt x="1782" y="2057"/>
                    <a:pt x="2242" y="2620"/>
                  </a:cubicBezTo>
                  <a:cubicBezTo>
                    <a:pt x="2415" y="2833"/>
                    <a:pt x="2595" y="3054"/>
                    <a:pt x="2624" y="3108"/>
                  </a:cubicBezTo>
                  <a:cubicBezTo>
                    <a:pt x="2591" y="3132"/>
                    <a:pt x="2474" y="3154"/>
                    <a:pt x="2320" y="3154"/>
                  </a:cubicBezTo>
                  <a:cubicBezTo>
                    <a:pt x="2157" y="3154"/>
                    <a:pt x="1953" y="3130"/>
                    <a:pt x="1763" y="3061"/>
                  </a:cubicBezTo>
                  <a:cubicBezTo>
                    <a:pt x="1563" y="2988"/>
                    <a:pt x="1394" y="2862"/>
                    <a:pt x="1245" y="2751"/>
                  </a:cubicBezTo>
                  <a:cubicBezTo>
                    <a:pt x="1096" y="2640"/>
                    <a:pt x="966" y="2544"/>
                    <a:pt x="844" y="2534"/>
                  </a:cubicBezTo>
                  <a:cubicBezTo>
                    <a:pt x="615" y="2515"/>
                    <a:pt x="219" y="2366"/>
                    <a:pt x="155" y="2254"/>
                  </a:cubicBezTo>
                  <a:cubicBezTo>
                    <a:pt x="108" y="2172"/>
                    <a:pt x="238" y="1814"/>
                    <a:pt x="323" y="1578"/>
                  </a:cubicBezTo>
                  <a:cubicBezTo>
                    <a:pt x="365" y="1464"/>
                    <a:pt x="404" y="1354"/>
                    <a:pt x="431" y="1265"/>
                  </a:cubicBezTo>
                  <a:cubicBezTo>
                    <a:pt x="514" y="987"/>
                    <a:pt x="629" y="304"/>
                    <a:pt x="658" y="125"/>
                  </a:cubicBezTo>
                  <a:lnTo>
                    <a:pt x="1502" y="104"/>
                  </a:lnTo>
                  <a:close/>
                  <a:moveTo>
                    <a:pt x="1564" y="0"/>
                  </a:moveTo>
                  <a:lnTo>
                    <a:pt x="613" y="24"/>
                  </a:lnTo>
                  <a:cubicBezTo>
                    <a:pt x="589" y="25"/>
                    <a:pt x="568" y="42"/>
                    <a:pt x="564" y="67"/>
                  </a:cubicBezTo>
                  <a:cubicBezTo>
                    <a:pt x="563" y="75"/>
                    <a:pt x="424" y="928"/>
                    <a:pt x="333" y="1236"/>
                  </a:cubicBezTo>
                  <a:cubicBezTo>
                    <a:pt x="307" y="1323"/>
                    <a:pt x="268" y="1430"/>
                    <a:pt x="227" y="1543"/>
                  </a:cubicBezTo>
                  <a:cubicBezTo>
                    <a:pt x="87" y="1929"/>
                    <a:pt x="0" y="2190"/>
                    <a:pt x="66" y="2304"/>
                  </a:cubicBezTo>
                  <a:cubicBezTo>
                    <a:pt x="165" y="2476"/>
                    <a:pt x="627" y="2619"/>
                    <a:pt x="836" y="2636"/>
                  </a:cubicBezTo>
                  <a:cubicBezTo>
                    <a:pt x="928" y="2643"/>
                    <a:pt x="1047" y="2731"/>
                    <a:pt x="1184" y="2833"/>
                  </a:cubicBezTo>
                  <a:cubicBezTo>
                    <a:pt x="1338" y="2949"/>
                    <a:pt x="1514" y="3079"/>
                    <a:pt x="1728" y="3157"/>
                  </a:cubicBezTo>
                  <a:cubicBezTo>
                    <a:pt x="1919" y="3226"/>
                    <a:pt x="2140" y="3257"/>
                    <a:pt x="2326" y="3257"/>
                  </a:cubicBezTo>
                  <a:cubicBezTo>
                    <a:pt x="2494" y="3257"/>
                    <a:pt x="2632" y="3232"/>
                    <a:pt x="2690" y="3186"/>
                  </a:cubicBezTo>
                  <a:cubicBezTo>
                    <a:pt x="2729" y="3155"/>
                    <a:pt x="2731" y="3122"/>
                    <a:pt x="2729" y="3104"/>
                  </a:cubicBezTo>
                  <a:cubicBezTo>
                    <a:pt x="2723" y="3055"/>
                    <a:pt x="2642" y="2949"/>
                    <a:pt x="2322" y="2555"/>
                  </a:cubicBezTo>
                  <a:cubicBezTo>
                    <a:pt x="1994" y="2153"/>
                    <a:pt x="1499" y="1545"/>
                    <a:pt x="1465" y="1361"/>
                  </a:cubicBezTo>
                  <a:cubicBezTo>
                    <a:pt x="1409" y="1055"/>
                    <a:pt x="1613" y="72"/>
                    <a:pt x="1615" y="62"/>
                  </a:cubicBezTo>
                  <a:cubicBezTo>
                    <a:pt x="1619" y="47"/>
                    <a:pt x="1615" y="31"/>
                    <a:pt x="1605" y="18"/>
                  </a:cubicBezTo>
                  <a:cubicBezTo>
                    <a:pt x="1595" y="7"/>
                    <a:pt x="1585" y="0"/>
                    <a:pt x="1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8"/>
            <p:cNvSpPr/>
            <p:nvPr/>
          </p:nvSpPr>
          <p:spPr>
            <a:xfrm flipH="1">
              <a:off x="7280616" y="4604493"/>
              <a:ext cx="366933" cy="255277"/>
            </a:xfrm>
            <a:custGeom>
              <a:avLst/>
              <a:gdLst/>
              <a:ahLst/>
              <a:cxnLst/>
              <a:rect l="l" t="t" r="r" b="b"/>
              <a:pathLst>
                <a:path w="2639" h="1836" extrusionOk="0">
                  <a:moveTo>
                    <a:pt x="1368" y="0"/>
                  </a:moveTo>
                  <a:cubicBezTo>
                    <a:pt x="1368" y="0"/>
                    <a:pt x="1368" y="0"/>
                    <a:pt x="1368" y="0"/>
                  </a:cubicBezTo>
                  <a:lnTo>
                    <a:pt x="1368" y="0"/>
                  </a:lnTo>
                  <a:cubicBezTo>
                    <a:pt x="1368" y="0"/>
                    <a:pt x="1368" y="0"/>
                    <a:pt x="1368" y="0"/>
                  </a:cubicBezTo>
                  <a:close/>
                  <a:moveTo>
                    <a:pt x="1368" y="0"/>
                  </a:moveTo>
                  <a:cubicBezTo>
                    <a:pt x="1367" y="2"/>
                    <a:pt x="1252" y="123"/>
                    <a:pt x="1220" y="213"/>
                  </a:cubicBezTo>
                  <a:lnTo>
                    <a:pt x="1186" y="303"/>
                  </a:lnTo>
                  <a:cubicBezTo>
                    <a:pt x="1186" y="303"/>
                    <a:pt x="635" y="243"/>
                    <a:pt x="256" y="117"/>
                  </a:cubicBezTo>
                  <a:cubicBezTo>
                    <a:pt x="145" y="424"/>
                    <a:pt x="0" y="799"/>
                    <a:pt x="64" y="910"/>
                  </a:cubicBezTo>
                  <a:cubicBezTo>
                    <a:pt x="146" y="1053"/>
                    <a:pt x="574" y="1198"/>
                    <a:pt x="794" y="1216"/>
                  </a:cubicBezTo>
                  <a:cubicBezTo>
                    <a:pt x="1012" y="1234"/>
                    <a:pt x="1292" y="1591"/>
                    <a:pt x="1700" y="1739"/>
                  </a:cubicBezTo>
                  <a:cubicBezTo>
                    <a:pt x="1888" y="1808"/>
                    <a:pt x="2104" y="1836"/>
                    <a:pt x="2281" y="1836"/>
                  </a:cubicBezTo>
                  <a:cubicBezTo>
                    <a:pt x="2486" y="1836"/>
                    <a:pt x="2638" y="1798"/>
                    <a:pt x="2632" y="1740"/>
                  </a:cubicBezTo>
                  <a:cubicBezTo>
                    <a:pt x="2619" y="1633"/>
                    <a:pt x="1427" y="319"/>
                    <a:pt x="13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8"/>
            <p:cNvSpPr/>
            <p:nvPr/>
          </p:nvSpPr>
          <p:spPr>
            <a:xfrm flipH="1">
              <a:off x="7274081" y="4597402"/>
              <a:ext cx="379864" cy="269738"/>
            </a:xfrm>
            <a:custGeom>
              <a:avLst/>
              <a:gdLst/>
              <a:ahLst/>
              <a:cxnLst/>
              <a:rect l="l" t="t" r="r" b="b"/>
              <a:pathLst>
                <a:path w="2732" h="1940" extrusionOk="0">
                  <a:moveTo>
                    <a:pt x="1395" y="152"/>
                  </a:moveTo>
                  <a:cubicBezTo>
                    <a:pt x="1502" y="384"/>
                    <a:pt x="1843" y="812"/>
                    <a:pt x="2242" y="1302"/>
                  </a:cubicBezTo>
                  <a:cubicBezTo>
                    <a:pt x="2415" y="1515"/>
                    <a:pt x="2595" y="1736"/>
                    <a:pt x="2624" y="1790"/>
                  </a:cubicBezTo>
                  <a:cubicBezTo>
                    <a:pt x="2591" y="1814"/>
                    <a:pt x="2475" y="1835"/>
                    <a:pt x="2321" y="1835"/>
                  </a:cubicBezTo>
                  <a:cubicBezTo>
                    <a:pt x="2158" y="1835"/>
                    <a:pt x="1954" y="1812"/>
                    <a:pt x="1763" y="1743"/>
                  </a:cubicBezTo>
                  <a:cubicBezTo>
                    <a:pt x="1563" y="1670"/>
                    <a:pt x="1394" y="1544"/>
                    <a:pt x="1245" y="1433"/>
                  </a:cubicBezTo>
                  <a:cubicBezTo>
                    <a:pt x="1096" y="1322"/>
                    <a:pt x="966" y="1226"/>
                    <a:pt x="844" y="1216"/>
                  </a:cubicBezTo>
                  <a:cubicBezTo>
                    <a:pt x="615" y="1197"/>
                    <a:pt x="219" y="1048"/>
                    <a:pt x="155" y="936"/>
                  </a:cubicBezTo>
                  <a:cubicBezTo>
                    <a:pt x="108" y="854"/>
                    <a:pt x="237" y="496"/>
                    <a:pt x="323" y="260"/>
                  </a:cubicBezTo>
                  <a:lnTo>
                    <a:pt x="334" y="232"/>
                  </a:lnTo>
                  <a:cubicBezTo>
                    <a:pt x="710" y="347"/>
                    <a:pt x="1205" y="403"/>
                    <a:pt x="1227" y="406"/>
                  </a:cubicBezTo>
                  <a:cubicBezTo>
                    <a:pt x="1228" y="406"/>
                    <a:pt x="1229" y="406"/>
                    <a:pt x="1230" y="406"/>
                  </a:cubicBezTo>
                  <a:cubicBezTo>
                    <a:pt x="1253" y="406"/>
                    <a:pt x="1274" y="393"/>
                    <a:pt x="1281" y="372"/>
                  </a:cubicBezTo>
                  <a:lnTo>
                    <a:pt x="1314" y="281"/>
                  </a:lnTo>
                  <a:cubicBezTo>
                    <a:pt x="1328" y="242"/>
                    <a:pt x="1362" y="193"/>
                    <a:pt x="1395" y="152"/>
                  </a:cubicBezTo>
                  <a:close/>
                  <a:moveTo>
                    <a:pt x="1415" y="1"/>
                  </a:moveTo>
                  <a:cubicBezTo>
                    <a:pt x="1401" y="1"/>
                    <a:pt x="1387" y="6"/>
                    <a:pt x="1377" y="16"/>
                  </a:cubicBezTo>
                  <a:cubicBezTo>
                    <a:pt x="1372" y="22"/>
                    <a:pt x="1253" y="148"/>
                    <a:pt x="1218" y="246"/>
                  </a:cubicBezTo>
                  <a:lnTo>
                    <a:pt x="1199" y="299"/>
                  </a:lnTo>
                  <a:cubicBezTo>
                    <a:pt x="1065" y="282"/>
                    <a:pt x="630" y="222"/>
                    <a:pt x="318" y="118"/>
                  </a:cubicBezTo>
                  <a:cubicBezTo>
                    <a:pt x="313" y="117"/>
                    <a:pt x="308" y="116"/>
                    <a:pt x="302" y="116"/>
                  </a:cubicBezTo>
                  <a:cubicBezTo>
                    <a:pt x="281" y="116"/>
                    <a:pt x="262" y="129"/>
                    <a:pt x="254" y="150"/>
                  </a:cubicBezTo>
                  <a:lnTo>
                    <a:pt x="227" y="225"/>
                  </a:lnTo>
                  <a:cubicBezTo>
                    <a:pt x="87" y="611"/>
                    <a:pt x="0" y="872"/>
                    <a:pt x="66" y="986"/>
                  </a:cubicBezTo>
                  <a:cubicBezTo>
                    <a:pt x="164" y="1158"/>
                    <a:pt x="627" y="1301"/>
                    <a:pt x="836" y="1318"/>
                  </a:cubicBezTo>
                  <a:cubicBezTo>
                    <a:pt x="928" y="1326"/>
                    <a:pt x="1047" y="1413"/>
                    <a:pt x="1184" y="1516"/>
                  </a:cubicBezTo>
                  <a:cubicBezTo>
                    <a:pt x="1338" y="1631"/>
                    <a:pt x="1514" y="1761"/>
                    <a:pt x="1728" y="1840"/>
                  </a:cubicBezTo>
                  <a:cubicBezTo>
                    <a:pt x="1919" y="1908"/>
                    <a:pt x="2140" y="1939"/>
                    <a:pt x="2326" y="1939"/>
                  </a:cubicBezTo>
                  <a:cubicBezTo>
                    <a:pt x="2494" y="1939"/>
                    <a:pt x="2632" y="1914"/>
                    <a:pt x="2690" y="1868"/>
                  </a:cubicBezTo>
                  <a:cubicBezTo>
                    <a:pt x="2729" y="1839"/>
                    <a:pt x="2731" y="1804"/>
                    <a:pt x="2729" y="1786"/>
                  </a:cubicBezTo>
                  <a:cubicBezTo>
                    <a:pt x="2723" y="1737"/>
                    <a:pt x="2642" y="1632"/>
                    <a:pt x="2322" y="1238"/>
                  </a:cubicBezTo>
                  <a:cubicBezTo>
                    <a:pt x="1994" y="835"/>
                    <a:pt x="1499" y="227"/>
                    <a:pt x="1465" y="43"/>
                  </a:cubicBezTo>
                  <a:cubicBezTo>
                    <a:pt x="1461" y="24"/>
                    <a:pt x="1447" y="8"/>
                    <a:pt x="1429" y="3"/>
                  </a:cubicBezTo>
                  <a:cubicBezTo>
                    <a:pt x="1424" y="1"/>
                    <a:pt x="1419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8"/>
            <p:cNvSpPr/>
            <p:nvPr/>
          </p:nvSpPr>
          <p:spPr>
            <a:xfrm flipH="1">
              <a:off x="7274637" y="4700015"/>
              <a:ext cx="374302" cy="166987"/>
            </a:xfrm>
            <a:custGeom>
              <a:avLst/>
              <a:gdLst/>
              <a:ahLst/>
              <a:cxnLst/>
              <a:rect l="l" t="t" r="r" b="b"/>
              <a:pathLst>
                <a:path w="2692" h="1201" extrusionOk="0">
                  <a:moveTo>
                    <a:pt x="111" y="124"/>
                  </a:moveTo>
                  <a:cubicBezTo>
                    <a:pt x="228" y="172"/>
                    <a:pt x="399" y="237"/>
                    <a:pt x="626" y="314"/>
                  </a:cubicBezTo>
                  <a:cubicBezTo>
                    <a:pt x="886" y="403"/>
                    <a:pt x="1092" y="536"/>
                    <a:pt x="1293" y="665"/>
                  </a:cubicBezTo>
                  <a:cubicBezTo>
                    <a:pt x="1418" y="747"/>
                    <a:pt x="1536" y="823"/>
                    <a:pt x="1662" y="885"/>
                  </a:cubicBezTo>
                  <a:cubicBezTo>
                    <a:pt x="1844" y="974"/>
                    <a:pt x="2181" y="1044"/>
                    <a:pt x="2444" y="1089"/>
                  </a:cubicBezTo>
                  <a:cubicBezTo>
                    <a:pt x="2398" y="1094"/>
                    <a:pt x="2343" y="1098"/>
                    <a:pt x="2283" y="1098"/>
                  </a:cubicBezTo>
                  <a:cubicBezTo>
                    <a:pt x="2120" y="1098"/>
                    <a:pt x="1917" y="1074"/>
                    <a:pt x="1727" y="1005"/>
                  </a:cubicBezTo>
                  <a:cubicBezTo>
                    <a:pt x="1527" y="932"/>
                    <a:pt x="1358" y="807"/>
                    <a:pt x="1209" y="695"/>
                  </a:cubicBezTo>
                  <a:cubicBezTo>
                    <a:pt x="1059" y="584"/>
                    <a:pt x="930" y="488"/>
                    <a:pt x="808" y="478"/>
                  </a:cubicBezTo>
                  <a:cubicBezTo>
                    <a:pt x="579" y="459"/>
                    <a:pt x="185" y="311"/>
                    <a:pt x="119" y="198"/>
                  </a:cubicBezTo>
                  <a:cubicBezTo>
                    <a:pt x="115" y="191"/>
                    <a:pt x="108" y="172"/>
                    <a:pt x="111" y="124"/>
                  </a:cubicBezTo>
                  <a:close/>
                  <a:moveTo>
                    <a:pt x="69" y="1"/>
                  </a:moveTo>
                  <a:cubicBezTo>
                    <a:pt x="60" y="1"/>
                    <a:pt x="51" y="3"/>
                    <a:pt x="44" y="7"/>
                  </a:cubicBezTo>
                  <a:cubicBezTo>
                    <a:pt x="30" y="14"/>
                    <a:pt x="21" y="28"/>
                    <a:pt x="18" y="44"/>
                  </a:cubicBezTo>
                  <a:cubicBezTo>
                    <a:pt x="1" y="139"/>
                    <a:pt x="5" y="204"/>
                    <a:pt x="30" y="248"/>
                  </a:cubicBezTo>
                  <a:cubicBezTo>
                    <a:pt x="128" y="420"/>
                    <a:pt x="591" y="563"/>
                    <a:pt x="800" y="580"/>
                  </a:cubicBezTo>
                  <a:cubicBezTo>
                    <a:pt x="892" y="588"/>
                    <a:pt x="1011" y="675"/>
                    <a:pt x="1148" y="778"/>
                  </a:cubicBezTo>
                  <a:cubicBezTo>
                    <a:pt x="1302" y="893"/>
                    <a:pt x="1478" y="1023"/>
                    <a:pt x="1692" y="1102"/>
                  </a:cubicBezTo>
                  <a:cubicBezTo>
                    <a:pt x="1875" y="1168"/>
                    <a:pt x="2099" y="1200"/>
                    <a:pt x="2288" y="1200"/>
                  </a:cubicBezTo>
                  <a:cubicBezTo>
                    <a:pt x="2494" y="1200"/>
                    <a:pt x="2658" y="1161"/>
                    <a:pt x="2687" y="1086"/>
                  </a:cubicBezTo>
                  <a:cubicBezTo>
                    <a:pt x="2692" y="1071"/>
                    <a:pt x="2691" y="1055"/>
                    <a:pt x="2684" y="1042"/>
                  </a:cubicBezTo>
                  <a:cubicBezTo>
                    <a:pt x="2675" y="1028"/>
                    <a:pt x="2662" y="1020"/>
                    <a:pt x="2647" y="1018"/>
                  </a:cubicBezTo>
                  <a:cubicBezTo>
                    <a:pt x="2389" y="979"/>
                    <a:pt x="1924" y="899"/>
                    <a:pt x="1707" y="793"/>
                  </a:cubicBezTo>
                  <a:cubicBezTo>
                    <a:pt x="1588" y="734"/>
                    <a:pt x="1471" y="659"/>
                    <a:pt x="1349" y="580"/>
                  </a:cubicBezTo>
                  <a:cubicBezTo>
                    <a:pt x="1143" y="447"/>
                    <a:pt x="931" y="309"/>
                    <a:pt x="660" y="218"/>
                  </a:cubicBezTo>
                  <a:cubicBezTo>
                    <a:pt x="376" y="121"/>
                    <a:pt x="179" y="43"/>
                    <a:pt x="88" y="5"/>
                  </a:cubicBezTo>
                  <a:cubicBezTo>
                    <a:pt x="82" y="2"/>
                    <a:pt x="75" y="1"/>
                    <a:pt x="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8"/>
            <p:cNvSpPr/>
            <p:nvPr/>
          </p:nvSpPr>
          <p:spPr>
            <a:xfrm flipH="1">
              <a:off x="7343739" y="3524414"/>
              <a:ext cx="743599" cy="945055"/>
            </a:xfrm>
            <a:custGeom>
              <a:avLst/>
              <a:gdLst/>
              <a:ahLst/>
              <a:cxnLst/>
              <a:rect l="l" t="t" r="r" b="b"/>
              <a:pathLst>
                <a:path w="5348" h="6797" extrusionOk="0">
                  <a:moveTo>
                    <a:pt x="3518" y="0"/>
                  </a:moveTo>
                  <a:cubicBezTo>
                    <a:pt x="3518" y="0"/>
                    <a:pt x="1" y="965"/>
                    <a:pt x="242" y="1125"/>
                  </a:cubicBezTo>
                  <a:cubicBezTo>
                    <a:pt x="484" y="1286"/>
                    <a:pt x="3136" y="1507"/>
                    <a:pt x="3136" y="1507"/>
                  </a:cubicBezTo>
                  <a:cubicBezTo>
                    <a:pt x="3136" y="1507"/>
                    <a:pt x="3217" y="3497"/>
                    <a:pt x="3318" y="4181"/>
                  </a:cubicBezTo>
                  <a:cubicBezTo>
                    <a:pt x="3418" y="4864"/>
                    <a:pt x="3498" y="6572"/>
                    <a:pt x="3498" y="6572"/>
                  </a:cubicBezTo>
                  <a:cubicBezTo>
                    <a:pt x="3498" y="6572"/>
                    <a:pt x="4041" y="6692"/>
                    <a:pt x="4363" y="6753"/>
                  </a:cubicBezTo>
                  <a:cubicBezTo>
                    <a:pt x="4556" y="6789"/>
                    <a:pt x="4770" y="6796"/>
                    <a:pt x="4911" y="6796"/>
                  </a:cubicBezTo>
                  <a:cubicBezTo>
                    <a:pt x="5005" y="6796"/>
                    <a:pt x="5066" y="6793"/>
                    <a:pt x="5066" y="6793"/>
                  </a:cubicBezTo>
                  <a:cubicBezTo>
                    <a:pt x="5066" y="6793"/>
                    <a:pt x="5347" y="1789"/>
                    <a:pt x="5227" y="985"/>
                  </a:cubicBezTo>
                  <a:cubicBezTo>
                    <a:pt x="5106" y="181"/>
                    <a:pt x="3518" y="0"/>
                    <a:pt x="35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8"/>
            <p:cNvSpPr/>
            <p:nvPr/>
          </p:nvSpPr>
          <p:spPr>
            <a:xfrm flipH="1">
              <a:off x="7336926" y="3517183"/>
              <a:ext cx="726080" cy="959376"/>
            </a:xfrm>
            <a:custGeom>
              <a:avLst/>
              <a:gdLst/>
              <a:ahLst/>
              <a:cxnLst/>
              <a:rect l="l" t="t" r="r" b="b"/>
              <a:pathLst>
                <a:path w="5222" h="6900" extrusionOk="0">
                  <a:moveTo>
                    <a:pt x="3347" y="105"/>
                  </a:moveTo>
                  <a:cubicBezTo>
                    <a:pt x="3478" y="121"/>
                    <a:pt x="4892" y="320"/>
                    <a:pt x="5001" y="1044"/>
                  </a:cubicBezTo>
                  <a:cubicBezTo>
                    <a:pt x="5114" y="1792"/>
                    <a:pt x="4870" y="6286"/>
                    <a:pt x="4842" y="6796"/>
                  </a:cubicBezTo>
                  <a:cubicBezTo>
                    <a:pt x="4816" y="6796"/>
                    <a:pt x="4781" y="6797"/>
                    <a:pt x="4738" y="6797"/>
                  </a:cubicBezTo>
                  <a:cubicBezTo>
                    <a:pt x="4600" y="6797"/>
                    <a:pt x="4386" y="6790"/>
                    <a:pt x="4197" y="6754"/>
                  </a:cubicBezTo>
                  <a:cubicBezTo>
                    <a:pt x="3929" y="6704"/>
                    <a:pt x="3502" y="6611"/>
                    <a:pt x="3372" y="6582"/>
                  </a:cubicBezTo>
                  <a:cubicBezTo>
                    <a:pt x="3360" y="6322"/>
                    <a:pt x="3284" y="4845"/>
                    <a:pt x="3193" y="4224"/>
                  </a:cubicBezTo>
                  <a:cubicBezTo>
                    <a:pt x="3094" y="3551"/>
                    <a:pt x="3013" y="1577"/>
                    <a:pt x="3012" y="1557"/>
                  </a:cubicBezTo>
                  <a:cubicBezTo>
                    <a:pt x="3011" y="1531"/>
                    <a:pt x="2991" y="1510"/>
                    <a:pt x="2966" y="1508"/>
                  </a:cubicBezTo>
                  <a:cubicBezTo>
                    <a:pt x="1950" y="1424"/>
                    <a:pt x="405" y="1262"/>
                    <a:pt x="126" y="1150"/>
                  </a:cubicBezTo>
                  <a:cubicBezTo>
                    <a:pt x="342" y="985"/>
                    <a:pt x="1907" y="499"/>
                    <a:pt x="3347" y="105"/>
                  </a:cubicBezTo>
                  <a:close/>
                  <a:moveTo>
                    <a:pt x="3344" y="0"/>
                  </a:moveTo>
                  <a:cubicBezTo>
                    <a:pt x="3339" y="0"/>
                    <a:pt x="3334" y="1"/>
                    <a:pt x="3329" y="2"/>
                  </a:cubicBezTo>
                  <a:cubicBezTo>
                    <a:pt x="2342" y="274"/>
                    <a:pt x="41" y="927"/>
                    <a:pt x="5" y="1147"/>
                  </a:cubicBezTo>
                  <a:cubicBezTo>
                    <a:pt x="0" y="1175"/>
                    <a:pt x="13" y="1202"/>
                    <a:pt x="39" y="1220"/>
                  </a:cubicBezTo>
                  <a:cubicBezTo>
                    <a:pt x="274" y="1377"/>
                    <a:pt x="2487" y="1571"/>
                    <a:pt x="2912" y="1607"/>
                  </a:cubicBezTo>
                  <a:cubicBezTo>
                    <a:pt x="2924" y="1907"/>
                    <a:pt x="3000" y="3619"/>
                    <a:pt x="3091" y="4240"/>
                  </a:cubicBezTo>
                  <a:cubicBezTo>
                    <a:pt x="3191" y="4913"/>
                    <a:pt x="3272" y="6609"/>
                    <a:pt x="3272" y="6626"/>
                  </a:cubicBezTo>
                  <a:cubicBezTo>
                    <a:pt x="3273" y="6649"/>
                    <a:pt x="3290" y="6669"/>
                    <a:pt x="3313" y="6674"/>
                  </a:cubicBezTo>
                  <a:cubicBezTo>
                    <a:pt x="3318" y="6675"/>
                    <a:pt x="3859" y="6796"/>
                    <a:pt x="4179" y="6854"/>
                  </a:cubicBezTo>
                  <a:cubicBezTo>
                    <a:pt x="4375" y="6892"/>
                    <a:pt x="4591" y="6900"/>
                    <a:pt x="4734" y="6900"/>
                  </a:cubicBezTo>
                  <a:cubicBezTo>
                    <a:pt x="4826" y="6900"/>
                    <a:pt x="4887" y="6896"/>
                    <a:pt x="4893" y="6896"/>
                  </a:cubicBezTo>
                  <a:cubicBezTo>
                    <a:pt x="4920" y="6894"/>
                    <a:pt x="4941" y="6873"/>
                    <a:pt x="4942" y="6848"/>
                  </a:cubicBezTo>
                  <a:cubicBezTo>
                    <a:pt x="4953" y="6644"/>
                    <a:pt x="5222" y="1829"/>
                    <a:pt x="5102" y="1029"/>
                  </a:cubicBezTo>
                  <a:cubicBezTo>
                    <a:pt x="4977" y="196"/>
                    <a:pt x="3415" y="8"/>
                    <a:pt x="3349" y="1"/>
                  </a:cubicBezTo>
                  <a:cubicBezTo>
                    <a:pt x="3348" y="0"/>
                    <a:pt x="3346" y="0"/>
                    <a:pt x="3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8"/>
            <p:cNvSpPr/>
            <p:nvPr/>
          </p:nvSpPr>
          <p:spPr>
            <a:xfrm flipH="1">
              <a:off x="7213455" y="3174027"/>
              <a:ext cx="1264870" cy="556994"/>
            </a:xfrm>
            <a:custGeom>
              <a:avLst/>
              <a:gdLst/>
              <a:ahLst/>
              <a:cxnLst/>
              <a:rect l="l" t="t" r="r" b="b"/>
              <a:pathLst>
                <a:path w="9097" h="4006" extrusionOk="0">
                  <a:moveTo>
                    <a:pt x="8227" y="0"/>
                  </a:moveTo>
                  <a:cubicBezTo>
                    <a:pt x="7630" y="0"/>
                    <a:pt x="4432" y="819"/>
                    <a:pt x="4432" y="819"/>
                  </a:cubicBezTo>
                  <a:cubicBezTo>
                    <a:pt x="4432" y="819"/>
                    <a:pt x="4124" y="800"/>
                    <a:pt x="3715" y="800"/>
                  </a:cubicBezTo>
                  <a:cubicBezTo>
                    <a:pt x="3247" y="800"/>
                    <a:pt x="2649" y="825"/>
                    <a:pt x="2230" y="932"/>
                  </a:cubicBezTo>
                  <a:cubicBezTo>
                    <a:pt x="1446" y="1133"/>
                    <a:pt x="161" y="2279"/>
                    <a:pt x="80" y="2459"/>
                  </a:cubicBezTo>
                  <a:cubicBezTo>
                    <a:pt x="0" y="2641"/>
                    <a:pt x="156" y="2826"/>
                    <a:pt x="156" y="2826"/>
                  </a:cubicBezTo>
                  <a:cubicBezTo>
                    <a:pt x="156" y="2826"/>
                    <a:pt x="462" y="3625"/>
                    <a:pt x="1085" y="3826"/>
                  </a:cubicBezTo>
                  <a:cubicBezTo>
                    <a:pt x="1415" y="3932"/>
                    <a:pt x="1846" y="4005"/>
                    <a:pt x="2312" y="4005"/>
                  </a:cubicBezTo>
                  <a:cubicBezTo>
                    <a:pt x="2728" y="4005"/>
                    <a:pt x="3171" y="3948"/>
                    <a:pt x="3597" y="3806"/>
                  </a:cubicBezTo>
                  <a:cubicBezTo>
                    <a:pt x="4502" y="3505"/>
                    <a:pt x="8420" y="1952"/>
                    <a:pt x="8420" y="1952"/>
                  </a:cubicBezTo>
                  <a:lnTo>
                    <a:pt x="9097" y="1767"/>
                  </a:lnTo>
                  <a:cubicBezTo>
                    <a:pt x="9036" y="1565"/>
                    <a:pt x="8701" y="63"/>
                    <a:pt x="8279" y="3"/>
                  </a:cubicBezTo>
                  <a:cubicBezTo>
                    <a:pt x="8265" y="1"/>
                    <a:pt x="8247" y="0"/>
                    <a:pt x="82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8"/>
            <p:cNvSpPr/>
            <p:nvPr/>
          </p:nvSpPr>
          <p:spPr>
            <a:xfrm flipH="1">
              <a:off x="7205529" y="3166936"/>
              <a:ext cx="1280025" cy="571315"/>
            </a:xfrm>
            <a:custGeom>
              <a:avLst/>
              <a:gdLst/>
              <a:ahLst/>
              <a:cxnLst/>
              <a:rect l="l" t="t" r="r" b="b"/>
              <a:pathLst>
                <a:path w="9206" h="4109" extrusionOk="0">
                  <a:moveTo>
                    <a:pt x="8283" y="1"/>
                  </a:moveTo>
                  <a:cubicBezTo>
                    <a:pt x="7694" y="1"/>
                    <a:pt x="4696" y="763"/>
                    <a:pt x="4479" y="818"/>
                  </a:cubicBezTo>
                  <a:cubicBezTo>
                    <a:pt x="4423" y="815"/>
                    <a:pt x="4134" y="799"/>
                    <a:pt x="3763" y="799"/>
                  </a:cubicBezTo>
                  <a:cubicBezTo>
                    <a:pt x="3294" y="799"/>
                    <a:pt x="2694" y="825"/>
                    <a:pt x="2270" y="934"/>
                  </a:cubicBezTo>
                  <a:cubicBezTo>
                    <a:pt x="1471" y="1138"/>
                    <a:pt x="167" y="2303"/>
                    <a:pt x="85" y="2489"/>
                  </a:cubicBezTo>
                  <a:cubicBezTo>
                    <a:pt x="1" y="2678"/>
                    <a:pt x="133" y="2864"/>
                    <a:pt x="163" y="2903"/>
                  </a:cubicBezTo>
                  <a:cubicBezTo>
                    <a:pt x="199" y="2991"/>
                    <a:pt x="508" y="3728"/>
                    <a:pt x="1122" y="3926"/>
                  </a:cubicBezTo>
                  <a:cubicBezTo>
                    <a:pt x="1449" y="4031"/>
                    <a:pt x="1886" y="4109"/>
                    <a:pt x="2366" y="4109"/>
                  </a:cubicBezTo>
                  <a:cubicBezTo>
                    <a:pt x="2781" y="4109"/>
                    <a:pt x="3228" y="4051"/>
                    <a:pt x="3666" y="3905"/>
                  </a:cubicBezTo>
                  <a:cubicBezTo>
                    <a:pt x="4561" y="3607"/>
                    <a:pt x="8452" y="2066"/>
                    <a:pt x="8491" y="2052"/>
                  </a:cubicBezTo>
                  <a:cubicBezTo>
                    <a:pt x="8517" y="2041"/>
                    <a:pt x="8529" y="2011"/>
                    <a:pt x="8519" y="1984"/>
                  </a:cubicBezTo>
                  <a:cubicBezTo>
                    <a:pt x="8511" y="1964"/>
                    <a:pt x="8492" y="1952"/>
                    <a:pt x="8472" y="1952"/>
                  </a:cubicBezTo>
                  <a:cubicBezTo>
                    <a:pt x="8466" y="1952"/>
                    <a:pt x="8459" y="1954"/>
                    <a:pt x="8453" y="1956"/>
                  </a:cubicBezTo>
                  <a:cubicBezTo>
                    <a:pt x="8414" y="1972"/>
                    <a:pt x="4526" y="3511"/>
                    <a:pt x="3633" y="3809"/>
                  </a:cubicBezTo>
                  <a:cubicBezTo>
                    <a:pt x="3211" y="3949"/>
                    <a:pt x="2774" y="4004"/>
                    <a:pt x="2370" y="4004"/>
                  </a:cubicBezTo>
                  <a:cubicBezTo>
                    <a:pt x="1892" y="4004"/>
                    <a:pt x="1460" y="3928"/>
                    <a:pt x="1153" y="3829"/>
                  </a:cubicBezTo>
                  <a:cubicBezTo>
                    <a:pt x="561" y="3638"/>
                    <a:pt x="259" y="2866"/>
                    <a:pt x="257" y="2858"/>
                  </a:cubicBezTo>
                  <a:cubicBezTo>
                    <a:pt x="255" y="2852"/>
                    <a:pt x="251" y="2847"/>
                    <a:pt x="247" y="2843"/>
                  </a:cubicBezTo>
                  <a:cubicBezTo>
                    <a:pt x="246" y="2842"/>
                    <a:pt x="113" y="2680"/>
                    <a:pt x="179" y="2531"/>
                  </a:cubicBezTo>
                  <a:cubicBezTo>
                    <a:pt x="248" y="2376"/>
                    <a:pt x="1524" y="1231"/>
                    <a:pt x="2295" y="1032"/>
                  </a:cubicBezTo>
                  <a:cubicBezTo>
                    <a:pt x="2707" y="927"/>
                    <a:pt x="3303" y="902"/>
                    <a:pt x="3769" y="902"/>
                  </a:cubicBezTo>
                  <a:cubicBezTo>
                    <a:pt x="4170" y="902"/>
                    <a:pt x="4474" y="921"/>
                    <a:pt x="4481" y="921"/>
                  </a:cubicBezTo>
                  <a:cubicBezTo>
                    <a:pt x="4487" y="921"/>
                    <a:pt x="4492" y="921"/>
                    <a:pt x="4497" y="920"/>
                  </a:cubicBezTo>
                  <a:cubicBezTo>
                    <a:pt x="5631" y="630"/>
                    <a:pt x="7812" y="102"/>
                    <a:pt x="8275" y="102"/>
                  </a:cubicBezTo>
                  <a:cubicBezTo>
                    <a:pt x="8294" y="102"/>
                    <a:pt x="8311" y="103"/>
                    <a:pt x="8324" y="105"/>
                  </a:cubicBezTo>
                  <a:cubicBezTo>
                    <a:pt x="8546" y="137"/>
                    <a:pt x="8796" y="675"/>
                    <a:pt x="9065" y="1703"/>
                  </a:cubicBezTo>
                  <a:cubicBezTo>
                    <a:pt x="9079" y="1763"/>
                    <a:pt x="9092" y="1807"/>
                    <a:pt x="9099" y="1832"/>
                  </a:cubicBezTo>
                  <a:cubicBezTo>
                    <a:pt x="9106" y="1855"/>
                    <a:pt x="9127" y="1869"/>
                    <a:pt x="9149" y="1869"/>
                  </a:cubicBezTo>
                  <a:cubicBezTo>
                    <a:pt x="9154" y="1869"/>
                    <a:pt x="9159" y="1868"/>
                    <a:pt x="9163" y="1867"/>
                  </a:cubicBezTo>
                  <a:cubicBezTo>
                    <a:pt x="9191" y="1858"/>
                    <a:pt x="9205" y="1830"/>
                    <a:pt x="9198" y="1803"/>
                  </a:cubicBezTo>
                  <a:cubicBezTo>
                    <a:pt x="9191" y="1779"/>
                    <a:pt x="9179" y="1735"/>
                    <a:pt x="9164" y="1677"/>
                  </a:cubicBezTo>
                  <a:cubicBezTo>
                    <a:pt x="8967" y="925"/>
                    <a:pt x="8696" y="54"/>
                    <a:pt x="8337" y="4"/>
                  </a:cubicBezTo>
                  <a:cubicBezTo>
                    <a:pt x="8323" y="2"/>
                    <a:pt x="8304" y="1"/>
                    <a:pt x="8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8"/>
            <p:cNvSpPr/>
            <p:nvPr/>
          </p:nvSpPr>
          <p:spPr>
            <a:xfrm flipH="1">
              <a:off x="8179523" y="3363542"/>
              <a:ext cx="158787" cy="232336"/>
            </a:xfrm>
            <a:custGeom>
              <a:avLst/>
              <a:gdLst/>
              <a:ahLst/>
              <a:cxnLst/>
              <a:rect l="l" t="t" r="r" b="b"/>
              <a:pathLst>
                <a:path w="1142" h="1671" extrusionOk="0">
                  <a:moveTo>
                    <a:pt x="1082" y="0"/>
                  </a:moveTo>
                  <a:cubicBezTo>
                    <a:pt x="1073" y="0"/>
                    <a:pt x="1064" y="3"/>
                    <a:pt x="1055" y="8"/>
                  </a:cubicBezTo>
                  <a:cubicBezTo>
                    <a:pt x="303" y="476"/>
                    <a:pt x="20" y="1560"/>
                    <a:pt x="8" y="1606"/>
                  </a:cubicBezTo>
                  <a:cubicBezTo>
                    <a:pt x="1" y="1634"/>
                    <a:pt x="17" y="1662"/>
                    <a:pt x="45" y="1668"/>
                  </a:cubicBezTo>
                  <a:cubicBezTo>
                    <a:pt x="49" y="1669"/>
                    <a:pt x="54" y="1670"/>
                    <a:pt x="57" y="1670"/>
                  </a:cubicBezTo>
                  <a:cubicBezTo>
                    <a:pt x="80" y="1670"/>
                    <a:pt x="101" y="1655"/>
                    <a:pt x="108" y="1632"/>
                  </a:cubicBezTo>
                  <a:cubicBezTo>
                    <a:pt x="111" y="1621"/>
                    <a:pt x="392" y="541"/>
                    <a:pt x="1110" y="95"/>
                  </a:cubicBezTo>
                  <a:cubicBezTo>
                    <a:pt x="1134" y="80"/>
                    <a:pt x="1142" y="49"/>
                    <a:pt x="1127" y="25"/>
                  </a:cubicBezTo>
                  <a:cubicBezTo>
                    <a:pt x="1117" y="9"/>
                    <a:pt x="1100" y="0"/>
                    <a:pt x="10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8"/>
            <p:cNvSpPr/>
            <p:nvPr/>
          </p:nvSpPr>
          <p:spPr>
            <a:xfrm flipH="1">
              <a:off x="8246958" y="3399832"/>
              <a:ext cx="114015" cy="92740"/>
            </a:xfrm>
            <a:custGeom>
              <a:avLst/>
              <a:gdLst/>
              <a:ahLst/>
              <a:cxnLst/>
              <a:rect l="l" t="t" r="r" b="b"/>
              <a:pathLst>
                <a:path w="820" h="667" extrusionOk="0">
                  <a:moveTo>
                    <a:pt x="763" y="0"/>
                  </a:moveTo>
                  <a:cubicBezTo>
                    <a:pt x="759" y="0"/>
                    <a:pt x="755" y="1"/>
                    <a:pt x="750" y="2"/>
                  </a:cubicBezTo>
                  <a:cubicBezTo>
                    <a:pt x="334" y="106"/>
                    <a:pt x="29" y="567"/>
                    <a:pt x="17" y="587"/>
                  </a:cubicBezTo>
                  <a:cubicBezTo>
                    <a:pt x="1" y="611"/>
                    <a:pt x="8" y="642"/>
                    <a:pt x="31" y="657"/>
                  </a:cubicBezTo>
                  <a:cubicBezTo>
                    <a:pt x="41" y="663"/>
                    <a:pt x="50" y="666"/>
                    <a:pt x="60" y="666"/>
                  </a:cubicBezTo>
                  <a:cubicBezTo>
                    <a:pt x="77" y="666"/>
                    <a:pt x="93" y="658"/>
                    <a:pt x="103" y="642"/>
                  </a:cubicBezTo>
                  <a:cubicBezTo>
                    <a:pt x="106" y="638"/>
                    <a:pt x="399" y="196"/>
                    <a:pt x="776" y="102"/>
                  </a:cubicBezTo>
                  <a:cubicBezTo>
                    <a:pt x="803" y="94"/>
                    <a:pt x="820" y="67"/>
                    <a:pt x="813" y="40"/>
                  </a:cubicBezTo>
                  <a:cubicBezTo>
                    <a:pt x="807" y="16"/>
                    <a:pt x="786" y="0"/>
                    <a:pt x="7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8"/>
            <p:cNvSpPr/>
            <p:nvPr/>
          </p:nvSpPr>
          <p:spPr>
            <a:xfrm flipH="1">
              <a:off x="7714288" y="2443221"/>
              <a:ext cx="275999" cy="618450"/>
            </a:xfrm>
            <a:custGeom>
              <a:avLst/>
              <a:gdLst/>
              <a:ahLst/>
              <a:cxnLst/>
              <a:rect l="l" t="t" r="r" b="b"/>
              <a:pathLst>
                <a:path w="1985" h="4448" extrusionOk="0">
                  <a:moveTo>
                    <a:pt x="397" y="1"/>
                  </a:moveTo>
                  <a:cubicBezTo>
                    <a:pt x="347" y="1"/>
                    <a:pt x="284" y="25"/>
                    <a:pt x="209" y="99"/>
                  </a:cubicBezTo>
                  <a:cubicBezTo>
                    <a:pt x="1" y="308"/>
                    <a:pt x="209" y="447"/>
                    <a:pt x="255" y="1119"/>
                  </a:cubicBezTo>
                  <a:cubicBezTo>
                    <a:pt x="301" y="1789"/>
                    <a:pt x="464" y="3110"/>
                    <a:pt x="464" y="3110"/>
                  </a:cubicBezTo>
                  <a:cubicBezTo>
                    <a:pt x="464" y="3110"/>
                    <a:pt x="793" y="4196"/>
                    <a:pt x="909" y="4335"/>
                  </a:cubicBezTo>
                  <a:cubicBezTo>
                    <a:pt x="992" y="4434"/>
                    <a:pt x="1158" y="4448"/>
                    <a:pt x="1322" y="4448"/>
                  </a:cubicBezTo>
                  <a:cubicBezTo>
                    <a:pt x="1387" y="4448"/>
                    <a:pt x="1451" y="4446"/>
                    <a:pt x="1510" y="4446"/>
                  </a:cubicBezTo>
                  <a:cubicBezTo>
                    <a:pt x="1718" y="4446"/>
                    <a:pt x="1985" y="4335"/>
                    <a:pt x="1985" y="4335"/>
                  </a:cubicBezTo>
                  <a:cubicBezTo>
                    <a:pt x="1985" y="4335"/>
                    <a:pt x="1459" y="1952"/>
                    <a:pt x="1134" y="1165"/>
                  </a:cubicBezTo>
                  <a:cubicBezTo>
                    <a:pt x="811" y="378"/>
                    <a:pt x="533" y="76"/>
                    <a:pt x="533" y="76"/>
                  </a:cubicBezTo>
                  <a:cubicBezTo>
                    <a:pt x="533" y="76"/>
                    <a:pt x="486" y="1"/>
                    <a:pt x="3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8"/>
            <p:cNvSpPr/>
            <p:nvPr/>
          </p:nvSpPr>
          <p:spPr>
            <a:xfrm flipH="1">
              <a:off x="7706501" y="2436130"/>
              <a:ext cx="280032" cy="632771"/>
            </a:xfrm>
            <a:custGeom>
              <a:avLst/>
              <a:gdLst/>
              <a:ahLst/>
              <a:cxnLst/>
              <a:rect l="l" t="t" r="r" b="b"/>
              <a:pathLst>
                <a:path w="2014" h="4551" extrusionOk="0">
                  <a:moveTo>
                    <a:pt x="380" y="103"/>
                  </a:moveTo>
                  <a:cubicBezTo>
                    <a:pt x="431" y="110"/>
                    <a:pt x="461" y="154"/>
                    <a:pt x="462" y="156"/>
                  </a:cubicBezTo>
                  <a:cubicBezTo>
                    <a:pt x="464" y="158"/>
                    <a:pt x="466" y="160"/>
                    <a:pt x="468" y="162"/>
                  </a:cubicBezTo>
                  <a:cubicBezTo>
                    <a:pt x="470" y="165"/>
                    <a:pt x="744" y="469"/>
                    <a:pt x="1060" y="1236"/>
                  </a:cubicBezTo>
                  <a:cubicBezTo>
                    <a:pt x="1355" y="1952"/>
                    <a:pt x="1824" y="4028"/>
                    <a:pt x="1898" y="4353"/>
                  </a:cubicBezTo>
                  <a:cubicBezTo>
                    <a:pt x="1818" y="4383"/>
                    <a:pt x="1632" y="4445"/>
                    <a:pt x="1483" y="4445"/>
                  </a:cubicBezTo>
                  <a:cubicBezTo>
                    <a:pt x="1453" y="4445"/>
                    <a:pt x="1422" y="4445"/>
                    <a:pt x="1391" y="4446"/>
                  </a:cubicBezTo>
                  <a:cubicBezTo>
                    <a:pt x="1359" y="4447"/>
                    <a:pt x="1327" y="4448"/>
                    <a:pt x="1294" y="4448"/>
                  </a:cubicBezTo>
                  <a:cubicBezTo>
                    <a:pt x="1141" y="4448"/>
                    <a:pt x="990" y="4435"/>
                    <a:pt x="921" y="4353"/>
                  </a:cubicBezTo>
                  <a:cubicBezTo>
                    <a:pt x="841" y="4256"/>
                    <a:pt x="616" y="3578"/>
                    <a:pt x="487" y="3154"/>
                  </a:cubicBezTo>
                  <a:cubicBezTo>
                    <a:pt x="486" y="3141"/>
                    <a:pt x="324" y="1829"/>
                    <a:pt x="279" y="1166"/>
                  </a:cubicBezTo>
                  <a:cubicBezTo>
                    <a:pt x="260" y="892"/>
                    <a:pt x="214" y="704"/>
                    <a:pt x="181" y="566"/>
                  </a:cubicBezTo>
                  <a:cubicBezTo>
                    <a:pt x="132" y="367"/>
                    <a:pt x="113" y="291"/>
                    <a:pt x="218" y="187"/>
                  </a:cubicBezTo>
                  <a:cubicBezTo>
                    <a:pt x="273" y="133"/>
                    <a:pt x="325" y="103"/>
                    <a:pt x="370" y="103"/>
                  </a:cubicBezTo>
                  <a:close/>
                  <a:moveTo>
                    <a:pt x="369" y="0"/>
                  </a:moveTo>
                  <a:cubicBezTo>
                    <a:pt x="296" y="0"/>
                    <a:pt x="221" y="39"/>
                    <a:pt x="145" y="115"/>
                  </a:cubicBezTo>
                  <a:cubicBezTo>
                    <a:pt x="0" y="260"/>
                    <a:pt x="31" y="385"/>
                    <a:pt x="81" y="590"/>
                  </a:cubicBezTo>
                  <a:cubicBezTo>
                    <a:pt x="113" y="725"/>
                    <a:pt x="159" y="907"/>
                    <a:pt x="176" y="1173"/>
                  </a:cubicBezTo>
                  <a:cubicBezTo>
                    <a:pt x="223" y="1838"/>
                    <a:pt x="384" y="3153"/>
                    <a:pt x="387" y="3175"/>
                  </a:cubicBezTo>
                  <a:cubicBezTo>
                    <a:pt x="421" y="3288"/>
                    <a:pt x="723" y="4275"/>
                    <a:pt x="842" y="4418"/>
                  </a:cubicBezTo>
                  <a:cubicBezTo>
                    <a:pt x="938" y="4534"/>
                    <a:pt x="1116" y="4550"/>
                    <a:pt x="1290" y="4550"/>
                  </a:cubicBezTo>
                  <a:cubicBezTo>
                    <a:pt x="1325" y="4550"/>
                    <a:pt x="1359" y="4549"/>
                    <a:pt x="1393" y="4548"/>
                  </a:cubicBezTo>
                  <a:cubicBezTo>
                    <a:pt x="1423" y="4548"/>
                    <a:pt x="1454" y="4547"/>
                    <a:pt x="1483" y="4547"/>
                  </a:cubicBezTo>
                  <a:cubicBezTo>
                    <a:pt x="1699" y="4547"/>
                    <a:pt x="1966" y="4437"/>
                    <a:pt x="1978" y="4433"/>
                  </a:cubicBezTo>
                  <a:cubicBezTo>
                    <a:pt x="2001" y="4423"/>
                    <a:pt x="2013" y="4398"/>
                    <a:pt x="2008" y="4374"/>
                  </a:cubicBezTo>
                  <a:cubicBezTo>
                    <a:pt x="1986" y="4276"/>
                    <a:pt x="1477" y="1978"/>
                    <a:pt x="1155" y="1196"/>
                  </a:cubicBezTo>
                  <a:cubicBezTo>
                    <a:pt x="844" y="441"/>
                    <a:pt x="577" y="131"/>
                    <a:pt x="546" y="96"/>
                  </a:cubicBezTo>
                  <a:cubicBezTo>
                    <a:pt x="533" y="77"/>
                    <a:pt x="482" y="12"/>
                    <a:pt x="393" y="1"/>
                  </a:cubicBezTo>
                  <a:cubicBezTo>
                    <a:pt x="385" y="1"/>
                    <a:pt x="377" y="0"/>
                    <a:pt x="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8"/>
            <p:cNvSpPr/>
            <p:nvPr/>
          </p:nvSpPr>
          <p:spPr>
            <a:xfrm flipH="1">
              <a:off x="7827883" y="2328094"/>
              <a:ext cx="690485" cy="1239959"/>
            </a:xfrm>
            <a:custGeom>
              <a:avLst/>
              <a:gdLst/>
              <a:ahLst/>
              <a:cxnLst/>
              <a:rect l="l" t="t" r="r" b="b"/>
              <a:pathLst>
                <a:path w="4966" h="8918" extrusionOk="0">
                  <a:moveTo>
                    <a:pt x="2396" y="0"/>
                  </a:moveTo>
                  <a:cubicBezTo>
                    <a:pt x="2380" y="0"/>
                    <a:pt x="2366" y="1"/>
                    <a:pt x="2353" y="4"/>
                  </a:cubicBezTo>
                  <a:cubicBezTo>
                    <a:pt x="2089" y="53"/>
                    <a:pt x="263" y="1231"/>
                    <a:pt x="132" y="2004"/>
                  </a:cubicBezTo>
                  <a:cubicBezTo>
                    <a:pt x="0" y="2777"/>
                    <a:pt x="124" y="2947"/>
                    <a:pt x="348" y="4126"/>
                  </a:cubicBezTo>
                  <a:cubicBezTo>
                    <a:pt x="554" y="5212"/>
                    <a:pt x="476" y="6931"/>
                    <a:pt x="328" y="7523"/>
                  </a:cubicBezTo>
                  <a:cubicBezTo>
                    <a:pt x="180" y="8115"/>
                    <a:pt x="164" y="8512"/>
                    <a:pt x="230" y="8643"/>
                  </a:cubicBezTo>
                  <a:cubicBezTo>
                    <a:pt x="288" y="8759"/>
                    <a:pt x="347" y="8918"/>
                    <a:pt x="417" y="8918"/>
                  </a:cubicBezTo>
                  <a:cubicBezTo>
                    <a:pt x="426" y="8918"/>
                    <a:pt x="435" y="8915"/>
                    <a:pt x="444" y="8910"/>
                  </a:cubicBezTo>
                  <a:cubicBezTo>
                    <a:pt x="526" y="8860"/>
                    <a:pt x="1217" y="7923"/>
                    <a:pt x="1530" y="7676"/>
                  </a:cubicBezTo>
                  <a:cubicBezTo>
                    <a:pt x="1842" y="7430"/>
                    <a:pt x="2598" y="7364"/>
                    <a:pt x="3520" y="7232"/>
                  </a:cubicBezTo>
                  <a:cubicBezTo>
                    <a:pt x="4440" y="7100"/>
                    <a:pt x="4719" y="6903"/>
                    <a:pt x="4719" y="6903"/>
                  </a:cubicBezTo>
                  <a:cubicBezTo>
                    <a:pt x="4719" y="6903"/>
                    <a:pt x="4605" y="6409"/>
                    <a:pt x="4506" y="6180"/>
                  </a:cubicBezTo>
                  <a:cubicBezTo>
                    <a:pt x="4408" y="5949"/>
                    <a:pt x="4374" y="4765"/>
                    <a:pt x="4374" y="4765"/>
                  </a:cubicBezTo>
                  <a:cubicBezTo>
                    <a:pt x="4374" y="4765"/>
                    <a:pt x="4769" y="4239"/>
                    <a:pt x="4867" y="3877"/>
                  </a:cubicBezTo>
                  <a:cubicBezTo>
                    <a:pt x="4966" y="3515"/>
                    <a:pt x="4440" y="1985"/>
                    <a:pt x="4440" y="1985"/>
                  </a:cubicBezTo>
                  <a:cubicBezTo>
                    <a:pt x="4440" y="1985"/>
                    <a:pt x="4528" y="1234"/>
                    <a:pt x="4331" y="904"/>
                  </a:cubicBezTo>
                  <a:cubicBezTo>
                    <a:pt x="4134" y="576"/>
                    <a:pt x="3536" y="431"/>
                    <a:pt x="3536" y="431"/>
                  </a:cubicBezTo>
                  <a:cubicBezTo>
                    <a:pt x="3536" y="431"/>
                    <a:pt x="2704" y="0"/>
                    <a:pt x="23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8"/>
            <p:cNvSpPr/>
            <p:nvPr/>
          </p:nvSpPr>
          <p:spPr>
            <a:xfrm flipH="1">
              <a:off x="7820931" y="2320864"/>
              <a:ext cx="700496" cy="1254280"/>
            </a:xfrm>
            <a:custGeom>
              <a:avLst/>
              <a:gdLst/>
              <a:ahLst/>
              <a:cxnLst/>
              <a:rect l="l" t="t" r="r" b="b"/>
              <a:pathLst>
                <a:path w="5038" h="9021" extrusionOk="0">
                  <a:moveTo>
                    <a:pt x="2421" y="103"/>
                  </a:moveTo>
                  <a:cubicBezTo>
                    <a:pt x="2659" y="103"/>
                    <a:pt x="3296" y="405"/>
                    <a:pt x="3535" y="528"/>
                  </a:cubicBezTo>
                  <a:cubicBezTo>
                    <a:pt x="3539" y="530"/>
                    <a:pt x="3543" y="531"/>
                    <a:pt x="3546" y="532"/>
                  </a:cubicBezTo>
                  <a:cubicBezTo>
                    <a:pt x="3552" y="534"/>
                    <a:pt x="4125" y="676"/>
                    <a:pt x="4309" y="983"/>
                  </a:cubicBezTo>
                  <a:cubicBezTo>
                    <a:pt x="4495" y="1293"/>
                    <a:pt x="4412" y="2025"/>
                    <a:pt x="4411" y="2032"/>
                  </a:cubicBezTo>
                  <a:cubicBezTo>
                    <a:pt x="4411" y="2040"/>
                    <a:pt x="4411" y="2047"/>
                    <a:pt x="4414" y="2054"/>
                  </a:cubicBezTo>
                  <a:cubicBezTo>
                    <a:pt x="4559" y="2476"/>
                    <a:pt x="4918" y="3631"/>
                    <a:pt x="4840" y="3915"/>
                  </a:cubicBezTo>
                  <a:cubicBezTo>
                    <a:pt x="4746" y="4264"/>
                    <a:pt x="4359" y="4781"/>
                    <a:pt x="4355" y="4786"/>
                  </a:cubicBezTo>
                  <a:cubicBezTo>
                    <a:pt x="4349" y="4796"/>
                    <a:pt x="4345" y="4807"/>
                    <a:pt x="4345" y="4819"/>
                  </a:cubicBezTo>
                  <a:cubicBezTo>
                    <a:pt x="4347" y="4867"/>
                    <a:pt x="4379" y="6015"/>
                    <a:pt x="4481" y="6252"/>
                  </a:cubicBezTo>
                  <a:cubicBezTo>
                    <a:pt x="4561" y="6439"/>
                    <a:pt x="4654" y="6812"/>
                    <a:pt x="4683" y="6930"/>
                  </a:cubicBezTo>
                  <a:cubicBezTo>
                    <a:pt x="4591" y="6980"/>
                    <a:pt x="4269" y="7128"/>
                    <a:pt x="3534" y="7233"/>
                  </a:cubicBezTo>
                  <a:cubicBezTo>
                    <a:pt x="3394" y="7253"/>
                    <a:pt x="3256" y="7272"/>
                    <a:pt x="3125" y="7290"/>
                  </a:cubicBezTo>
                  <a:cubicBezTo>
                    <a:pt x="2382" y="7390"/>
                    <a:pt x="1795" y="7470"/>
                    <a:pt x="1519" y="7687"/>
                  </a:cubicBezTo>
                  <a:cubicBezTo>
                    <a:pt x="1322" y="7844"/>
                    <a:pt x="980" y="8266"/>
                    <a:pt x="729" y="8574"/>
                  </a:cubicBezTo>
                  <a:cubicBezTo>
                    <a:pt x="601" y="8734"/>
                    <a:pt x="467" y="8898"/>
                    <a:pt x="439" y="8919"/>
                  </a:cubicBezTo>
                  <a:cubicBezTo>
                    <a:pt x="411" y="8911"/>
                    <a:pt x="358" y="8800"/>
                    <a:pt x="330" y="8740"/>
                  </a:cubicBezTo>
                  <a:cubicBezTo>
                    <a:pt x="319" y="8717"/>
                    <a:pt x="309" y="8694"/>
                    <a:pt x="297" y="8672"/>
                  </a:cubicBezTo>
                  <a:cubicBezTo>
                    <a:pt x="242" y="8560"/>
                    <a:pt x="251" y="8181"/>
                    <a:pt x="400" y="7588"/>
                  </a:cubicBezTo>
                  <a:cubicBezTo>
                    <a:pt x="549" y="6989"/>
                    <a:pt x="626" y="5250"/>
                    <a:pt x="420" y="4168"/>
                  </a:cubicBezTo>
                  <a:cubicBezTo>
                    <a:pt x="369" y="3896"/>
                    <a:pt x="324" y="3683"/>
                    <a:pt x="284" y="3495"/>
                  </a:cubicBezTo>
                  <a:cubicBezTo>
                    <a:pt x="154" y="2880"/>
                    <a:pt x="104" y="2650"/>
                    <a:pt x="204" y="2065"/>
                  </a:cubicBezTo>
                  <a:cubicBezTo>
                    <a:pt x="329" y="1333"/>
                    <a:pt x="2114" y="157"/>
                    <a:pt x="2384" y="106"/>
                  </a:cubicBezTo>
                  <a:cubicBezTo>
                    <a:pt x="2395" y="104"/>
                    <a:pt x="2407" y="103"/>
                    <a:pt x="2421" y="103"/>
                  </a:cubicBezTo>
                  <a:close/>
                  <a:moveTo>
                    <a:pt x="2414" y="0"/>
                  </a:moveTo>
                  <a:cubicBezTo>
                    <a:pt x="2396" y="0"/>
                    <a:pt x="2380" y="2"/>
                    <a:pt x="2365" y="4"/>
                  </a:cubicBezTo>
                  <a:cubicBezTo>
                    <a:pt x="2081" y="58"/>
                    <a:pt x="238" y="1259"/>
                    <a:pt x="103" y="2047"/>
                  </a:cubicBezTo>
                  <a:cubicBezTo>
                    <a:pt x="0" y="2653"/>
                    <a:pt x="54" y="2905"/>
                    <a:pt x="183" y="3516"/>
                  </a:cubicBezTo>
                  <a:cubicBezTo>
                    <a:pt x="223" y="3704"/>
                    <a:pt x="268" y="3917"/>
                    <a:pt x="319" y="4187"/>
                  </a:cubicBezTo>
                  <a:cubicBezTo>
                    <a:pt x="522" y="5258"/>
                    <a:pt x="448" y="6973"/>
                    <a:pt x="301" y="7562"/>
                  </a:cubicBezTo>
                  <a:cubicBezTo>
                    <a:pt x="162" y="8116"/>
                    <a:pt x="126" y="8557"/>
                    <a:pt x="206" y="8718"/>
                  </a:cubicBezTo>
                  <a:cubicBezTo>
                    <a:pt x="217" y="8739"/>
                    <a:pt x="227" y="8761"/>
                    <a:pt x="238" y="8783"/>
                  </a:cubicBezTo>
                  <a:cubicBezTo>
                    <a:pt x="289" y="8892"/>
                    <a:pt x="336" y="8994"/>
                    <a:pt x="410" y="9016"/>
                  </a:cubicBezTo>
                  <a:cubicBezTo>
                    <a:pt x="419" y="9019"/>
                    <a:pt x="429" y="9020"/>
                    <a:pt x="439" y="9020"/>
                  </a:cubicBezTo>
                  <a:cubicBezTo>
                    <a:pt x="457" y="9020"/>
                    <a:pt x="476" y="9015"/>
                    <a:pt x="493" y="9005"/>
                  </a:cubicBezTo>
                  <a:cubicBezTo>
                    <a:pt x="528" y="8984"/>
                    <a:pt x="604" y="8893"/>
                    <a:pt x="810" y="8639"/>
                  </a:cubicBezTo>
                  <a:cubicBezTo>
                    <a:pt x="1056" y="8335"/>
                    <a:pt x="1394" y="7917"/>
                    <a:pt x="1583" y="7768"/>
                  </a:cubicBezTo>
                  <a:cubicBezTo>
                    <a:pt x="1837" y="7568"/>
                    <a:pt x="2411" y="7490"/>
                    <a:pt x="3139" y="7391"/>
                  </a:cubicBezTo>
                  <a:cubicBezTo>
                    <a:pt x="3271" y="7374"/>
                    <a:pt x="3407" y="7355"/>
                    <a:pt x="3549" y="7335"/>
                  </a:cubicBezTo>
                  <a:cubicBezTo>
                    <a:pt x="4472" y="7202"/>
                    <a:pt x="4759" y="7005"/>
                    <a:pt x="4772" y="6997"/>
                  </a:cubicBezTo>
                  <a:cubicBezTo>
                    <a:pt x="4789" y="6985"/>
                    <a:pt x="4797" y="6963"/>
                    <a:pt x="4792" y="6943"/>
                  </a:cubicBezTo>
                  <a:cubicBezTo>
                    <a:pt x="4788" y="6923"/>
                    <a:pt x="4674" y="6443"/>
                    <a:pt x="4576" y="6211"/>
                  </a:cubicBezTo>
                  <a:cubicBezTo>
                    <a:pt x="4499" y="6033"/>
                    <a:pt x="4458" y="5174"/>
                    <a:pt x="4449" y="4834"/>
                  </a:cubicBezTo>
                  <a:cubicBezTo>
                    <a:pt x="4514" y="4744"/>
                    <a:pt x="4847" y="4280"/>
                    <a:pt x="4940" y="3942"/>
                  </a:cubicBezTo>
                  <a:cubicBezTo>
                    <a:pt x="5037" y="3582"/>
                    <a:pt x="4566" y="2182"/>
                    <a:pt x="4515" y="2032"/>
                  </a:cubicBezTo>
                  <a:cubicBezTo>
                    <a:pt x="4525" y="1930"/>
                    <a:pt x="4589" y="1251"/>
                    <a:pt x="4397" y="930"/>
                  </a:cubicBezTo>
                  <a:cubicBezTo>
                    <a:pt x="4200" y="602"/>
                    <a:pt x="3646" y="452"/>
                    <a:pt x="3576" y="435"/>
                  </a:cubicBezTo>
                  <a:cubicBezTo>
                    <a:pt x="3465" y="377"/>
                    <a:pt x="2721" y="0"/>
                    <a:pt x="24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8"/>
            <p:cNvSpPr/>
            <p:nvPr/>
          </p:nvSpPr>
          <p:spPr>
            <a:xfrm flipH="1">
              <a:off x="8052020" y="3313208"/>
              <a:ext cx="386955" cy="123468"/>
            </a:xfrm>
            <a:custGeom>
              <a:avLst/>
              <a:gdLst/>
              <a:ahLst/>
              <a:cxnLst/>
              <a:rect l="l" t="t" r="r" b="b"/>
              <a:pathLst>
                <a:path w="2783" h="888" extrusionOk="0">
                  <a:moveTo>
                    <a:pt x="2731" y="0"/>
                  </a:moveTo>
                  <a:cubicBezTo>
                    <a:pt x="2557" y="0"/>
                    <a:pt x="1026" y="4"/>
                    <a:pt x="782" y="104"/>
                  </a:cubicBezTo>
                  <a:cubicBezTo>
                    <a:pt x="533" y="209"/>
                    <a:pt x="40" y="778"/>
                    <a:pt x="19" y="802"/>
                  </a:cubicBezTo>
                  <a:cubicBezTo>
                    <a:pt x="0" y="823"/>
                    <a:pt x="4" y="856"/>
                    <a:pt x="25" y="875"/>
                  </a:cubicBezTo>
                  <a:cubicBezTo>
                    <a:pt x="34" y="883"/>
                    <a:pt x="47" y="887"/>
                    <a:pt x="58" y="887"/>
                  </a:cubicBezTo>
                  <a:cubicBezTo>
                    <a:pt x="73" y="887"/>
                    <a:pt x="86" y="881"/>
                    <a:pt x="97" y="869"/>
                  </a:cubicBezTo>
                  <a:cubicBezTo>
                    <a:pt x="102" y="863"/>
                    <a:pt x="594" y="294"/>
                    <a:pt x="822" y="200"/>
                  </a:cubicBezTo>
                  <a:cubicBezTo>
                    <a:pt x="1012" y="120"/>
                    <a:pt x="2264" y="103"/>
                    <a:pt x="2731" y="103"/>
                  </a:cubicBezTo>
                  <a:cubicBezTo>
                    <a:pt x="2760" y="103"/>
                    <a:pt x="2783" y="80"/>
                    <a:pt x="2783" y="52"/>
                  </a:cubicBezTo>
                  <a:cubicBezTo>
                    <a:pt x="2783" y="23"/>
                    <a:pt x="2760" y="0"/>
                    <a:pt x="2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8"/>
            <p:cNvSpPr/>
            <p:nvPr/>
          </p:nvSpPr>
          <p:spPr>
            <a:xfrm flipH="1">
              <a:off x="8191480" y="3288320"/>
              <a:ext cx="197301" cy="44910"/>
            </a:xfrm>
            <a:custGeom>
              <a:avLst/>
              <a:gdLst/>
              <a:ahLst/>
              <a:cxnLst/>
              <a:rect l="l" t="t" r="r" b="b"/>
              <a:pathLst>
                <a:path w="1419" h="323" extrusionOk="0">
                  <a:moveTo>
                    <a:pt x="874" y="0"/>
                  </a:moveTo>
                  <a:cubicBezTo>
                    <a:pt x="750" y="0"/>
                    <a:pt x="631" y="5"/>
                    <a:pt x="553" y="20"/>
                  </a:cubicBezTo>
                  <a:cubicBezTo>
                    <a:pt x="325" y="61"/>
                    <a:pt x="46" y="219"/>
                    <a:pt x="34" y="227"/>
                  </a:cubicBezTo>
                  <a:cubicBezTo>
                    <a:pt x="9" y="240"/>
                    <a:pt x="0" y="272"/>
                    <a:pt x="14" y="296"/>
                  </a:cubicBezTo>
                  <a:cubicBezTo>
                    <a:pt x="24" y="313"/>
                    <a:pt x="41" y="322"/>
                    <a:pt x="59" y="322"/>
                  </a:cubicBezTo>
                  <a:cubicBezTo>
                    <a:pt x="68" y="322"/>
                    <a:pt x="76" y="320"/>
                    <a:pt x="84" y="316"/>
                  </a:cubicBezTo>
                  <a:cubicBezTo>
                    <a:pt x="88" y="314"/>
                    <a:pt x="360" y="158"/>
                    <a:pt x="570" y="121"/>
                  </a:cubicBezTo>
                  <a:cubicBezTo>
                    <a:pt x="641" y="108"/>
                    <a:pt x="752" y="103"/>
                    <a:pt x="869" y="103"/>
                  </a:cubicBezTo>
                  <a:cubicBezTo>
                    <a:pt x="1102" y="103"/>
                    <a:pt x="1358" y="121"/>
                    <a:pt x="1362" y="121"/>
                  </a:cubicBezTo>
                  <a:cubicBezTo>
                    <a:pt x="1363" y="121"/>
                    <a:pt x="1364" y="121"/>
                    <a:pt x="1366" y="121"/>
                  </a:cubicBezTo>
                  <a:cubicBezTo>
                    <a:pt x="1391" y="121"/>
                    <a:pt x="1414" y="100"/>
                    <a:pt x="1416" y="73"/>
                  </a:cubicBezTo>
                  <a:cubicBezTo>
                    <a:pt x="1418" y="45"/>
                    <a:pt x="1397" y="21"/>
                    <a:pt x="1369" y="19"/>
                  </a:cubicBezTo>
                  <a:cubicBezTo>
                    <a:pt x="1353" y="17"/>
                    <a:pt x="1106" y="0"/>
                    <a:pt x="8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8"/>
            <p:cNvSpPr/>
            <p:nvPr/>
          </p:nvSpPr>
          <p:spPr>
            <a:xfrm flipH="1">
              <a:off x="8045764" y="2907900"/>
              <a:ext cx="219965" cy="145853"/>
            </a:xfrm>
            <a:custGeom>
              <a:avLst/>
              <a:gdLst/>
              <a:ahLst/>
              <a:cxnLst/>
              <a:rect l="l" t="t" r="r" b="b"/>
              <a:pathLst>
                <a:path w="1582" h="1049" extrusionOk="0">
                  <a:moveTo>
                    <a:pt x="1525" y="1"/>
                  </a:moveTo>
                  <a:cubicBezTo>
                    <a:pt x="1512" y="1"/>
                    <a:pt x="1499" y="6"/>
                    <a:pt x="1490" y="15"/>
                  </a:cubicBezTo>
                  <a:cubicBezTo>
                    <a:pt x="803" y="682"/>
                    <a:pt x="50" y="946"/>
                    <a:pt x="41" y="948"/>
                  </a:cubicBezTo>
                  <a:cubicBezTo>
                    <a:pt x="15" y="958"/>
                    <a:pt x="0" y="987"/>
                    <a:pt x="10" y="1014"/>
                  </a:cubicBezTo>
                  <a:cubicBezTo>
                    <a:pt x="17" y="1035"/>
                    <a:pt x="37" y="1048"/>
                    <a:pt x="58" y="1048"/>
                  </a:cubicBezTo>
                  <a:cubicBezTo>
                    <a:pt x="64" y="1048"/>
                    <a:pt x="70" y="1047"/>
                    <a:pt x="75" y="1046"/>
                  </a:cubicBezTo>
                  <a:cubicBezTo>
                    <a:pt x="106" y="1035"/>
                    <a:pt x="858" y="773"/>
                    <a:pt x="1561" y="89"/>
                  </a:cubicBezTo>
                  <a:cubicBezTo>
                    <a:pt x="1581" y="70"/>
                    <a:pt x="1582" y="37"/>
                    <a:pt x="1562" y="16"/>
                  </a:cubicBezTo>
                  <a:cubicBezTo>
                    <a:pt x="1552" y="6"/>
                    <a:pt x="1538" y="1"/>
                    <a:pt x="1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8"/>
            <p:cNvSpPr/>
            <p:nvPr/>
          </p:nvSpPr>
          <p:spPr>
            <a:xfrm flipH="1">
              <a:off x="7911727" y="1812665"/>
              <a:ext cx="413930" cy="817972"/>
            </a:xfrm>
            <a:custGeom>
              <a:avLst/>
              <a:gdLst/>
              <a:ahLst/>
              <a:cxnLst/>
              <a:rect l="l" t="t" r="r" b="b"/>
              <a:pathLst>
                <a:path w="2977" h="5883" extrusionOk="0">
                  <a:moveTo>
                    <a:pt x="2031" y="1"/>
                  </a:moveTo>
                  <a:cubicBezTo>
                    <a:pt x="1669" y="1"/>
                    <a:pt x="1463" y="250"/>
                    <a:pt x="1082" y="605"/>
                  </a:cubicBezTo>
                  <a:cubicBezTo>
                    <a:pt x="653" y="1005"/>
                    <a:pt x="1" y="1864"/>
                    <a:pt x="297" y="2810"/>
                  </a:cubicBezTo>
                  <a:cubicBezTo>
                    <a:pt x="593" y="3758"/>
                    <a:pt x="391" y="4335"/>
                    <a:pt x="456" y="4500"/>
                  </a:cubicBezTo>
                  <a:cubicBezTo>
                    <a:pt x="523" y="4664"/>
                    <a:pt x="1152" y="5436"/>
                    <a:pt x="1640" y="5726"/>
                  </a:cubicBezTo>
                  <a:cubicBezTo>
                    <a:pt x="1819" y="5832"/>
                    <a:pt x="1950" y="5883"/>
                    <a:pt x="2046" y="5883"/>
                  </a:cubicBezTo>
                  <a:cubicBezTo>
                    <a:pt x="2186" y="5883"/>
                    <a:pt x="2252" y="5774"/>
                    <a:pt x="2282" y="5569"/>
                  </a:cubicBezTo>
                  <a:cubicBezTo>
                    <a:pt x="2331" y="5223"/>
                    <a:pt x="2282" y="4252"/>
                    <a:pt x="2282" y="4252"/>
                  </a:cubicBezTo>
                  <a:lnTo>
                    <a:pt x="2002" y="4089"/>
                  </a:lnTo>
                  <a:lnTo>
                    <a:pt x="2043" y="3210"/>
                  </a:lnTo>
                  <a:cubicBezTo>
                    <a:pt x="2043" y="3210"/>
                    <a:pt x="2533" y="3181"/>
                    <a:pt x="2650" y="3077"/>
                  </a:cubicBezTo>
                  <a:cubicBezTo>
                    <a:pt x="2769" y="2973"/>
                    <a:pt x="2843" y="2056"/>
                    <a:pt x="2843" y="2056"/>
                  </a:cubicBezTo>
                  <a:cubicBezTo>
                    <a:pt x="2843" y="2056"/>
                    <a:pt x="2977" y="1818"/>
                    <a:pt x="2977" y="1701"/>
                  </a:cubicBezTo>
                  <a:cubicBezTo>
                    <a:pt x="2977" y="1582"/>
                    <a:pt x="2635" y="1449"/>
                    <a:pt x="2577" y="1241"/>
                  </a:cubicBezTo>
                  <a:cubicBezTo>
                    <a:pt x="2517" y="1034"/>
                    <a:pt x="2547" y="783"/>
                    <a:pt x="2473" y="635"/>
                  </a:cubicBezTo>
                  <a:cubicBezTo>
                    <a:pt x="2399" y="487"/>
                    <a:pt x="2177" y="13"/>
                    <a:pt x="2177" y="13"/>
                  </a:cubicBezTo>
                  <a:cubicBezTo>
                    <a:pt x="2125" y="5"/>
                    <a:pt x="2077" y="1"/>
                    <a:pt x="20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8"/>
            <p:cNvSpPr/>
            <p:nvPr/>
          </p:nvSpPr>
          <p:spPr>
            <a:xfrm flipH="1">
              <a:off x="7904635" y="1805574"/>
              <a:ext cx="433813" cy="832154"/>
            </a:xfrm>
            <a:custGeom>
              <a:avLst/>
              <a:gdLst/>
              <a:ahLst/>
              <a:cxnLst/>
              <a:rect l="l" t="t" r="r" b="b"/>
              <a:pathLst>
                <a:path w="3120" h="5985" extrusionOk="0">
                  <a:moveTo>
                    <a:pt x="2126" y="103"/>
                  </a:moveTo>
                  <a:cubicBezTo>
                    <a:pt x="2161" y="103"/>
                    <a:pt x="2196" y="106"/>
                    <a:pt x="2234" y="111"/>
                  </a:cubicBezTo>
                  <a:cubicBezTo>
                    <a:pt x="2281" y="211"/>
                    <a:pt x="2456" y="582"/>
                    <a:pt x="2520" y="709"/>
                  </a:cubicBezTo>
                  <a:cubicBezTo>
                    <a:pt x="2555" y="781"/>
                    <a:pt x="2565" y="889"/>
                    <a:pt x="2574" y="1003"/>
                  </a:cubicBezTo>
                  <a:cubicBezTo>
                    <a:pt x="2583" y="1104"/>
                    <a:pt x="2591" y="1208"/>
                    <a:pt x="2619" y="1307"/>
                  </a:cubicBezTo>
                  <a:cubicBezTo>
                    <a:pt x="2656" y="1434"/>
                    <a:pt x="2775" y="1528"/>
                    <a:pt x="2880" y="1612"/>
                  </a:cubicBezTo>
                  <a:cubicBezTo>
                    <a:pt x="2937" y="1659"/>
                    <a:pt x="3017" y="1721"/>
                    <a:pt x="3017" y="1752"/>
                  </a:cubicBezTo>
                  <a:cubicBezTo>
                    <a:pt x="3017" y="1838"/>
                    <a:pt x="2926" y="2019"/>
                    <a:pt x="2890" y="2081"/>
                  </a:cubicBezTo>
                  <a:cubicBezTo>
                    <a:pt x="2887" y="2088"/>
                    <a:pt x="2885" y="2095"/>
                    <a:pt x="2884" y="2102"/>
                  </a:cubicBezTo>
                  <a:cubicBezTo>
                    <a:pt x="2849" y="2534"/>
                    <a:pt x="2773" y="3033"/>
                    <a:pt x="2708" y="3089"/>
                  </a:cubicBezTo>
                  <a:cubicBezTo>
                    <a:pt x="2632" y="3156"/>
                    <a:pt x="2315" y="3199"/>
                    <a:pt x="2132" y="3210"/>
                  </a:cubicBezTo>
                  <a:cubicBezTo>
                    <a:pt x="2106" y="3212"/>
                    <a:pt x="2086" y="3233"/>
                    <a:pt x="2084" y="3259"/>
                  </a:cubicBezTo>
                  <a:lnTo>
                    <a:pt x="2043" y="4138"/>
                  </a:lnTo>
                  <a:cubicBezTo>
                    <a:pt x="2042" y="4157"/>
                    <a:pt x="2053" y="4174"/>
                    <a:pt x="2068" y="4184"/>
                  </a:cubicBezTo>
                  <a:lnTo>
                    <a:pt x="2324" y="4334"/>
                  </a:lnTo>
                  <a:cubicBezTo>
                    <a:pt x="2332" y="4494"/>
                    <a:pt x="2366" y="5308"/>
                    <a:pt x="2323" y="5612"/>
                  </a:cubicBezTo>
                  <a:cubicBezTo>
                    <a:pt x="2302" y="5758"/>
                    <a:pt x="2265" y="5840"/>
                    <a:pt x="2205" y="5869"/>
                  </a:cubicBezTo>
                  <a:cubicBezTo>
                    <a:pt x="2186" y="5878"/>
                    <a:pt x="2164" y="5882"/>
                    <a:pt x="2139" y="5882"/>
                  </a:cubicBezTo>
                  <a:cubicBezTo>
                    <a:pt x="2053" y="5882"/>
                    <a:pt x="1928" y="5833"/>
                    <a:pt x="1759" y="5733"/>
                  </a:cubicBezTo>
                  <a:cubicBezTo>
                    <a:pt x="1286" y="5453"/>
                    <a:pt x="658" y="4687"/>
                    <a:pt x="597" y="4532"/>
                  </a:cubicBezTo>
                  <a:cubicBezTo>
                    <a:pt x="580" y="4490"/>
                    <a:pt x="586" y="4396"/>
                    <a:pt x="594" y="4275"/>
                  </a:cubicBezTo>
                  <a:cubicBezTo>
                    <a:pt x="612" y="3986"/>
                    <a:pt x="643" y="3503"/>
                    <a:pt x="438" y="2847"/>
                  </a:cubicBezTo>
                  <a:cubicBezTo>
                    <a:pt x="116" y="1815"/>
                    <a:pt x="946" y="938"/>
                    <a:pt x="1209" y="694"/>
                  </a:cubicBezTo>
                  <a:cubicBezTo>
                    <a:pt x="1260" y="646"/>
                    <a:pt x="1308" y="601"/>
                    <a:pt x="1353" y="556"/>
                  </a:cubicBezTo>
                  <a:cubicBezTo>
                    <a:pt x="1641" y="283"/>
                    <a:pt x="1830" y="103"/>
                    <a:pt x="2126" y="103"/>
                  </a:cubicBezTo>
                  <a:close/>
                  <a:moveTo>
                    <a:pt x="2123" y="1"/>
                  </a:moveTo>
                  <a:cubicBezTo>
                    <a:pt x="1790" y="1"/>
                    <a:pt x="1580" y="200"/>
                    <a:pt x="1283" y="483"/>
                  </a:cubicBezTo>
                  <a:cubicBezTo>
                    <a:pt x="1238" y="526"/>
                    <a:pt x="1190" y="571"/>
                    <a:pt x="1139" y="618"/>
                  </a:cubicBezTo>
                  <a:cubicBezTo>
                    <a:pt x="865" y="873"/>
                    <a:pt x="1" y="1789"/>
                    <a:pt x="341" y="2877"/>
                  </a:cubicBezTo>
                  <a:cubicBezTo>
                    <a:pt x="540" y="3515"/>
                    <a:pt x="510" y="3988"/>
                    <a:pt x="492" y="4269"/>
                  </a:cubicBezTo>
                  <a:cubicBezTo>
                    <a:pt x="482" y="4413"/>
                    <a:pt x="476" y="4507"/>
                    <a:pt x="501" y="4570"/>
                  </a:cubicBezTo>
                  <a:cubicBezTo>
                    <a:pt x="567" y="4737"/>
                    <a:pt x="1208" y="5525"/>
                    <a:pt x="1706" y="5821"/>
                  </a:cubicBezTo>
                  <a:cubicBezTo>
                    <a:pt x="1892" y="5931"/>
                    <a:pt x="2032" y="5985"/>
                    <a:pt x="2139" y="5985"/>
                  </a:cubicBezTo>
                  <a:cubicBezTo>
                    <a:pt x="2180" y="5985"/>
                    <a:pt x="2216" y="5978"/>
                    <a:pt x="2249" y="5962"/>
                  </a:cubicBezTo>
                  <a:cubicBezTo>
                    <a:pt x="2373" y="5902"/>
                    <a:pt x="2408" y="5742"/>
                    <a:pt x="2425" y="5627"/>
                  </a:cubicBezTo>
                  <a:cubicBezTo>
                    <a:pt x="2474" y="5281"/>
                    <a:pt x="2427" y="4341"/>
                    <a:pt x="2425" y="4301"/>
                  </a:cubicBezTo>
                  <a:cubicBezTo>
                    <a:pt x="2425" y="4285"/>
                    <a:pt x="2416" y="4269"/>
                    <a:pt x="2400" y="4259"/>
                  </a:cubicBezTo>
                  <a:lnTo>
                    <a:pt x="2147" y="4111"/>
                  </a:lnTo>
                  <a:lnTo>
                    <a:pt x="2185" y="3308"/>
                  </a:lnTo>
                  <a:cubicBezTo>
                    <a:pt x="2317" y="3298"/>
                    <a:pt x="2668" y="3262"/>
                    <a:pt x="2777" y="3167"/>
                  </a:cubicBezTo>
                  <a:cubicBezTo>
                    <a:pt x="2898" y="3060"/>
                    <a:pt x="2967" y="2354"/>
                    <a:pt x="2986" y="2121"/>
                  </a:cubicBezTo>
                  <a:cubicBezTo>
                    <a:pt x="3014" y="2070"/>
                    <a:pt x="3120" y="1869"/>
                    <a:pt x="3120" y="1751"/>
                  </a:cubicBezTo>
                  <a:cubicBezTo>
                    <a:pt x="3120" y="1672"/>
                    <a:pt x="3038" y="1607"/>
                    <a:pt x="2944" y="1532"/>
                  </a:cubicBezTo>
                  <a:cubicBezTo>
                    <a:pt x="2850" y="1458"/>
                    <a:pt x="2745" y="1374"/>
                    <a:pt x="2718" y="1279"/>
                  </a:cubicBezTo>
                  <a:cubicBezTo>
                    <a:pt x="2693" y="1189"/>
                    <a:pt x="2684" y="1091"/>
                    <a:pt x="2676" y="994"/>
                  </a:cubicBezTo>
                  <a:cubicBezTo>
                    <a:pt x="2665" y="870"/>
                    <a:pt x="2656" y="753"/>
                    <a:pt x="2611" y="662"/>
                  </a:cubicBezTo>
                  <a:cubicBezTo>
                    <a:pt x="2538" y="518"/>
                    <a:pt x="2318" y="47"/>
                    <a:pt x="2316" y="42"/>
                  </a:cubicBezTo>
                  <a:cubicBezTo>
                    <a:pt x="2309" y="27"/>
                    <a:pt x="2294" y="16"/>
                    <a:pt x="2277" y="14"/>
                  </a:cubicBezTo>
                  <a:cubicBezTo>
                    <a:pt x="2223" y="5"/>
                    <a:pt x="2171" y="1"/>
                    <a:pt x="2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8"/>
            <p:cNvSpPr/>
            <p:nvPr/>
          </p:nvSpPr>
          <p:spPr>
            <a:xfrm flipH="1">
              <a:off x="8020874" y="1750791"/>
              <a:ext cx="639178" cy="837577"/>
            </a:xfrm>
            <a:custGeom>
              <a:avLst/>
              <a:gdLst/>
              <a:ahLst/>
              <a:cxnLst/>
              <a:rect l="l" t="t" r="r" b="b"/>
              <a:pathLst>
                <a:path w="4597" h="6024" extrusionOk="0">
                  <a:moveTo>
                    <a:pt x="3488" y="1"/>
                  </a:moveTo>
                  <a:cubicBezTo>
                    <a:pt x="2906" y="1"/>
                    <a:pt x="2159" y="127"/>
                    <a:pt x="1814" y="739"/>
                  </a:cubicBezTo>
                  <a:cubicBezTo>
                    <a:pt x="1355" y="1554"/>
                    <a:pt x="1355" y="3330"/>
                    <a:pt x="1355" y="3330"/>
                  </a:cubicBezTo>
                  <a:cubicBezTo>
                    <a:pt x="1355" y="3330"/>
                    <a:pt x="165" y="4073"/>
                    <a:pt x="82" y="4665"/>
                  </a:cubicBezTo>
                  <a:cubicBezTo>
                    <a:pt x="0" y="5257"/>
                    <a:pt x="395" y="5816"/>
                    <a:pt x="1019" y="6014"/>
                  </a:cubicBezTo>
                  <a:cubicBezTo>
                    <a:pt x="1032" y="6018"/>
                    <a:pt x="1045" y="6020"/>
                    <a:pt x="1056" y="6023"/>
                  </a:cubicBezTo>
                  <a:cubicBezTo>
                    <a:pt x="1111" y="5787"/>
                    <a:pt x="1213" y="5488"/>
                    <a:pt x="1398" y="5265"/>
                  </a:cubicBezTo>
                  <a:cubicBezTo>
                    <a:pt x="1753" y="4838"/>
                    <a:pt x="2062" y="4886"/>
                    <a:pt x="2512" y="4768"/>
                  </a:cubicBezTo>
                  <a:cubicBezTo>
                    <a:pt x="2970" y="4647"/>
                    <a:pt x="3250" y="4619"/>
                    <a:pt x="3316" y="4104"/>
                  </a:cubicBezTo>
                  <a:cubicBezTo>
                    <a:pt x="3383" y="3587"/>
                    <a:pt x="3363" y="3268"/>
                    <a:pt x="3324" y="2797"/>
                  </a:cubicBezTo>
                  <a:cubicBezTo>
                    <a:pt x="3310" y="2619"/>
                    <a:pt x="3502" y="2353"/>
                    <a:pt x="3502" y="2353"/>
                  </a:cubicBezTo>
                  <a:cubicBezTo>
                    <a:pt x="3502" y="2353"/>
                    <a:pt x="3526" y="2359"/>
                    <a:pt x="3566" y="2359"/>
                  </a:cubicBezTo>
                  <a:cubicBezTo>
                    <a:pt x="3703" y="2359"/>
                    <a:pt x="4028" y="2288"/>
                    <a:pt x="4256" y="1673"/>
                  </a:cubicBezTo>
                  <a:cubicBezTo>
                    <a:pt x="4552" y="873"/>
                    <a:pt x="4596" y="725"/>
                    <a:pt x="4582" y="458"/>
                  </a:cubicBezTo>
                  <a:cubicBezTo>
                    <a:pt x="4567" y="192"/>
                    <a:pt x="4538" y="88"/>
                    <a:pt x="3990" y="29"/>
                  </a:cubicBezTo>
                  <a:cubicBezTo>
                    <a:pt x="3854" y="14"/>
                    <a:pt x="3680" y="1"/>
                    <a:pt x="3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8"/>
            <p:cNvSpPr/>
            <p:nvPr/>
          </p:nvSpPr>
          <p:spPr>
            <a:xfrm flipH="1">
              <a:off x="8013643" y="1743700"/>
              <a:ext cx="653917" cy="851759"/>
            </a:xfrm>
            <a:custGeom>
              <a:avLst/>
              <a:gdLst/>
              <a:ahLst/>
              <a:cxnLst/>
              <a:rect l="l" t="t" r="r" b="b"/>
              <a:pathLst>
                <a:path w="4703" h="6126" extrusionOk="0">
                  <a:moveTo>
                    <a:pt x="3538" y="103"/>
                  </a:moveTo>
                  <a:cubicBezTo>
                    <a:pt x="3710" y="103"/>
                    <a:pt x="3879" y="113"/>
                    <a:pt x="4039" y="130"/>
                  </a:cubicBezTo>
                  <a:cubicBezTo>
                    <a:pt x="4566" y="188"/>
                    <a:pt x="4572" y="276"/>
                    <a:pt x="4585" y="511"/>
                  </a:cubicBezTo>
                  <a:cubicBezTo>
                    <a:pt x="4599" y="760"/>
                    <a:pt x="4562" y="894"/>
                    <a:pt x="4262" y="1705"/>
                  </a:cubicBezTo>
                  <a:cubicBezTo>
                    <a:pt x="4045" y="2293"/>
                    <a:pt x="3746" y="2359"/>
                    <a:pt x="3623" y="2359"/>
                  </a:cubicBezTo>
                  <a:cubicBezTo>
                    <a:pt x="3592" y="2359"/>
                    <a:pt x="3572" y="2354"/>
                    <a:pt x="3568" y="2353"/>
                  </a:cubicBezTo>
                  <a:cubicBezTo>
                    <a:pt x="3564" y="2352"/>
                    <a:pt x="3560" y="2352"/>
                    <a:pt x="3556" y="2352"/>
                  </a:cubicBezTo>
                  <a:cubicBezTo>
                    <a:pt x="3540" y="2352"/>
                    <a:pt x="3524" y="2360"/>
                    <a:pt x="3514" y="2373"/>
                  </a:cubicBezTo>
                  <a:cubicBezTo>
                    <a:pt x="3505" y="2385"/>
                    <a:pt x="3311" y="2658"/>
                    <a:pt x="3327" y="2852"/>
                  </a:cubicBezTo>
                  <a:cubicBezTo>
                    <a:pt x="3366" y="3319"/>
                    <a:pt x="3386" y="3631"/>
                    <a:pt x="3320" y="4148"/>
                  </a:cubicBezTo>
                  <a:cubicBezTo>
                    <a:pt x="3262" y="4588"/>
                    <a:pt x="3048" y="4642"/>
                    <a:pt x="2658" y="4741"/>
                  </a:cubicBezTo>
                  <a:lnTo>
                    <a:pt x="2553" y="4768"/>
                  </a:lnTo>
                  <a:cubicBezTo>
                    <a:pt x="2452" y="4796"/>
                    <a:pt x="2357" y="4814"/>
                    <a:pt x="2267" y="4831"/>
                  </a:cubicBezTo>
                  <a:cubicBezTo>
                    <a:pt x="1961" y="4890"/>
                    <a:pt x="1698" y="4941"/>
                    <a:pt x="1412" y="5284"/>
                  </a:cubicBezTo>
                  <a:cubicBezTo>
                    <a:pt x="1231" y="5501"/>
                    <a:pt x="1129" y="5790"/>
                    <a:pt x="1073" y="6010"/>
                  </a:cubicBezTo>
                  <a:cubicBezTo>
                    <a:pt x="483" y="5817"/>
                    <a:pt x="110" y="5277"/>
                    <a:pt x="188" y="4723"/>
                  </a:cubicBezTo>
                  <a:cubicBezTo>
                    <a:pt x="265" y="4162"/>
                    <a:pt x="1425" y="3431"/>
                    <a:pt x="1437" y="3424"/>
                  </a:cubicBezTo>
                  <a:cubicBezTo>
                    <a:pt x="1451" y="3414"/>
                    <a:pt x="1461" y="3399"/>
                    <a:pt x="1461" y="3381"/>
                  </a:cubicBezTo>
                  <a:cubicBezTo>
                    <a:pt x="1461" y="3363"/>
                    <a:pt x="1466" y="1608"/>
                    <a:pt x="1913" y="816"/>
                  </a:cubicBezTo>
                  <a:cubicBezTo>
                    <a:pt x="2229" y="255"/>
                    <a:pt x="2901" y="103"/>
                    <a:pt x="3538" y="103"/>
                  </a:cubicBezTo>
                  <a:close/>
                  <a:moveTo>
                    <a:pt x="3539" y="1"/>
                  </a:moveTo>
                  <a:cubicBezTo>
                    <a:pt x="2872" y="1"/>
                    <a:pt x="2163" y="163"/>
                    <a:pt x="1824" y="765"/>
                  </a:cubicBezTo>
                  <a:cubicBezTo>
                    <a:pt x="1390" y="1535"/>
                    <a:pt x="1360" y="3113"/>
                    <a:pt x="1358" y="3353"/>
                  </a:cubicBezTo>
                  <a:cubicBezTo>
                    <a:pt x="1183" y="3465"/>
                    <a:pt x="165" y="4141"/>
                    <a:pt x="86" y="4710"/>
                  </a:cubicBezTo>
                  <a:cubicBezTo>
                    <a:pt x="1" y="5318"/>
                    <a:pt x="410" y="5909"/>
                    <a:pt x="1059" y="6114"/>
                  </a:cubicBezTo>
                  <a:cubicBezTo>
                    <a:pt x="1069" y="6117"/>
                    <a:pt x="1080" y="6120"/>
                    <a:pt x="1098" y="6124"/>
                  </a:cubicBezTo>
                  <a:cubicBezTo>
                    <a:pt x="1102" y="6126"/>
                    <a:pt x="1106" y="6126"/>
                    <a:pt x="1110" y="6126"/>
                  </a:cubicBezTo>
                  <a:cubicBezTo>
                    <a:pt x="1120" y="6126"/>
                    <a:pt x="1129" y="6123"/>
                    <a:pt x="1137" y="6118"/>
                  </a:cubicBezTo>
                  <a:cubicBezTo>
                    <a:pt x="1149" y="6111"/>
                    <a:pt x="1157" y="6099"/>
                    <a:pt x="1161" y="6086"/>
                  </a:cubicBezTo>
                  <a:cubicBezTo>
                    <a:pt x="1211" y="5872"/>
                    <a:pt x="1309" y="5569"/>
                    <a:pt x="1491" y="5349"/>
                  </a:cubicBezTo>
                  <a:cubicBezTo>
                    <a:pt x="1754" y="5035"/>
                    <a:pt x="1989" y="4990"/>
                    <a:pt x="2286" y="4932"/>
                  </a:cubicBezTo>
                  <a:cubicBezTo>
                    <a:pt x="2378" y="4914"/>
                    <a:pt x="2475" y="4895"/>
                    <a:pt x="2580" y="4868"/>
                  </a:cubicBezTo>
                  <a:lnTo>
                    <a:pt x="2684" y="4841"/>
                  </a:lnTo>
                  <a:cubicBezTo>
                    <a:pt x="3089" y="4738"/>
                    <a:pt x="3355" y="4670"/>
                    <a:pt x="3421" y="4162"/>
                  </a:cubicBezTo>
                  <a:cubicBezTo>
                    <a:pt x="3489" y="3644"/>
                    <a:pt x="3469" y="3319"/>
                    <a:pt x="3430" y="2843"/>
                  </a:cubicBezTo>
                  <a:cubicBezTo>
                    <a:pt x="3419" y="2727"/>
                    <a:pt x="3522" y="2546"/>
                    <a:pt x="3580" y="2459"/>
                  </a:cubicBezTo>
                  <a:cubicBezTo>
                    <a:pt x="3592" y="2461"/>
                    <a:pt x="3606" y="2461"/>
                    <a:pt x="3623" y="2461"/>
                  </a:cubicBezTo>
                  <a:cubicBezTo>
                    <a:pt x="3777" y="2461"/>
                    <a:pt x="4121" y="2383"/>
                    <a:pt x="4359" y="1740"/>
                  </a:cubicBezTo>
                  <a:cubicBezTo>
                    <a:pt x="4651" y="949"/>
                    <a:pt x="4703" y="785"/>
                    <a:pt x="4687" y="506"/>
                  </a:cubicBezTo>
                  <a:cubicBezTo>
                    <a:pt x="4671" y="208"/>
                    <a:pt x="4612" y="89"/>
                    <a:pt x="4050" y="30"/>
                  </a:cubicBezTo>
                  <a:cubicBezTo>
                    <a:pt x="3887" y="12"/>
                    <a:pt x="3714" y="1"/>
                    <a:pt x="3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8"/>
            <p:cNvSpPr/>
            <p:nvPr/>
          </p:nvSpPr>
          <p:spPr>
            <a:xfrm flipH="1">
              <a:off x="8146431" y="2042502"/>
              <a:ext cx="127641" cy="153083"/>
            </a:xfrm>
            <a:custGeom>
              <a:avLst/>
              <a:gdLst/>
              <a:ahLst/>
              <a:cxnLst/>
              <a:rect l="l" t="t" r="r" b="b"/>
              <a:pathLst>
                <a:path w="918" h="1101" extrusionOk="0">
                  <a:moveTo>
                    <a:pt x="555" y="1"/>
                  </a:moveTo>
                  <a:cubicBezTo>
                    <a:pt x="504" y="1"/>
                    <a:pt x="448" y="19"/>
                    <a:pt x="385" y="63"/>
                  </a:cubicBezTo>
                  <a:cubicBezTo>
                    <a:pt x="0" y="328"/>
                    <a:pt x="578" y="1084"/>
                    <a:pt x="666" y="1099"/>
                  </a:cubicBezTo>
                  <a:cubicBezTo>
                    <a:pt x="673" y="1100"/>
                    <a:pt x="680" y="1100"/>
                    <a:pt x="687" y="1100"/>
                  </a:cubicBezTo>
                  <a:cubicBezTo>
                    <a:pt x="777" y="1100"/>
                    <a:pt x="903" y="1024"/>
                    <a:pt x="903" y="1024"/>
                  </a:cubicBezTo>
                  <a:lnTo>
                    <a:pt x="918" y="477"/>
                  </a:lnTo>
                  <a:cubicBezTo>
                    <a:pt x="918" y="477"/>
                    <a:pt x="814" y="1"/>
                    <a:pt x="5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8"/>
            <p:cNvSpPr/>
            <p:nvPr/>
          </p:nvSpPr>
          <p:spPr>
            <a:xfrm flipH="1">
              <a:off x="8138505" y="2035411"/>
              <a:ext cx="111373" cy="167265"/>
            </a:xfrm>
            <a:custGeom>
              <a:avLst/>
              <a:gdLst/>
              <a:ahLst/>
              <a:cxnLst/>
              <a:rect l="l" t="t" r="r" b="b"/>
              <a:pathLst>
                <a:path w="801" h="1203" extrusionOk="0">
                  <a:moveTo>
                    <a:pt x="382" y="0"/>
                  </a:moveTo>
                  <a:cubicBezTo>
                    <a:pt x="317" y="0"/>
                    <a:pt x="250" y="24"/>
                    <a:pt x="182" y="72"/>
                  </a:cubicBezTo>
                  <a:cubicBezTo>
                    <a:pt x="48" y="164"/>
                    <a:pt x="1" y="318"/>
                    <a:pt x="46" y="518"/>
                  </a:cubicBezTo>
                  <a:cubicBezTo>
                    <a:pt x="111" y="809"/>
                    <a:pt x="384" y="1183"/>
                    <a:pt x="483" y="1200"/>
                  </a:cubicBezTo>
                  <a:cubicBezTo>
                    <a:pt x="493" y="1202"/>
                    <a:pt x="503" y="1202"/>
                    <a:pt x="513" y="1202"/>
                  </a:cubicBezTo>
                  <a:cubicBezTo>
                    <a:pt x="615" y="1202"/>
                    <a:pt x="741" y="1129"/>
                    <a:pt x="755" y="1119"/>
                  </a:cubicBezTo>
                  <a:cubicBezTo>
                    <a:pt x="779" y="1104"/>
                    <a:pt x="788" y="1073"/>
                    <a:pt x="773" y="1049"/>
                  </a:cubicBezTo>
                  <a:cubicBezTo>
                    <a:pt x="763" y="1033"/>
                    <a:pt x="746" y="1024"/>
                    <a:pt x="729" y="1024"/>
                  </a:cubicBezTo>
                  <a:cubicBezTo>
                    <a:pt x="720" y="1024"/>
                    <a:pt x="711" y="1026"/>
                    <a:pt x="703" y="1031"/>
                  </a:cubicBezTo>
                  <a:cubicBezTo>
                    <a:pt x="662" y="1056"/>
                    <a:pt x="566" y="1101"/>
                    <a:pt x="516" y="1101"/>
                  </a:cubicBezTo>
                  <a:cubicBezTo>
                    <a:pt x="512" y="1101"/>
                    <a:pt x="509" y="1101"/>
                    <a:pt x="507" y="1100"/>
                  </a:cubicBezTo>
                  <a:cubicBezTo>
                    <a:pt x="444" y="1071"/>
                    <a:pt x="158" y="705"/>
                    <a:pt x="133" y="418"/>
                  </a:cubicBezTo>
                  <a:cubicBezTo>
                    <a:pt x="122" y="298"/>
                    <a:pt x="158" y="212"/>
                    <a:pt x="240" y="156"/>
                  </a:cubicBezTo>
                  <a:cubicBezTo>
                    <a:pt x="291" y="120"/>
                    <a:pt x="338" y="103"/>
                    <a:pt x="382" y="103"/>
                  </a:cubicBezTo>
                  <a:cubicBezTo>
                    <a:pt x="401" y="103"/>
                    <a:pt x="421" y="106"/>
                    <a:pt x="439" y="114"/>
                  </a:cubicBezTo>
                  <a:cubicBezTo>
                    <a:pt x="584" y="171"/>
                    <a:pt x="672" y="440"/>
                    <a:pt x="693" y="539"/>
                  </a:cubicBezTo>
                  <a:cubicBezTo>
                    <a:pt x="699" y="562"/>
                    <a:pt x="720" y="579"/>
                    <a:pt x="744" y="579"/>
                  </a:cubicBezTo>
                  <a:cubicBezTo>
                    <a:pt x="748" y="579"/>
                    <a:pt x="751" y="578"/>
                    <a:pt x="755" y="578"/>
                  </a:cubicBezTo>
                  <a:cubicBezTo>
                    <a:pt x="783" y="572"/>
                    <a:pt x="800" y="545"/>
                    <a:pt x="794" y="517"/>
                  </a:cubicBezTo>
                  <a:cubicBezTo>
                    <a:pt x="791" y="500"/>
                    <a:pt x="703" y="107"/>
                    <a:pt x="477" y="18"/>
                  </a:cubicBezTo>
                  <a:cubicBezTo>
                    <a:pt x="446" y="6"/>
                    <a:pt x="414" y="0"/>
                    <a:pt x="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8"/>
            <p:cNvSpPr/>
            <p:nvPr/>
          </p:nvSpPr>
          <p:spPr>
            <a:xfrm flipH="1">
              <a:off x="8041454" y="2250787"/>
              <a:ext cx="63960" cy="10706"/>
            </a:xfrm>
            <a:custGeom>
              <a:avLst/>
              <a:gdLst/>
              <a:ahLst/>
              <a:cxnLst/>
              <a:rect l="l" t="t" r="r" b="b"/>
              <a:pathLst>
                <a:path w="460" h="77" extrusionOk="0">
                  <a:moveTo>
                    <a:pt x="1" y="0"/>
                  </a:moveTo>
                  <a:lnTo>
                    <a:pt x="433" y="76"/>
                  </a:lnTo>
                  <a:lnTo>
                    <a:pt x="459" y="5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8"/>
            <p:cNvSpPr/>
            <p:nvPr/>
          </p:nvSpPr>
          <p:spPr>
            <a:xfrm flipH="1">
              <a:off x="8033946" y="2243557"/>
              <a:ext cx="78976" cy="25027"/>
            </a:xfrm>
            <a:custGeom>
              <a:avLst/>
              <a:gdLst/>
              <a:ahLst/>
              <a:cxnLst/>
              <a:rect l="l" t="t" r="r" b="b"/>
              <a:pathLst>
                <a:path w="568" h="180" extrusionOk="0">
                  <a:moveTo>
                    <a:pt x="56" y="1"/>
                  </a:moveTo>
                  <a:cubicBezTo>
                    <a:pt x="29" y="1"/>
                    <a:pt x="8" y="19"/>
                    <a:pt x="4" y="44"/>
                  </a:cubicBezTo>
                  <a:cubicBezTo>
                    <a:pt x="0" y="71"/>
                    <a:pt x="19" y="98"/>
                    <a:pt x="46" y="103"/>
                  </a:cubicBezTo>
                  <a:lnTo>
                    <a:pt x="478" y="178"/>
                  </a:lnTo>
                  <a:cubicBezTo>
                    <a:pt x="481" y="179"/>
                    <a:pt x="484" y="179"/>
                    <a:pt x="487" y="179"/>
                  </a:cubicBezTo>
                  <a:cubicBezTo>
                    <a:pt x="497" y="179"/>
                    <a:pt x="506" y="176"/>
                    <a:pt x="514" y="171"/>
                  </a:cubicBezTo>
                  <a:lnTo>
                    <a:pt x="541" y="154"/>
                  </a:lnTo>
                  <a:cubicBezTo>
                    <a:pt x="560" y="144"/>
                    <a:pt x="568" y="122"/>
                    <a:pt x="564" y="101"/>
                  </a:cubicBezTo>
                  <a:cubicBezTo>
                    <a:pt x="560" y="79"/>
                    <a:pt x="542" y="63"/>
                    <a:pt x="521" y="60"/>
                  </a:cubicBezTo>
                  <a:lnTo>
                    <a:pt x="62" y="1"/>
                  </a:lnTo>
                  <a:cubicBezTo>
                    <a:pt x="60" y="1"/>
                    <a:pt x="58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8"/>
            <p:cNvSpPr/>
            <p:nvPr/>
          </p:nvSpPr>
          <p:spPr>
            <a:xfrm flipH="1">
              <a:off x="7970960" y="1985634"/>
              <a:ext cx="27669" cy="50889"/>
            </a:xfrm>
            <a:custGeom>
              <a:avLst/>
              <a:gdLst/>
              <a:ahLst/>
              <a:cxnLst/>
              <a:rect l="l" t="t" r="r" b="b"/>
              <a:pathLst>
                <a:path w="199" h="366" extrusionOk="0">
                  <a:moveTo>
                    <a:pt x="71" y="1"/>
                  </a:moveTo>
                  <a:cubicBezTo>
                    <a:pt x="69" y="1"/>
                    <a:pt x="66" y="1"/>
                    <a:pt x="64" y="1"/>
                  </a:cubicBezTo>
                  <a:cubicBezTo>
                    <a:pt x="20" y="10"/>
                    <a:pt x="0" y="98"/>
                    <a:pt x="19" y="198"/>
                  </a:cubicBezTo>
                  <a:cubicBezTo>
                    <a:pt x="37" y="293"/>
                    <a:pt x="84" y="365"/>
                    <a:pt x="126" y="365"/>
                  </a:cubicBezTo>
                  <a:cubicBezTo>
                    <a:pt x="129" y="365"/>
                    <a:pt x="131" y="365"/>
                    <a:pt x="133" y="365"/>
                  </a:cubicBezTo>
                  <a:cubicBezTo>
                    <a:pt x="178" y="356"/>
                    <a:pt x="198" y="268"/>
                    <a:pt x="178" y="167"/>
                  </a:cubicBezTo>
                  <a:cubicBezTo>
                    <a:pt x="161" y="73"/>
                    <a:pt x="113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8"/>
            <p:cNvSpPr/>
            <p:nvPr/>
          </p:nvSpPr>
          <p:spPr>
            <a:xfrm flipH="1">
              <a:off x="8301324" y="2637324"/>
              <a:ext cx="21691" cy="26835"/>
            </a:xfrm>
            <a:custGeom>
              <a:avLst/>
              <a:gdLst/>
              <a:ahLst/>
              <a:cxnLst/>
              <a:rect l="l" t="t" r="r" b="b"/>
              <a:pathLst>
                <a:path w="156" h="193" extrusionOk="0">
                  <a:moveTo>
                    <a:pt x="155" y="193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8"/>
            <p:cNvSpPr/>
            <p:nvPr/>
          </p:nvSpPr>
          <p:spPr>
            <a:xfrm flipH="1">
              <a:off x="8293398" y="2630233"/>
              <a:ext cx="37541" cy="41156"/>
            </a:xfrm>
            <a:custGeom>
              <a:avLst/>
              <a:gdLst/>
              <a:ahLst/>
              <a:cxnLst/>
              <a:rect l="l" t="t" r="r" b="b"/>
              <a:pathLst>
                <a:path w="270" h="296" extrusionOk="0">
                  <a:moveTo>
                    <a:pt x="59" y="0"/>
                  </a:moveTo>
                  <a:cubicBezTo>
                    <a:pt x="47" y="0"/>
                    <a:pt x="36" y="4"/>
                    <a:pt x="26" y="12"/>
                  </a:cubicBezTo>
                  <a:cubicBezTo>
                    <a:pt x="4" y="30"/>
                    <a:pt x="0" y="61"/>
                    <a:pt x="18" y="83"/>
                  </a:cubicBezTo>
                  <a:lnTo>
                    <a:pt x="172" y="275"/>
                  </a:lnTo>
                  <a:cubicBezTo>
                    <a:pt x="182" y="288"/>
                    <a:pt x="197" y="295"/>
                    <a:pt x="212" y="295"/>
                  </a:cubicBezTo>
                  <a:cubicBezTo>
                    <a:pt x="224" y="295"/>
                    <a:pt x="234" y="291"/>
                    <a:pt x="245" y="284"/>
                  </a:cubicBezTo>
                  <a:cubicBezTo>
                    <a:pt x="267" y="266"/>
                    <a:pt x="270" y="233"/>
                    <a:pt x="252" y="211"/>
                  </a:cubicBezTo>
                  <a:lnTo>
                    <a:pt x="98" y="19"/>
                  </a:lnTo>
                  <a:cubicBezTo>
                    <a:pt x="88" y="7"/>
                    <a:pt x="73" y="0"/>
                    <a:pt x="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8"/>
            <p:cNvSpPr/>
            <p:nvPr/>
          </p:nvSpPr>
          <p:spPr>
            <a:xfrm flipH="1">
              <a:off x="8196346" y="2410547"/>
              <a:ext cx="382645" cy="740110"/>
            </a:xfrm>
            <a:custGeom>
              <a:avLst/>
              <a:gdLst/>
              <a:ahLst/>
              <a:cxnLst/>
              <a:rect l="l" t="t" r="r" b="b"/>
              <a:pathLst>
                <a:path w="2752" h="5323" extrusionOk="0">
                  <a:moveTo>
                    <a:pt x="1439" y="1"/>
                  </a:moveTo>
                  <a:cubicBezTo>
                    <a:pt x="1376" y="1"/>
                    <a:pt x="845" y="18"/>
                    <a:pt x="436" y="594"/>
                  </a:cubicBezTo>
                  <a:cubicBezTo>
                    <a:pt x="1" y="1208"/>
                    <a:pt x="159" y="1979"/>
                    <a:pt x="278" y="2295"/>
                  </a:cubicBezTo>
                  <a:cubicBezTo>
                    <a:pt x="397" y="2612"/>
                    <a:pt x="1346" y="4472"/>
                    <a:pt x="1485" y="4709"/>
                  </a:cubicBezTo>
                  <a:cubicBezTo>
                    <a:pt x="1624" y="4946"/>
                    <a:pt x="2118" y="5282"/>
                    <a:pt x="2236" y="5322"/>
                  </a:cubicBezTo>
                  <a:cubicBezTo>
                    <a:pt x="2238" y="5322"/>
                    <a:pt x="2239" y="5323"/>
                    <a:pt x="2240" y="5323"/>
                  </a:cubicBezTo>
                  <a:cubicBezTo>
                    <a:pt x="2363" y="5323"/>
                    <a:pt x="2751" y="3183"/>
                    <a:pt x="2712" y="2988"/>
                  </a:cubicBezTo>
                  <a:cubicBezTo>
                    <a:pt x="2672" y="2789"/>
                    <a:pt x="1762" y="1405"/>
                    <a:pt x="1762" y="1405"/>
                  </a:cubicBezTo>
                  <a:lnTo>
                    <a:pt x="1445" y="1"/>
                  </a:lnTo>
                  <a:cubicBezTo>
                    <a:pt x="1445" y="1"/>
                    <a:pt x="1443" y="1"/>
                    <a:pt x="14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8"/>
            <p:cNvSpPr/>
            <p:nvPr/>
          </p:nvSpPr>
          <p:spPr>
            <a:xfrm flipH="1">
              <a:off x="8190367" y="2403316"/>
              <a:ext cx="406421" cy="754570"/>
            </a:xfrm>
            <a:custGeom>
              <a:avLst/>
              <a:gdLst/>
              <a:ahLst/>
              <a:cxnLst/>
              <a:rect l="l" t="t" r="r" b="b"/>
              <a:pathLst>
                <a:path w="2923" h="5427" extrusionOk="0">
                  <a:moveTo>
                    <a:pt x="1561" y="1"/>
                  </a:moveTo>
                  <a:cubicBezTo>
                    <a:pt x="1465" y="1"/>
                    <a:pt x="936" y="34"/>
                    <a:pt x="522" y="616"/>
                  </a:cubicBezTo>
                  <a:cubicBezTo>
                    <a:pt x="1" y="1351"/>
                    <a:pt x="320" y="2264"/>
                    <a:pt x="359" y="2365"/>
                  </a:cubicBezTo>
                  <a:cubicBezTo>
                    <a:pt x="476" y="2682"/>
                    <a:pt x="1428" y="4546"/>
                    <a:pt x="1569" y="4787"/>
                  </a:cubicBezTo>
                  <a:cubicBezTo>
                    <a:pt x="1716" y="5038"/>
                    <a:pt x="2228" y="5383"/>
                    <a:pt x="2349" y="5423"/>
                  </a:cubicBezTo>
                  <a:cubicBezTo>
                    <a:pt x="2355" y="5426"/>
                    <a:pt x="2361" y="5427"/>
                    <a:pt x="2369" y="5427"/>
                  </a:cubicBezTo>
                  <a:cubicBezTo>
                    <a:pt x="2384" y="5427"/>
                    <a:pt x="2400" y="5420"/>
                    <a:pt x="2413" y="5408"/>
                  </a:cubicBezTo>
                  <a:cubicBezTo>
                    <a:pt x="2582" y="5259"/>
                    <a:pt x="2923" y="3197"/>
                    <a:pt x="2889" y="3029"/>
                  </a:cubicBezTo>
                  <a:cubicBezTo>
                    <a:pt x="2849" y="2828"/>
                    <a:pt x="2027" y="1571"/>
                    <a:pt x="1933" y="1429"/>
                  </a:cubicBezTo>
                  <a:cubicBezTo>
                    <a:pt x="1923" y="1414"/>
                    <a:pt x="1907" y="1405"/>
                    <a:pt x="1890" y="1405"/>
                  </a:cubicBezTo>
                  <a:cubicBezTo>
                    <a:pt x="1880" y="1405"/>
                    <a:pt x="1870" y="1408"/>
                    <a:pt x="1862" y="1414"/>
                  </a:cubicBezTo>
                  <a:cubicBezTo>
                    <a:pt x="1838" y="1430"/>
                    <a:pt x="1831" y="1461"/>
                    <a:pt x="1847" y="1485"/>
                  </a:cubicBezTo>
                  <a:cubicBezTo>
                    <a:pt x="2210" y="2039"/>
                    <a:pt x="2761" y="2912"/>
                    <a:pt x="2790" y="3049"/>
                  </a:cubicBezTo>
                  <a:cubicBezTo>
                    <a:pt x="2829" y="3254"/>
                    <a:pt x="2474" y="5097"/>
                    <a:pt x="2356" y="5315"/>
                  </a:cubicBezTo>
                  <a:cubicBezTo>
                    <a:pt x="2214" y="5248"/>
                    <a:pt x="1779" y="4944"/>
                    <a:pt x="1657" y="4735"/>
                  </a:cubicBezTo>
                  <a:cubicBezTo>
                    <a:pt x="1517" y="4496"/>
                    <a:pt x="572" y="2643"/>
                    <a:pt x="454" y="2329"/>
                  </a:cubicBezTo>
                  <a:cubicBezTo>
                    <a:pt x="418" y="2233"/>
                    <a:pt x="115" y="1368"/>
                    <a:pt x="606" y="676"/>
                  </a:cubicBezTo>
                  <a:cubicBezTo>
                    <a:pt x="996" y="127"/>
                    <a:pt x="1503" y="104"/>
                    <a:pt x="1566" y="104"/>
                  </a:cubicBezTo>
                  <a:cubicBezTo>
                    <a:pt x="1569" y="104"/>
                    <a:pt x="1572" y="104"/>
                    <a:pt x="1572" y="104"/>
                  </a:cubicBezTo>
                  <a:cubicBezTo>
                    <a:pt x="1574" y="104"/>
                    <a:pt x="1575" y="104"/>
                    <a:pt x="1577" y="104"/>
                  </a:cubicBezTo>
                  <a:cubicBezTo>
                    <a:pt x="1603" y="104"/>
                    <a:pt x="1624" y="81"/>
                    <a:pt x="1625" y="54"/>
                  </a:cubicBezTo>
                  <a:cubicBezTo>
                    <a:pt x="1626" y="25"/>
                    <a:pt x="1604" y="2"/>
                    <a:pt x="1575" y="1"/>
                  </a:cubicBezTo>
                  <a:cubicBezTo>
                    <a:pt x="1573" y="1"/>
                    <a:pt x="1568" y="1"/>
                    <a:pt x="15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8"/>
            <p:cNvSpPr/>
            <p:nvPr/>
          </p:nvSpPr>
          <p:spPr>
            <a:xfrm flipH="1">
              <a:off x="8315228" y="3125084"/>
              <a:ext cx="102752" cy="39765"/>
            </a:xfrm>
            <a:custGeom>
              <a:avLst/>
              <a:gdLst/>
              <a:ahLst/>
              <a:cxnLst/>
              <a:rect l="l" t="t" r="r" b="b"/>
              <a:pathLst>
                <a:path w="739" h="286" extrusionOk="0">
                  <a:moveTo>
                    <a:pt x="269" y="104"/>
                  </a:moveTo>
                  <a:cubicBezTo>
                    <a:pt x="338" y="104"/>
                    <a:pt x="422" y="109"/>
                    <a:pt x="496" y="115"/>
                  </a:cubicBezTo>
                  <a:lnTo>
                    <a:pt x="364" y="178"/>
                  </a:lnTo>
                  <a:cubicBezTo>
                    <a:pt x="348" y="180"/>
                    <a:pt x="324" y="183"/>
                    <a:pt x="298" y="183"/>
                  </a:cubicBezTo>
                  <a:cubicBezTo>
                    <a:pt x="252" y="183"/>
                    <a:pt x="198" y="175"/>
                    <a:pt x="168" y="145"/>
                  </a:cubicBezTo>
                  <a:lnTo>
                    <a:pt x="157" y="135"/>
                  </a:lnTo>
                  <a:cubicBezTo>
                    <a:pt x="151" y="129"/>
                    <a:pt x="143" y="121"/>
                    <a:pt x="137" y="115"/>
                  </a:cubicBezTo>
                  <a:cubicBezTo>
                    <a:pt x="146" y="113"/>
                    <a:pt x="158" y="111"/>
                    <a:pt x="173" y="109"/>
                  </a:cubicBezTo>
                  <a:cubicBezTo>
                    <a:pt x="198" y="105"/>
                    <a:pt x="232" y="104"/>
                    <a:pt x="269" y="104"/>
                  </a:cubicBezTo>
                  <a:close/>
                  <a:moveTo>
                    <a:pt x="269" y="1"/>
                  </a:moveTo>
                  <a:cubicBezTo>
                    <a:pt x="227" y="1"/>
                    <a:pt x="188" y="3"/>
                    <a:pt x="158" y="7"/>
                  </a:cubicBezTo>
                  <a:cubicBezTo>
                    <a:pt x="91" y="17"/>
                    <a:pt x="32" y="29"/>
                    <a:pt x="16" y="77"/>
                  </a:cubicBezTo>
                  <a:cubicBezTo>
                    <a:pt x="1" y="124"/>
                    <a:pt x="36" y="159"/>
                    <a:pt x="85" y="207"/>
                  </a:cubicBezTo>
                  <a:lnTo>
                    <a:pt x="96" y="219"/>
                  </a:lnTo>
                  <a:cubicBezTo>
                    <a:pt x="151" y="273"/>
                    <a:pt x="234" y="286"/>
                    <a:pt x="298" y="286"/>
                  </a:cubicBezTo>
                  <a:cubicBezTo>
                    <a:pt x="345" y="286"/>
                    <a:pt x="382" y="279"/>
                    <a:pt x="390" y="278"/>
                  </a:cubicBezTo>
                  <a:cubicBezTo>
                    <a:pt x="394" y="277"/>
                    <a:pt x="398" y="275"/>
                    <a:pt x="402" y="273"/>
                  </a:cubicBezTo>
                  <a:lnTo>
                    <a:pt x="706" y="127"/>
                  </a:lnTo>
                  <a:cubicBezTo>
                    <a:pt x="727" y="117"/>
                    <a:pt x="738" y="95"/>
                    <a:pt x="734" y="72"/>
                  </a:cubicBezTo>
                  <a:cubicBezTo>
                    <a:pt x="731" y="50"/>
                    <a:pt x="712" y="32"/>
                    <a:pt x="690" y="30"/>
                  </a:cubicBezTo>
                  <a:cubicBezTo>
                    <a:pt x="678" y="28"/>
                    <a:pt x="441" y="1"/>
                    <a:pt x="2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8"/>
            <p:cNvSpPr/>
            <p:nvPr/>
          </p:nvSpPr>
          <p:spPr>
            <a:xfrm flipH="1">
              <a:off x="7673547" y="2965603"/>
              <a:ext cx="739984" cy="314926"/>
            </a:xfrm>
            <a:custGeom>
              <a:avLst/>
              <a:gdLst/>
              <a:ahLst/>
              <a:cxnLst/>
              <a:rect l="l" t="t" r="r" b="b"/>
              <a:pathLst>
                <a:path w="5322" h="2265" extrusionOk="0">
                  <a:moveTo>
                    <a:pt x="4462" y="0"/>
                  </a:moveTo>
                  <a:cubicBezTo>
                    <a:pt x="4406" y="22"/>
                    <a:pt x="2396" y="716"/>
                    <a:pt x="2396" y="716"/>
                  </a:cubicBezTo>
                  <a:cubicBezTo>
                    <a:pt x="2396" y="716"/>
                    <a:pt x="1302" y="1059"/>
                    <a:pt x="1172" y="1059"/>
                  </a:cubicBezTo>
                  <a:cubicBezTo>
                    <a:pt x="1043" y="1059"/>
                    <a:pt x="378" y="1318"/>
                    <a:pt x="250" y="1446"/>
                  </a:cubicBezTo>
                  <a:cubicBezTo>
                    <a:pt x="121" y="1575"/>
                    <a:pt x="0" y="1763"/>
                    <a:pt x="22" y="1818"/>
                  </a:cubicBezTo>
                  <a:cubicBezTo>
                    <a:pt x="34" y="1847"/>
                    <a:pt x="58" y="1864"/>
                    <a:pt x="89" y="1864"/>
                  </a:cubicBezTo>
                  <a:cubicBezTo>
                    <a:pt x="117" y="1864"/>
                    <a:pt x="152" y="1850"/>
                    <a:pt x="189" y="1818"/>
                  </a:cubicBezTo>
                  <a:cubicBezTo>
                    <a:pt x="268" y="1751"/>
                    <a:pt x="401" y="1662"/>
                    <a:pt x="424" y="1629"/>
                  </a:cubicBezTo>
                  <a:cubicBezTo>
                    <a:pt x="446" y="1596"/>
                    <a:pt x="680" y="1517"/>
                    <a:pt x="680" y="1517"/>
                  </a:cubicBezTo>
                  <a:lnTo>
                    <a:pt x="680" y="1517"/>
                  </a:lnTo>
                  <a:cubicBezTo>
                    <a:pt x="680" y="1517"/>
                    <a:pt x="301" y="1885"/>
                    <a:pt x="223" y="1975"/>
                  </a:cubicBezTo>
                  <a:cubicBezTo>
                    <a:pt x="145" y="2064"/>
                    <a:pt x="178" y="2165"/>
                    <a:pt x="178" y="2165"/>
                  </a:cubicBezTo>
                  <a:cubicBezTo>
                    <a:pt x="178" y="2165"/>
                    <a:pt x="192" y="2166"/>
                    <a:pt x="212" y="2166"/>
                  </a:cubicBezTo>
                  <a:cubicBezTo>
                    <a:pt x="242" y="2166"/>
                    <a:pt x="285" y="2162"/>
                    <a:pt x="312" y="2142"/>
                  </a:cubicBezTo>
                  <a:lnTo>
                    <a:pt x="312" y="2142"/>
                  </a:lnTo>
                  <a:cubicBezTo>
                    <a:pt x="312" y="2143"/>
                    <a:pt x="302" y="2265"/>
                    <a:pt x="380" y="2265"/>
                  </a:cubicBezTo>
                  <a:cubicBezTo>
                    <a:pt x="383" y="2265"/>
                    <a:pt x="387" y="2265"/>
                    <a:pt x="390" y="2264"/>
                  </a:cubicBezTo>
                  <a:cubicBezTo>
                    <a:pt x="480" y="2254"/>
                    <a:pt x="747" y="2097"/>
                    <a:pt x="747" y="2097"/>
                  </a:cubicBezTo>
                  <a:lnTo>
                    <a:pt x="747" y="2097"/>
                  </a:lnTo>
                  <a:cubicBezTo>
                    <a:pt x="747" y="2097"/>
                    <a:pt x="613" y="2209"/>
                    <a:pt x="680" y="2254"/>
                  </a:cubicBezTo>
                  <a:cubicBezTo>
                    <a:pt x="687" y="2258"/>
                    <a:pt x="695" y="2260"/>
                    <a:pt x="705" y="2260"/>
                  </a:cubicBezTo>
                  <a:cubicBezTo>
                    <a:pt x="796" y="2260"/>
                    <a:pt x="1003" y="2097"/>
                    <a:pt x="1003" y="2097"/>
                  </a:cubicBezTo>
                  <a:cubicBezTo>
                    <a:pt x="1003" y="2097"/>
                    <a:pt x="1283" y="1997"/>
                    <a:pt x="1405" y="1907"/>
                  </a:cubicBezTo>
                  <a:cubicBezTo>
                    <a:pt x="1528" y="1818"/>
                    <a:pt x="2086" y="1384"/>
                    <a:pt x="2153" y="1316"/>
                  </a:cubicBezTo>
                  <a:cubicBezTo>
                    <a:pt x="2164" y="1305"/>
                    <a:pt x="2224" y="1301"/>
                    <a:pt x="2319" y="1301"/>
                  </a:cubicBezTo>
                  <a:cubicBezTo>
                    <a:pt x="2624" y="1301"/>
                    <a:pt x="3289" y="1345"/>
                    <a:pt x="3868" y="1345"/>
                  </a:cubicBezTo>
                  <a:cubicBezTo>
                    <a:pt x="4176" y="1345"/>
                    <a:pt x="4459" y="1333"/>
                    <a:pt x="4652" y="1294"/>
                  </a:cubicBezTo>
                  <a:cubicBezTo>
                    <a:pt x="5321" y="1160"/>
                    <a:pt x="4975" y="212"/>
                    <a:pt x="4820" y="66"/>
                  </a:cubicBezTo>
                  <a:lnTo>
                    <a:pt x="44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8"/>
            <p:cNvSpPr/>
            <p:nvPr/>
          </p:nvSpPr>
          <p:spPr>
            <a:xfrm flipH="1">
              <a:off x="7693986" y="2958373"/>
              <a:ext cx="728861" cy="329386"/>
            </a:xfrm>
            <a:custGeom>
              <a:avLst/>
              <a:gdLst/>
              <a:ahLst/>
              <a:cxnLst/>
              <a:rect l="l" t="t" r="r" b="b"/>
              <a:pathLst>
                <a:path w="5242" h="2369" extrusionOk="0">
                  <a:moveTo>
                    <a:pt x="4529" y="0"/>
                  </a:moveTo>
                  <a:cubicBezTo>
                    <a:pt x="4523" y="0"/>
                    <a:pt x="4516" y="2"/>
                    <a:pt x="4510" y="4"/>
                  </a:cubicBezTo>
                  <a:cubicBezTo>
                    <a:pt x="4467" y="22"/>
                    <a:pt x="3141" y="479"/>
                    <a:pt x="2447" y="719"/>
                  </a:cubicBezTo>
                  <a:cubicBezTo>
                    <a:pt x="2028" y="851"/>
                    <a:pt x="1328" y="1060"/>
                    <a:pt x="1239" y="1060"/>
                  </a:cubicBezTo>
                  <a:cubicBezTo>
                    <a:pt x="1104" y="1060"/>
                    <a:pt x="421" y="1321"/>
                    <a:pt x="280" y="1462"/>
                  </a:cubicBezTo>
                  <a:cubicBezTo>
                    <a:pt x="185" y="1557"/>
                    <a:pt x="1" y="1787"/>
                    <a:pt x="41" y="1889"/>
                  </a:cubicBezTo>
                  <a:cubicBezTo>
                    <a:pt x="57" y="1928"/>
                    <a:pt x="86" y="1955"/>
                    <a:pt x="125" y="1965"/>
                  </a:cubicBezTo>
                  <a:cubicBezTo>
                    <a:pt x="134" y="1967"/>
                    <a:pt x="144" y="1968"/>
                    <a:pt x="154" y="1968"/>
                  </a:cubicBezTo>
                  <a:cubicBezTo>
                    <a:pt x="197" y="1968"/>
                    <a:pt x="245" y="1948"/>
                    <a:pt x="290" y="1909"/>
                  </a:cubicBezTo>
                  <a:cubicBezTo>
                    <a:pt x="321" y="1883"/>
                    <a:pt x="362" y="1852"/>
                    <a:pt x="400" y="1823"/>
                  </a:cubicBezTo>
                  <a:cubicBezTo>
                    <a:pt x="427" y="1803"/>
                    <a:pt x="449" y="1786"/>
                    <a:pt x="468" y="1772"/>
                  </a:cubicBezTo>
                  <a:lnTo>
                    <a:pt x="468" y="1772"/>
                  </a:lnTo>
                  <a:cubicBezTo>
                    <a:pt x="376" y="1862"/>
                    <a:pt x="285" y="1953"/>
                    <a:pt x="251" y="1993"/>
                  </a:cubicBezTo>
                  <a:cubicBezTo>
                    <a:pt x="155" y="2103"/>
                    <a:pt x="195" y="2227"/>
                    <a:pt x="196" y="2232"/>
                  </a:cubicBezTo>
                  <a:cubicBezTo>
                    <a:pt x="202" y="2251"/>
                    <a:pt x="219" y="2265"/>
                    <a:pt x="239" y="2267"/>
                  </a:cubicBezTo>
                  <a:cubicBezTo>
                    <a:pt x="245" y="2268"/>
                    <a:pt x="261" y="2270"/>
                    <a:pt x="282" y="2270"/>
                  </a:cubicBezTo>
                  <a:cubicBezTo>
                    <a:pt x="297" y="2270"/>
                    <a:pt x="315" y="2269"/>
                    <a:pt x="334" y="2266"/>
                  </a:cubicBezTo>
                  <a:cubicBezTo>
                    <a:pt x="339" y="2291"/>
                    <a:pt x="350" y="2318"/>
                    <a:pt x="371" y="2339"/>
                  </a:cubicBezTo>
                  <a:cubicBezTo>
                    <a:pt x="386" y="2353"/>
                    <a:pt x="410" y="2369"/>
                    <a:pt x="447" y="2369"/>
                  </a:cubicBezTo>
                  <a:cubicBezTo>
                    <a:pt x="452" y="2369"/>
                    <a:pt x="457" y="2369"/>
                    <a:pt x="463" y="2368"/>
                  </a:cubicBezTo>
                  <a:cubicBezTo>
                    <a:pt x="512" y="2361"/>
                    <a:pt x="599" y="2323"/>
                    <a:pt x="677" y="2283"/>
                  </a:cubicBezTo>
                  <a:cubicBezTo>
                    <a:pt x="680" y="2309"/>
                    <a:pt x="695" y="2333"/>
                    <a:pt x="718" y="2349"/>
                  </a:cubicBezTo>
                  <a:cubicBezTo>
                    <a:pt x="732" y="2358"/>
                    <a:pt x="750" y="2363"/>
                    <a:pt x="770" y="2363"/>
                  </a:cubicBezTo>
                  <a:cubicBezTo>
                    <a:pt x="858" y="2363"/>
                    <a:pt x="989" y="2277"/>
                    <a:pt x="1096" y="2194"/>
                  </a:cubicBezTo>
                  <a:cubicBezTo>
                    <a:pt x="1143" y="2178"/>
                    <a:pt x="1385" y="2086"/>
                    <a:pt x="1502" y="2001"/>
                  </a:cubicBezTo>
                  <a:cubicBezTo>
                    <a:pt x="1613" y="1921"/>
                    <a:pt x="2156" y="1499"/>
                    <a:pt x="2249" y="1410"/>
                  </a:cubicBezTo>
                  <a:cubicBezTo>
                    <a:pt x="2268" y="1406"/>
                    <a:pt x="2313" y="1404"/>
                    <a:pt x="2376" y="1404"/>
                  </a:cubicBezTo>
                  <a:cubicBezTo>
                    <a:pt x="2508" y="1404"/>
                    <a:pt x="2718" y="1412"/>
                    <a:pt x="2923" y="1421"/>
                  </a:cubicBezTo>
                  <a:cubicBezTo>
                    <a:pt x="3230" y="1434"/>
                    <a:pt x="3596" y="1449"/>
                    <a:pt x="3935" y="1449"/>
                  </a:cubicBezTo>
                  <a:cubicBezTo>
                    <a:pt x="4245" y="1449"/>
                    <a:pt x="4532" y="1436"/>
                    <a:pt x="4728" y="1397"/>
                  </a:cubicBezTo>
                  <a:cubicBezTo>
                    <a:pt x="4941" y="1354"/>
                    <a:pt x="5084" y="1227"/>
                    <a:pt x="5140" y="1029"/>
                  </a:cubicBezTo>
                  <a:cubicBezTo>
                    <a:pt x="5241" y="668"/>
                    <a:pt x="5035" y="188"/>
                    <a:pt x="4920" y="82"/>
                  </a:cubicBezTo>
                  <a:cubicBezTo>
                    <a:pt x="4911" y="72"/>
                    <a:pt x="4898" y="67"/>
                    <a:pt x="4886" y="67"/>
                  </a:cubicBezTo>
                  <a:cubicBezTo>
                    <a:pt x="4872" y="67"/>
                    <a:pt x="4858" y="73"/>
                    <a:pt x="4848" y="84"/>
                  </a:cubicBezTo>
                  <a:cubicBezTo>
                    <a:pt x="4829" y="105"/>
                    <a:pt x="4830" y="137"/>
                    <a:pt x="4851" y="156"/>
                  </a:cubicBezTo>
                  <a:cubicBezTo>
                    <a:pt x="4938" y="238"/>
                    <a:pt x="5131" y="680"/>
                    <a:pt x="5041" y="1001"/>
                  </a:cubicBezTo>
                  <a:cubicBezTo>
                    <a:pt x="4996" y="1162"/>
                    <a:pt x="4884" y="1260"/>
                    <a:pt x="4708" y="1296"/>
                  </a:cubicBezTo>
                  <a:cubicBezTo>
                    <a:pt x="4519" y="1333"/>
                    <a:pt x="4239" y="1346"/>
                    <a:pt x="3935" y="1346"/>
                  </a:cubicBezTo>
                  <a:cubicBezTo>
                    <a:pt x="3599" y="1346"/>
                    <a:pt x="3233" y="1331"/>
                    <a:pt x="2927" y="1318"/>
                  </a:cubicBezTo>
                  <a:cubicBezTo>
                    <a:pt x="2659" y="1307"/>
                    <a:pt x="2490" y="1301"/>
                    <a:pt x="2382" y="1301"/>
                  </a:cubicBezTo>
                  <a:cubicBezTo>
                    <a:pt x="2242" y="1301"/>
                    <a:pt x="2204" y="1311"/>
                    <a:pt x="2183" y="1332"/>
                  </a:cubicBezTo>
                  <a:cubicBezTo>
                    <a:pt x="2118" y="1397"/>
                    <a:pt x="1563" y="1830"/>
                    <a:pt x="1442" y="1918"/>
                  </a:cubicBezTo>
                  <a:cubicBezTo>
                    <a:pt x="1327" y="2002"/>
                    <a:pt x="1056" y="2100"/>
                    <a:pt x="1053" y="2101"/>
                  </a:cubicBezTo>
                  <a:cubicBezTo>
                    <a:pt x="1047" y="2103"/>
                    <a:pt x="1043" y="2105"/>
                    <a:pt x="1039" y="2109"/>
                  </a:cubicBezTo>
                  <a:cubicBezTo>
                    <a:pt x="936" y="2189"/>
                    <a:pt x="821" y="2255"/>
                    <a:pt x="783" y="2263"/>
                  </a:cubicBezTo>
                  <a:cubicBezTo>
                    <a:pt x="792" y="2244"/>
                    <a:pt x="819" y="2212"/>
                    <a:pt x="847" y="2189"/>
                  </a:cubicBezTo>
                  <a:cubicBezTo>
                    <a:pt x="867" y="2171"/>
                    <a:pt x="871" y="2142"/>
                    <a:pt x="855" y="2120"/>
                  </a:cubicBezTo>
                  <a:cubicBezTo>
                    <a:pt x="846" y="2106"/>
                    <a:pt x="830" y="2098"/>
                    <a:pt x="814" y="2098"/>
                  </a:cubicBezTo>
                  <a:cubicBezTo>
                    <a:pt x="805" y="2098"/>
                    <a:pt x="796" y="2100"/>
                    <a:pt x="788" y="2105"/>
                  </a:cubicBezTo>
                  <a:cubicBezTo>
                    <a:pt x="687" y="2163"/>
                    <a:pt x="508" y="2259"/>
                    <a:pt x="443" y="2265"/>
                  </a:cubicBezTo>
                  <a:cubicBezTo>
                    <a:pt x="433" y="2256"/>
                    <a:pt x="428" y="2222"/>
                    <a:pt x="430" y="2199"/>
                  </a:cubicBezTo>
                  <a:cubicBezTo>
                    <a:pt x="431" y="2178"/>
                    <a:pt x="421" y="2159"/>
                    <a:pt x="403" y="2149"/>
                  </a:cubicBezTo>
                  <a:cubicBezTo>
                    <a:pt x="396" y="2145"/>
                    <a:pt x="387" y="2143"/>
                    <a:pt x="379" y="2143"/>
                  </a:cubicBezTo>
                  <a:cubicBezTo>
                    <a:pt x="368" y="2143"/>
                    <a:pt x="357" y="2146"/>
                    <a:pt x="348" y="2153"/>
                  </a:cubicBezTo>
                  <a:cubicBezTo>
                    <a:pt x="336" y="2162"/>
                    <a:pt x="313" y="2166"/>
                    <a:pt x="289" y="2167"/>
                  </a:cubicBezTo>
                  <a:cubicBezTo>
                    <a:pt x="289" y="2139"/>
                    <a:pt x="295" y="2099"/>
                    <a:pt x="328" y="2060"/>
                  </a:cubicBezTo>
                  <a:cubicBezTo>
                    <a:pt x="404" y="1974"/>
                    <a:pt x="779" y="1610"/>
                    <a:pt x="783" y="1606"/>
                  </a:cubicBezTo>
                  <a:cubicBezTo>
                    <a:pt x="800" y="1590"/>
                    <a:pt x="803" y="1563"/>
                    <a:pt x="790" y="1543"/>
                  </a:cubicBezTo>
                  <a:cubicBezTo>
                    <a:pt x="781" y="1527"/>
                    <a:pt x="765" y="1518"/>
                    <a:pt x="747" y="1518"/>
                  </a:cubicBezTo>
                  <a:cubicBezTo>
                    <a:pt x="742" y="1518"/>
                    <a:pt x="736" y="1519"/>
                    <a:pt x="730" y="1521"/>
                  </a:cubicBezTo>
                  <a:cubicBezTo>
                    <a:pt x="480" y="1605"/>
                    <a:pt x="455" y="1640"/>
                    <a:pt x="448" y="1652"/>
                  </a:cubicBezTo>
                  <a:cubicBezTo>
                    <a:pt x="438" y="1667"/>
                    <a:pt x="380" y="1710"/>
                    <a:pt x="338" y="1741"/>
                  </a:cubicBezTo>
                  <a:cubicBezTo>
                    <a:pt x="298" y="1772"/>
                    <a:pt x="255" y="1803"/>
                    <a:pt x="222" y="1831"/>
                  </a:cubicBezTo>
                  <a:cubicBezTo>
                    <a:pt x="192" y="1857"/>
                    <a:pt x="168" y="1865"/>
                    <a:pt x="154" y="1865"/>
                  </a:cubicBezTo>
                  <a:cubicBezTo>
                    <a:pt x="152" y="1865"/>
                    <a:pt x="150" y="1865"/>
                    <a:pt x="149" y="1865"/>
                  </a:cubicBezTo>
                  <a:cubicBezTo>
                    <a:pt x="147" y="1864"/>
                    <a:pt x="141" y="1863"/>
                    <a:pt x="137" y="1855"/>
                  </a:cubicBezTo>
                  <a:cubicBezTo>
                    <a:pt x="134" y="1822"/>
                    <a:pt x="216" y="1671"/>
                    <a:pt x="353" y="1534"/>
                  </a:cubicBezTo>
                  <a:cubicBezTo>
                    <a:pt x="471" y="1415"/>
                    <a:pt x="1128" y="1163"/>
                    <a:pt x="1239" y="1163"/>
                  </a:cubicBezTo>
                  <a:cubicBezTo>
                    <a:pt x="1372" y="1163"/>
                    <a:pt x="2366" y="852"/>
                    <a:pt x="2479" y="816"/>
                  </a:cubicBezTo>
                  <a:cubicBezTo>
                    <a:pt x="2562" y="788"/>
                    <a:pt x="4492" y="123"/>
                    <a:pt x="4548" y="100"/>
                  </a:cubicBezTo>
                  <a:cubicBezTo>
                    <a:pt x="4575" y="89"/>
                    <a:pt x="4588" y="60"/>
                    <a:pt x="4577" y="33"/>
                  </a:cubicBezTo>
                  <a:cubicBezTo>
                    <a:pt x="4569" y="13"/>
                    <a:pt x="4549" y="0"/>
                    <a:pt x="45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8"/>
            <p:cNvSpPr/>
            <p:nvPr/>
          </p:nvSpPr>
          <p:spPr>
            <a:xfrm flipH="1">
              <a:off x="7943708" y="3025530"/>
              <a:ext cx="58259" cy="126526"/>
            </a:xfrm>
            <a:custGeom>
              <a:avLst/>
              <a:gdLst/>
              <a:ahLst/>
              <a:cxnLst/>
              <a:rect l="l" t="t" r="r" b="b"/>
              <a:pathLst>
                <a:path w="419" h="910" extrusionOk="0">
                  <a:moveTo>
                    <a:pt x="123" y="0"/>
                  </a:moveTo>
                  <a:cubicBezTo>
                    <a:pt x="113" y="0"/>
                    <a:pt x="103" y="3"/>
                    <a:pt x="94" y="9"/>
                  </a:cubicBezTo>
                  <a:cubicBezTo>
                    <a:pt x="70" y="25"/>
                    <a:pt x="65" y="56"/>
                    <a:pt x="81" y="80"/>
                  </a:cubicBezTo>
                  <a:cubicBezTo>
                    <a:pt x="89" y="93"/>
                    <a:pt x="294" y="408"/>
                    <a:pt x="17" y="830"/>
                  </a:cubicBezTo>
                  <a:cubicBezTo>
                    <a:pt x="1" y="854"/>
                    <a:pt x="7" y="885"/>
                    <a:pt x="31" y="901"/>
                  </a:cubicBezTo>
                  <a:cubicBezTo>
                    <a:pt x="40" y="908"/>
                    <a:pt x="49" y="910"/>
                    <a:pt x="60" y="910"/>
                  </a:cubicBezTo>
                  <a:cubicBezTo>
                    <a:pt x="76" y="910"/>
                    <a:pt x="92" y="901"/>
                    <a:pt x="103" y="887"/>
                  </a:cubicBezTo>
                  <a:cubicBezTo>
                    <a:pt x="419" y="405"/>
                    <a:pt x="175" y="37"/>
                    <a:pt x="165" y="23"/>
                  </a:cubicBezTo>
                  <a:cubicBezTo>
                    <a:pt x="155" y="8"/>
                    <a:pt x="13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8"/>
            <p:cNvSpPr/>
            <p:nvPr/>
          </p:nvSpPr>
          <p:spPr>
            <a:xfrm flipH="1">
              <a:off x="8272542" y="3182370"/>
              <a:ext cx="105533" cy="88151"/>
            </a:xfrm>
            <a:custGeom>
              <a:avLst/>
              <a:gdLst/>
              <a:ahLst/>
              <a:cxnLst/>
              <a:rect l="l" t="t" r="r" b="b"/>
              <a:pathLst>
                <a:path w="759" h="634" extrusionOk="0">
                  <a:moveTo>
                    <a:pt x="702" y="1"/>
                  </a:moveTo>
                  <a:cubicBezTo>
                    <a:pt x="690" y="1"/>
                    <a:pt x="679" y="4"/>
                    <a:pt x="670" y="11"/>
                  </a:cubicBezTo>
                  <a:lnTo>
                    <a:pt x="443" y="193"/>
                  </a:lnTo>
                  <a:lnTo>
                    <a:pt x="24" y="544"/>
                  </a:lnTo>
                  <a:cubicBezTo>
                    <a:pt x="2" y="561"/>
                    <a:pt x="0" y="594"/>
                    <a:pt x="18" y="616"/>
                  </a:cubicBezTo>
                  <a:cubicBezTo>
                    <a:pt x="28" y="628"/>
                    <a:pt x="42" y="634"/>
                    <a:pt x="57" y="634"/>
                  </a:cubicBezTo>
                  <a:cubicBezTo>
                    <a:pt x="68" y="634"/>
                    <a:pt x="81" y="631"/>
                    <a:pt x="90" y="622"/>
                  </a:cubicBezTo>
                  <a:lnTo>
                    <a:pt x="508" y="273"/>
                  </a:lnTo>
                  <a:lnTo>
                    <a:pt x="734" y="92"/>
                  </a:lnTo>
                  <a:cubicBezTo>
                    <a:pt x="756" y="74"/>
                    <a:pt x="759" y="42"/>
                    <a:pt x="742" y="20"/>
                  </a:cubicBezTo>
                  <a:cubicBezTo>
                    <a:pt x="732" y="7"/>
                    <a:pt x="717" y="1"/>
                    <a:pt x="7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8"/>
            <p:cNvSpPr/>
            <p:nvPr/>
          </p:nvSpPr>
          <p:spPr>
            <a:xfrm flipH="1">
              <a:off x="8250573" y="3210595"/>
              <a:ext cx="67158" cy="53808"/>
            </a:xfrm>
            <a:custGeom>
              <a:avLst/>
              <a:gdLst/>
              <a:ahLst/>
              <a:cxnLst/>
              <a:rect l="l" t="t" r="r" b="b"/>
              <a:pathLst>
                <a:path w="483" h="387" extrusionOk="0">
                  <a:moveTo>
                    <a:pt x="425" y="0"/>
                  </a:moveTo>
                  <a:cubicBezTo>
                    <a:pt x="420" y="0"/>
                    <a:pt x="414" y="1"/>
                    <a:pt x="409" y="3"/>
                  </a:cubicBezTo>
                  <a:cubicBezTo>
                    <a:pt x="381" y="12"/>
                    <a:pt x="251" y="111"/>
                    <a:pt x="26" y="295"/>
                  </a:cubicBezTo>
                  <a:cubicBezTo>
                    <a:pt x="4" y="313"/>
                    <a:pt x="1" y="346"/>
                    <a:pt x="18" y="368"/>
                  </a:cubicBezTo>
                  <a:cubicBezTo>
                    <a:pt x="29" y="380"/>
                    <a:pt x="44" y="387"/>
                    <a:pt x="58" y="387"/>
                  </a:cubicBezTo>
                  <a:cubicBezTo>
                    <a:pt x="70" y="387"/>
                    <a:pt x="81" y="383"/>
                    <a:pt x="91" y="375"/>
                  </a:cubicBezTo>
                  <a:cubicBezTo>
                    <a:pt x="243" y="250"/>
                    <a:pt x="418" y="113"/>
                    <a:pt x="441" y="100"/>
                  </a:cubicBezTo>
                  <a:cubicBezTo>
                    <a:pt x="469" y="91"/>
                    <a:pt x="482" y="62"/>
                    <a:pt x="474" y="35"/>
                  </a:cubicBezTo>
                  <a:cubicBezTo>
                    <a:pt x="466" y="13"/>
                    <a:pt x="447" y="0"/>
                    <a:pt x="4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8"/>
            <p:cNvSpPr/>
            <p:nvPr/>
          </p:nvSpPr>
          <p:spPr>
            <a:xfrm flipH="1">
              <a:off x="7950102" y="2227984"/>
              <a:ext cx="436732" cy="929204"/>
            </a:xfrm>
            <a:custGeom>
              <a:avLst/>
              <a:gdLst/>
              <a:ahLst/>
              <a:cxnLst/>
              <a:rect l="l" t="t" r="r" b="b"/>
              <a:pathLst>
                <a:path w="3141" h="6683" extrusionOk="0">
                  <a:moveTo>
                    <a:pt x="2752" y="1"/>
                  </a:moveTo>
                  <a:cubicBezTo>
                    <a:pt x="2560" y="1"/>
                    <a:pt x="2284" y="78"/>
                    <a:pt x="2284" y="78"/>
                  </a:cubicBezTo>
                  <a:lnTo>
                    <a:pt x="1914" y="559"/>
                  </a:lnTo>
                  <a:cubicBezTo>
                    <a:pt x="1914" y="559"/>
                    <a:pt x="1369" y="1263"/>
                    <a:pt x="1324" y="1445"/>
                  </a:cubicBezTo>
                  <a:cubicBezTo>
                    <a:pt x="1286" y="1596"/>
                    <a:pt x="766" y="3233"/>
                    <a:pt x="467" y="3961"/>
                  </a:cubicBezTo>
                  <a:lnTo>
                    <a:pt x="103" y="5132"/>
                  </a:lnTo>
                  <a:cubicBezTo>
                    <a:pt x="122" y="5538"/>
                    <a:pt x="0" y="6124"/>
                    <a:pt x="594" y="6499"/>
                  </a:cubicBezTo>
                  <a:cubicBezTo>
                    <a:pt x="743" y="6592"/>
                    <a:pt x="929" y="6682"/>
                    <a:pt x="1104" y="6682"/>
                  </a:cubicBezTo>
                  <a:cubicBezTo>
                    <a:pt x="1265" y="6682"/>
                    <a:pt x="1418" y="6605"/>
                    <a:pt x="1523" y="6379"/>
                  </a:cubicBezTo>
                  <a:cubicBezTo>
                    <a:pt x="1741" y="5909"/>
                    <a:pt x="1891" y="1695"/>
                    <a:pt x="1891" y="1695"/>
                  </a:cubicBezTo>
                  <a:lnTo>
                    <a:pt x="2141" y="1628"/>
                  </a:lnTo>
                  <a:cubicBezTo>
                    <a:pt x="2302" y="1584"/>
                    <a:pt x="2417" y="1396"/>
                    <a:pt x="2478" y="1269"/>
                  </a:cubicBezTo>
                  <a:lnTo>
                    <a:pt x="2478" y="1269"/>
                  </a:lnTo>
                  <a:cubicBezTo>
                    <a:pt x="2474" y="1310"/>
                    <a:pt x="2484" y="1357"/>
                    <a:pt x="2528" y="1400"/>
                  </a:cubicBezTo>
                  <a:cubicBezTo>
                    <a:pt x="2539" y="1412"/>
                    <a:pt x="2555" y="1417"/>
                    <a:pt x="2573" y="1417"/>
                  </a:cubicBezTo>
                  <a:cubicBezTo>
                    <a:pt x="2731" y="1417"/>
                    <a:pt x="3098" y="1022"/>
                    <a:pt x="3117" y="900"/>
                  </a:cubicBezTo>
                  <a:cubicBezTo>
                    <a:pt x="3140" y="764"/>
                    <a:pt x="2822" y="332"/>
                    <a:pt x="2822" y="332"/>
                  </a:cubicBezTo>
                  <a:cubicBezTo>
                    <a:pt x="2822" y="332"/>
                    <a:pt x="2959" y="264"/>
                    <a:pt x="2936" y="83"/>
                  </a:cubicBezTo>
                  <a:cubicBezTo>
                    <a:pt x="2928" y="21"/>
                    <a:pt x="2851" y="1"/>
                    <a:pt x="27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8"/>
            <p:cNvSpPr/>
            <p:nvPr/>
          </p:nvSpPr>
          <p:spPr>
            <a:xfrm flipH="1">
              <a:off x="7943150" y="2220893"/>
              <a:ext cx="437428" cy="943386"/>
            </a:xfrm>
            <a:custGeom>
              <a:avLst/>
              <a:gdLst/>
              <a:ahLst/>
              <a:cxnLst/>
              <a:rect l="l" t="t" r="r" b="b"/>
              <a:pathLst>
                <a:path w="3146" h="6785" extrusionOk="0">
                  <a:moveTo>
                    <a:pt x="2702" y="0"/>
                  </a:moveTo>
                  <a:cubicBezTo>
                    <a:pt x="2519" y="0"/>
                    <a:pt x="2286" y="63"/>
                    <a:pt x="2225" y="80"/>
                  </a:cubicBezTo>
                  <a:cubicBezTo>
                    <a:pt x="2215" y="82"/>
                    <a:pt x="2205" y="89"/>
                    <a:pt x="2199" y="98"/>
                  </a:cubicBezTo>
                  <a:lnTo>
                    <a:pt x="1829" y="579"/>
                  </a:lnTo>
                  <a:cubicBezTo>
                    <a:pt x="1772" y="652"/>
                    <a:pt x="1275" y="1297"/>
                    <a:pt x="1228" y="1483"/>
                  </a:cubicBezTo>
                  <a:cubicBezTo>
                    <a:pt x="1190" y="1636"/>
                    <a:pt x="668" y="3280"/>
                    <a:pt x="375" y="3992"/>
                  </a:cubicBezTo>
                  <a:cubicBezTo>
                    <a:pt x="364" y="4018"/>
                    <a:pt x="377" y="4049"/>
                    <a:pt x="403" y="4059"/>
                  </a:cubicBezTo>
                  <a:cubicBezTo>
                    <a:pt x="410" y="4062"/>
                    <a:pt x="416" y="4063"/>
                    <a:pt x="422" y="4063"/>
                  </a:cubicBezTo>
                  <a:cubicBezTo>
                    <a:pt x="442" y="4063"/>
                    <a:pt x="461" y="4051"/>
                    <a:pt x="469" y="4031"/>
                  </a:cubicBezTo>
                  <a:cubicBezTo>
                    <a:pt x="772" y="3296"/>
                    <a:pt x="1289" y="1666"/>
                    <a:pt x="1328" y="1509"/>
                  </a:cubicBezTo>
                  <a:cubicBezTo>
                    <a:pt x="1364" y="1368"/>
                    <a:pt x="1759" y="835"/>
                    <a:pt x="1909" y="642"/>
                  </a:cubicBezTo>
                  <a:lnTo>
                    <a:pt x="2269" y="173"/>
                  </a:lnTo>
                  <a:cubicBezTo>
                    <a:pt x="2404" y="137"/>
                    <a:pt x="2588" y="103"/>
                    <a:pt x="2711" y="103"/>
                  </a:cubicBezTo>
                  <a:cubicBezTo>
                    <a:pt x="2764" y="103"/>
                    <a:pt x="2806" y="109"/>
                    <a:pt x="2829" y="124"/>
                  </a:cubicBezTo>
                  <a:cubicBezTo>
                    <a:pt x="2838" y="130"/>
                    <a:pt x="2839" y="135"/>
                    <a:pt x="2840" y="140"/>
                  </a:cubicBezTo>
                  <a:cubicBezTo>
                    <a:pt x="2858" y="282"/>
                    <a:pt x="2759" y="335"/>
                    <a:pt x="2754" y="337"/>
                  </a:cubicBezTo>
                  <a:cubicBezTo>
                    <a:pt x="2741" y="343"/>
                    <a:pt x="2731" y="356"/>
                    <a:pt x="2728" y="371"/>
                  </a:cubicBezTo>
                  <a:cubicBezTo>
                    <a:pt x="2724" y="385"/>
                    <a:pt x="2727" y="401"/>
                    <a:pt x="2737" y="414"/>
                  </a:cubicBezTo>
                  <a:cubicBezTo>
                    <a:pt x="2883" y="612"/>
                    <a:pt x="3035" y="871"/>
                    <a:pt x="3022" y="943"/>
                  </a:cubicBezTo>
                  <a:cubicBezTo>
                    <a:pt x="3007" y="1033"/>
                    <a:pt x="2711" y="1362"/>
                    <a:pt x="2556" y="1412"/>
                  </a:cubicBezTo>
                  <a:cubicBezTo>
                    <a:pt x="2544" y="1415"/>
                    <a:pt x="2535" y="1417"/>
                    <a:pt x="2529" y="1417"/>
                  </a:cubicBezTo>
                  <a:cubicBezTo>
                    <a:pt x="2523" y="1417"/>
                    <a:pt x="2520" y="1416"/>
                    <a:pt x="2518" y="1414"/>
                  </a:cubicBezTo>
                  <a:cubicBezTo>
                    <a:pt x="2492" y="1388"/>
                    <a:pt x="2484" y="1359"/>
                    <a:pt x="2484" y="1333"/>
                  </a:cubicBezTo>
                  <a:cubicBezTo>
                    <a:pt x="2514" y="1268"/>
                    <a:pt x="2531" y="1220"/>
                    <a:pt x="2533" y="1215"/>
                  </a:cubicBezTo>
                  <a:cubicBezTo>
                    <a:pt x="2540" y="1191"/>
                    <a:pt x="2531" y="1165"/>
                    <a:pt x="2509" y="1153"/>
                  </a:cubicBezTo>
                  <a:cubicBezTo>
                    <a:pt x="2501" y="1149"/>
                    <a:pt x="2493" y="1147"/>
                    <a:pt x="2485" y="1147"/>
                  </a:cubicBezTo>
                  <a:cubicBezTo>
                    <a:pt x="2470" y="1147"/>
                    <a:pt x="2455" y="1153"/>
                    <a:pt x="2445" y="1165"/>
                  </a:cubicBezTo>
                  <a:cubicBezTo>
                    <a:pt x="2420" y="1196"/>
                    <a:pt x="2391" y="1247"/>
                    <a:pt x="2383" y="1305"/>
                  </a:cubicBezTo>
                  <a:cubicBezTo>
                    <a:pt x="2325" y="1424"/>
                    <a:pt x="2222" y="1590"/>
                    <a:pt x="2083" y="1628"/>
                  </a:cubicBezTo>
                  <a:lnTo>
                    <a:pt x="1833" y="1696"/>
                  </a:lnTo>
                  <a:cubicBezTo>
                    <a:pt x="1811" y="1703"/>
                    <a:pt x="1796" y="1722"/>
                    <a:pt x="1795" y="1745"/>
                  </a:cubicBezTo>
                  <a:cubicBezTo>
                    <a:pt x="1794" y="1787"/>
                    <a:pt x="1643" y="5952"/>
                    <a:pt x="1432" y="6408"/>
                  </a:cubicBezTo>
                  <a:cubicBezTo>
                    <a:pt x="1367" y="6548"/>
                    <a:pt x="1278" y="6635"/>
                    <a:pt x="1168" y="6666"/>
                  </a:cubicBezTo>
                  <a:cubicBezTo>
                    <a:pt x="1134" y="6676"/>
                    <a:pt x="1097" y="6682"/>
                    <a:pt x="1058" y="6682"/>
                  </a:cubicBezTo>
                  <a:cubicBezTo>
                    <a:pt x="924" y="6682"/>
                    <a:pt x="763" y="6622"/>
                    <a:pt x="578" y="6506"/>
                  </a:cubicBezTo>
                  <a:cubicBezTo>
                    <a:pt x="103" y="6208"/>
                    <a:pt x="107" y="5775"/>
                    <a:pt x="112" y="5394"/>
                  </a:cubicBezTo>
                  <a:cubicBezTo>
                    <a:pt x="112" y="5319"/>
                    <a:pt x="113" y="5247"/>
                    <a:pt x="109" y="5180"/>
                  </a:cubicBezTo>
                  <a:cubicBezTo>
                    <a:pt x="108" y="5153"/>
                    <a:pt x="86" y="5131"/>
                    <a:pt x="61" y="5131"/>
                  </a:cubicBezTo>
                  <a:cubicBezTo>
                    <a:pt x="59" y="5131"/>
                    <a:pt x="58" y="5131"/>
                    <a:pt x="56" y="5132"/>
                  </a:cubicBezTo>
                  <a:cubicBezTo>
                    <a:pt x="28" y="5133"/>
                    <a:pt x="6" y="5157"/>
                    <a:pt x="7" y="5185"/>
                  </a:cubicBezTo>
                  <a:cubicBezTo>
                    <a:pt x="10" y="5250"/>
                    <a:pt x="10" y="5320"/>
                    <a:pt x="9" y="5393"/>
                  </a:cubicBezTo>
                  <a:cubicBezTo>
                    <a:pt x="4" y="5781"/>
                    <a:pt x="0" y="6264"/>
                    <a:pt x="523" y="6593"/>
                  </a:cubicBezTo>
                  <a:cubicBezTo>
                    <a:pt x="726" y="6721"/>
                    <a:pt x="905" y="6785"/>
                    <a:pt x="1059" y="6785"/>
                  </a:cubicBezTo>
                  <a:cubicBezTo>
                    <a:pt x="1108" y="6785"/>
                    <a:pt x="1154" y="6778"/>
                    <a:pt x="1197" y="6766"/>
                  </a:cubicBezTo>
                  <a:cubicBezTo>
                    <a:pt x="1336" y="6724"/>
                    <a:pt x="1447" y="6619"/>
                    <a:pt x="1524" y="6451"/>
                  </a:cubicBezTo>
                  <a:cubicBezTo>
                    <a:pt x="1736" y="5997"/>
                    <a:pt x="1880" y="2233"/>
                    <a:pt x="1896" y="1786"/>
                  </a:cubicBezTo>
                  <a:lnTo>
                    <a:pt x="2110" y="1728"/>
                  </a:lnTo>
                  <a:cubicBezTo>
                    <a:pt x="2244" y="1691"/>
                    <a:pt x="2347" y="1569"/>
                    <a:pt x="2418" y="1455"/>
                  </a:cubicBezTo>
                  <a:cubicBezTo>
                    <a:pt x="2426" y="1465"/>
                    <a:pt x="2435" y="1477"/>
                    <a:pt x="2446" y="1488"/>
                  </a:cubicBezTo>
                  <a:cubicBezTo>
                    <a:pt x="2462" y="1504"/>
                    <a:pt x="2488" y="1520"/>
                    <a:pt x="2528" y="1520"/>
                  </a:cubicBezTo>
                  <a:cubicBezTo>
                    <a:pt x="2545" y="1520"/>
                    <a:pt x="2564" y="1517"/>
                    <a:pt x="2586" y="1510"/>
                  </a:cubicBezTo>
                  <a:cubicBezTo>
                    <a:pt x="2771" y="1451"/>
                    <a:pt x="3102" y="1094"/>
                    <a:pt x="3124" y="960"/>
                  </a:cubicBezTo>
                  <a:cubicBezTo>
                    <a:pt x="3146" y="828"/>
                    <a:pt x="2939" y="520"/>
                    <a:pt x="2849" y="395"/>
                  </a:cubicBezTo>
                  <a:cubicBezTo>
                    <a:pt x="2897" y="352"/>
                    <a:pt x="2960" y="268"/>
                    <a:pt x="2942" y="127"/>
                  </a:cubicBezTo>
                  <a:cubicBezTo>
                    <a:pt x="2938" y="91"/>
                    <a:pt x="2918" y="60"/>
                    <a:pt x="2886" y="39"/>
                  </a:cubicBezTo>
                  <a:cubicBezTo>
                    <a:pt x="2843" y="11"/>
                    <a:pt x="2777" y="0"/>
                    <a:pt x="27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8"/>
            <p:cNvSpPr/>
            <p:nvPr/>
          </p:nvSpPr>
          <p:spPr>
            <a:xfrm flipH="1">
              <a:off x="8132944" y="2592136"/>
              <a:ext cx="130561" cy="58397"/>
            </a:xfrm>
            <a:custGeom>
              <a:avLst/>
              <a:gdLst/>
              <a:ahLst/>
              <a:cxnLst/>
              <a:rect l="l" t="t" r="r" b="b"/>
              <a:pathLst>
                <a:path w="939" h="420" extrusionOk="0">
                  <a:moveTo>
                    <a:pt x="58" y="0"/>
                  </a:moveTo>
                  <a:cubicBezTo>
                    <a:pt x="37" y="0"/>
                    <a:pt x="18" y="13"/>
                    <a:pt x="9" y="33"/>
                  </a:cubicBezTo>
                  <a:cubicBezTo>
                    <a:pt x="0" y="60"/>
                    <a:pt x="13" y="90"/>
                    <a:pt x="39" y="100"/>
                  </a:cubicBezTo>
                  <a:lnTo>
                    <a:pt x="862" y="416"/>
                  </a:lnTo>
                  <a:cubicBezTo>
                    <a:pt x="868" y="418"/>
                    <a:pt x="874" y="419"/>
                    <a:pt x="881" y="419"/>
                  </a:cubicBezTo>
                  <a:cubicBezTo>
                    <a:pt x="901" y="419"/>
                    <a:pt x="920" y="407"/>
                    <a:pt x="928" y="387"/>
                  </a:cubicBezTo>
                  <a:cubicBezTo>
                    <a:pt x="938" y="360"/>
                    <a:pt x="926" y="331"/>
                    <a:pt x="898" y="321"/>
                  </a:cubicBezTo>
                  <a:lnTo>
                    <a:pt x="76" y="4"/>
                  </a:lnTo>
                  <a:cubicBezTo>
                    <a:pt x="70" y="1"/>
                    <a:pt x="64" y="0"/>
                    <a:pt x="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BDD77B2-BE9F-4F78-1987-0ABBAC72E9AE}"/>
              </a:ext>
            </a:extLst>
          </p:cNvPr>
          <p:cNvSpPr txBox="1"/>
          <p:nvPr/>
        </p:nvSpPr>
        <p:spPr>
          <a:xfrm>
            <a:off x="1653834" y="277446"/>
            <a:ext cx="7387466" cy="4253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Student dropout is a critical challenge faced by educational institutions worldwide.</a:t>
            </a:r>
            <a:br>
              <a:rPr lang="en-US" dirty="0"/>
            </a:br>
            <a:r>
              <a:rPr lang="en-US" dirty="0"/>
              <a:t>A significant number of students discontinue their studies due to a combination of academic, financial, and personal factors.</a:t>
            </a:r>
          </a:p>
          <a:p>
            <a:pPr>
              <a:lnSpc>
                <a:spcPct val="150000"/>
              </a:lnSpc>
            </a:pPr>
            <a:r>
              <a:rPr lang="en-US" dirty="0"/>
              <a:t>Currently, most institutions identify the issue only after the student has already disengaged or dropped out.</a:t>
            </a:r>
          </a:p>
          <a:p>
            <a:pPr>
              <a:lnSpc>
                <a:spcPct val="150000"/>
              </a:lnSpc>
            </a:pPr>
            <a:r>
              <a:rPr lang="en-US" dirty="0"/>
              <a:t>This lack of </a:t>
            </a:r>
            <a:r>
              <a:rPr lang="en-US" b="1" dirty="0"/>
              <a:t>early prediction systems</a:t>
            </a:r>
            <a:r>
              <a:rPr lang="en-US" dirty="0"/>
              <a:t> makes it difficult to: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Identify at-risk students in advance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 timely support and intervention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 overall student retention rates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As a result, institutions face: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Reduced academic performance metrics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Financial losses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Negative impact on institutional reputation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31"/>
          <p:cNvSpPr/>
          <p:nvPr/>
        </p:nvSpPr>
        <p:spPr>
          <a:xfrm>
            <a:off x="-870289" y="1527272"/>
            <a:ext cx="2009100" cy="2009100"/>
          </a:xfrm>
          <a:prstGeom prst="ellipse">
            <a:avLst/>
          </a:prstGeom>
          <a:solidFill>
            <a:srgbClr val="FAD902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4" name="Google Shape;1144;p31"/>
          <p:cNvGrpSpPr/>
          <p:nvPr/>
        </p:nvGrpSpPr>
        <p:grpSpPr>
          <a:xfrm>
            <a:off x="521074" y="1874938"/>
            <a:ext cx="1804882" cy="3287609"/>
            <a:chOff x="422725" y="1472999"/>
            <a:chExt cx="1838901" cy="3349576"/>
          </a:xfrm>
        </p:grpSpPr>
        <p:sp>
          <p:nvSpPr>
            <p:cNvPr id="1145" name="Google Shape;1145;p31"/>
            <p:cNvSpPr/>
            <p:nvPr/>
          </p:nvSpPr>
          <p:spPr>
            <a:xfrm>
              <a:off x="422725" y="4624875"/>
              <a:ext cx="1302600" cy="1977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6" name="Google Shape;1146;p31"/>
            <p:cNvGrpSpPr/>
            <p:nvPr/>
          </p:nvGrpSpPr>
          <p:grpSpPr>
            <a:xfrm>
              <a:off x="457206" y="1472999"/>
              <a:ext cx="1804421" cy="3273369"/>
              <a:chOff x="8238292" y="3538875"/>
              <a:chExt cx="963231" cy="1747381"/>
            </a:xfrm>
          </p:grpSpPr>
          <p:sp>
            <p:nvSpPr>
              <p:cNvPr id="1147" name="Google Shape;1147;p31"/>
              <p:cNvSpPr/>
              <p:nvPr/>
            </p:nvSpPr>
            <p:spPr>
              <a:xfrm>
                <a:off x="8903629" y="3816081"/>
                <a:ext cx="109533" cy="200504"/>
              </a:xfrm>
              <a:custGeom>
                <a:avLst/>
                <a:gdLst/>
                <a:ahLst/>
                <a:cxnLst/>
                <a:rect l="l" t="t" r="r" b="b"/>
                <a:pathLst>
                  <a:path w="5665" h="10370" extrusionOk="0">
                    <a:moveTo>
                      <a:pt x="3155" y="0"/>
                    </a:moveTo>
                    <a:lnTo>
                      <a:pt x="3081" y="37"/>
                    </a:lnTo>
                    <a:lnTo>
                      <a:pt x="3008" y="74"/>
                    </a:lnTo>
                    <a:lnTo>
                      <a:pt x="2934" y="129"/>
                    </a:lnTo>
                    <a:lnTo>
                      <a:pt x="2860" y="203"/>
                    </a:lnTo>
                    <a:lnTo>
                      <a:pt x="2768" y="369"/>
                    </a:lnTo>
                    <a:lnTo>
                      <a:pt x="2675" y="554"/>
                    </a:lnTo>
                    <a:lnTo>
                      <a:pt x="2602" y="757"/>
                    </a:lnTo>
                    <a:lnTo>
                      <a:pt x="2509" y="1089"/>
                    </a:lnTo>
                    <a:lnTo>
                      <a:pt x="2177" y="2196"/>
                    </a:lnTo>
                    <a:lnTo>
                      <a:pt x="2011" y="2768"/>
                    </a:lnTo>
                    <a:lnTo>
                      <a:pt x="1845" y="3340"/>
                    </a:lnTo>
                    <a:lnTo>
                      <a:pt x="1716" y="3912"/>
                    </a:lnTo>
                    <a:lnTo>
                      <a:pt x="1605" y="4484"/>
                    </a:lnTo>
                    <a:lnTo>
                      <a:pt x="1531" y="5056"/>
                    </a:lnTo>
                    <a:lnTo>
                      <a:pt x="1513" y="5351"/>
                    </a:lnTo>
                    <a:lnTo>
                      <a:pt x="1495" y="5628"/>
                    </a:lnTo>
                    <a:lnTo>
                      <a:pt x="1495" y="5997"/>
                    </a:lnTo>
                    <a:lnTo>
                      <a:pt x="1476" y="6329"/>
                    </a:lnTo>
                    <a:lnTo>
                      <a:pt x="1458" y="6495"/>
                    </a:lnTo>
                    <a:lnTo>
                      <a:pt x="1421" y="6643"/>
                    </a:lnTo>
                    <a:lnTo>
                      <a:pt x="1347" y="6809"/>
                    </a:lnTo>
                    <a:lnTo>
                      <a:pt x="1255" y="6975"/>
                    </a:lnTo>
                    <a:lnTo>
                      <a:pt x="978" y="7399"/>
                    </a:lnTo>
                    <a:lnTo>
                      <a:pt x="683" y="7787"/>
                    </a:lnTo>
                    <a:lnTo>
                      <a:pt x="369" y="8174"/>
                    </a:lnTo>
                    <a:lnTo>
                      <a:pt x="74" y="8580"/>
                    </a:lnTo>
                    <a:lnTo>
                      <a:pt x="18" y="8654"/>
                    </a:lnTo>
                    <a:lnTo>
                      <a:pt x="0" y="8709"/>
                    </a:lnTo>
                    <a:lnTo>
                      <a:pt x="0" y="8746"/>
                    </a:lnTo>
                    <a:lnTo>
                      <a:pt x="37" y="8783"/>
                    </a:lnTo>
                    <a:lnTo>
                      <a:pt x="55" y="8820"/>
                    </a:lnTo>
                    <a:lnTo>
                      <a:pt x="148" y="8857"/>
                    </a:lnTo>
                    <a:lnTo>
                      <a:pt x="369" y="8986"/>
                    </a:lnTo>
                    <a:lnTo>
                      <a:pt x="609" y="9115"/>
                    </a:lnTo>
                    <a:lnTo>
                      <a:pt x="812" y="9281"/>
                    </a:lnTo>
                    <a:lnTo>
                      <a:pt x="1015" y="9466"/>
                    </a:lnTo>
                    <a:lnTo>
                      <a:pt x="1089" y="9539"/>
                    </a:lnTo>
                    <a:lnTo>
                      <a:pt x="1144" y="9632"/>
                    </a:lnTo>
                    <a:lnTo>
                      <a:pt x="1236" y="9835"/>
                    </a:lnTo>
                    <a:lnTo>
                      <a:pt x="1329" y="10019"/>
                    </a:lnTo>
                    <a:lnTo>
                      <a:pt x="1384" y="10093"/>
                    </a:lnTo>
                    <a:lnTo>
                      <a:pt x="1458" y="10167"/>
                    </a:lnTo>
                    <a:lnTo>
                      <a:pt x="1587" y="10277"/>
                    </a:lnTo>
                    <a:lnTo>
                      <a:pt x="1734" y="10333"/>
                    </a:lnTo>
                    <a:lnTo>
                      <a:pt x="1864" y="10370"/>
                    </a:lnTo>
                    <a:lnTo>
                      <a:pt x="2011" y="10351"/>
                    </a:lnTo>
                    <a:lnTo>
                      <a:pt x="2159" y="10314"/>
                    </a:lnTo>
                    <a:lnTo>
                      <a:pt x="2306" y="10259"/>
                    </a:lnTo>
                    <a:lnTo>
                      <a:pt x="2436" y="10167"/>
                    </a:lnTo>
                    <a:lnTo>
                      <a:pt x="2583" y="10075"/>
                    </a:lnTo>
                    <a:lnTo>
                      <a:pt x="2841" y="9835"/>
                    </a:lnTo>
                    <a:lnTo>
                      <a:pt x="3081" y="9576"/>
                    </a:lnTo>
                    <a:lnTo>
                      <a:pt x="3469" y="9134"/>
                    </a:lnTo>
                    <a:lnTo>
                      <a:pt x="3653" y="8931"/>
                    </a:lnTo>
                    <a:lnTo>
                      <a:pt x="3764" y="8820"/>
                    </a:lnTo>
                    <a:lnTo>
                      <a:pt x="3875" y="8728"/>
                    </a:lnTo>
                    <a:lnTo>
                      <a:pt x="4004" y="8654"/>
                    </a:lnTo>
                    <a:lnTo>
                      <a:pt x="4115" y="8598"/>
                    </a:lnTo>
                    <a:lnTo>
                      <a:pt x="4373" y="8488"/>
                    </a:lnTo>
                    <a:lnTo>
                      <a:pt x="4631" y="8396"/>
                    </a:lnTo>
                    <a:lnTo>
                      <a:pt x="4760" y="8340"/>
                    </a:lnTo>
                    <a:lnTo>
                      <a:pt x="4871" y="8266"/>
                    </a:lnTo>
                    <a:lnTo>
                      <a:pt x="4963" y="8174"/>
                    </a:lnTo>
                    <a:lnTo>
                      <a:pt x="5056" y="8082"/>
                    </a:lnTo>
                    <a:lnTo>
                      <a:pt x="5240" y="7879"/>
                    </a:lnTo>
                    <a:lnTo>
                      <a:pt x="5554" y="7418"/>
                    </a:lnTo>
                    <a:lnTo>
                      <a:pt x="5628" y="7307"/>
                    </a:lnTo>
                    <a:lnTo>
                      <a:pt x="5664" y="7233"/>
                    </a:lnTo>
                    <a:lnTo>
                      <a:pt x="5664" y="7178"/>
                    </a:lnTo>
                    <a:lnTo>
                      <a:pt x="5646" y="7122"/>
                    </a:lnTo>
                    <a:lnTo>
                      <a:pt x="5628" y="7067"/>
                    </a:lnTo>
                    <a:lnTo>
                      <a:pt x="5554" y="6975"/>
                    </a:lnTo>
                    <a:lnTo>
                      <a:pt x="5314" y="6716"/>
                    </a:lnTo>
                    <a:lnTo>
                      <a:pt x="5093" y="6458"/>
                    </a:lnTo>
                    <a:lnTo>
                      <a:pt x="4890" y="6200"/>
                    </a:lnTo>
                    <a:lnTo>
                      <a:pt x="4687" y="5923"/>
                    </a:lnTo>
                    <a:lnTo>
                      <a:pt x="4281" y="5370"/>
                    </a:lnTo>
                    <a:lnTo>
                      <a:pt x="3893" y="4816"/>
                    </a:lnTo>
                    <a:lnTo>
                      <a:pt x="3653" y="4447"/>
                    </a:lnTo>
                    <a:lnTo>
                      <a:pt x="3524" y="4263"/>
                    </a:lnTo>
                    <a:lnTo>
                      <a:pt x="3413" y="4060"/>
                    </a:lnTo>
                    <a:lnTo>
                      <a:pt x="3321" y="3875"/>
                    </a:lnTo>
                    <a:lnTo>
                      <a:pt x="3266" y="3654"/>
                    </a:lnTo>
                    <a:lnTo>
                      <a:pt x="3229" y="3451"/>
                    </a:lnTo>
                    <a:lnTo>
                      <a:pt x="3229" y="3229"/>
                    </a:lnTo>
                    <a:lnTo>
                      <a:pt x="3247" y="3063"/>
                    </a:lnTo>
                    <a:lnTo>
                      <a:pt x="3284" y="2897"/>
                    </a:lnTo>
                    <a:lnTo>
                      <a:pt x="3358" y="2583"/>
                    </a:lnTo>
                    <a:lnTo>
                      <a:pt x="3598" y="1938"/>
                    </a:lnTo>
                    <a:lnTo>
                      <a:pt x="3690" y="1606"/>
                    </a:lnTo>
                    <a:lnTo>
                      <a:pt x="3782" y="1292"/>
                    </a:lnTo>
                    <a:lnTo>
                      <a:pt x="3801" y="1126"/>
                    </a:lnTo>
                    <a:lnTo>
                      <a:pt x="3801" y="960"/>
                    </a:lnTo>
                    <a:lnTo>
                      <a:pt x="3801" y="775"/>
                    </a:lnTo>
                    <a:lnTo>
                      <a:pt x="3764" y="609"/>
                    </a:lnTo>
                    <a:lnTo>
                      <a:pt x="3727" y="425"/>
                    </a:lnTo>
                    <a:lnTo>
                      <a:pt x="3690" y="332"/>
                    </a:lnTo>
                    <a:lnTo>
                      <a:pt x="3635" y="240"/>
                    </a:lnTo>
                    <a:lnTo>
                      <a:pt x="3580" y="166"/>
                    </a:lnTo>
                    <a:lnTo>
                      <a:pt x="3506" y="93"/>
                    </a:lnTo>
                    <a:lnTo>
                      <a:pt x="3432" y="37"/>
                    </a:lnTo>
                    <a:lnTo>
                      <a:pt x="3340" y="0"/>
                    </a:lnTo>
                    <a:close/>
                  </a:path>
                </a:pathLst>
              </a:custGeom>
              <a:solidFill>
                <a:srgbClr val="FAB5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48" name="Google Shape;1148;p31"/>
              <p:cNvGrpSpPr/>
              <p:nvPr/>
            </p:nvGrpSpPr>
            <p:grpSpPr>
              <a:xfrm>
                <a:off x="8238292" y="3538875"/>
                <a:ext cx="963231" cy="1747381"/>
                <a:chOff x="8238292" y="3538875"/>
                <a:chExt cx="963231" cy="1747381"/>
              </a:xfrm>
            </p:grpSpPr>
            <p:sp>
              <p:nvSpPr>
                <p:cNvPr id="1149" name="Google Shape;1149;p31"/>
                <p:cNvSpPr/>
                <p:nvPr/>
              </p:nvSpPr>
              <p:spPr>
                <a:xfrm>
                  <a:off x="8610375" y="3934528"/>
                  <a:ext cx="372102" cy="285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45" h="14743" extrusionOk="0">
                      <a:moveTo>
                        <a:pt x="18285" y="0"/>
                      </a:moveTo>
                      <a:lnTo>
                        <a:pt x="18138" y="18"/>
                      </a:lnTo>
                      <a:lnTo>
                        <a:pt x="17990" y="74"/>
                      </a:lnTo>
                      <a:lnTo>
                        <a:pt x="17842" y="129"/>
                      </a:lnTo>
                      <a:lnTo>
                        <a:pt x="17566" y="258"/>
                      </a:lnTo>
                      <a:lnTo>
                        <a:pt x="17215" y="461"/>
                      </a:lnTo>
                      <a:lnTo>
                        <a:pt x="16901" y="701"/>
                      </a:lnTo>
                      <a:lnTo>
                        <a:pt x="16588" y="923"/>
                      </a:lnTo>
                      <a:lnTo>
                        <a:pt x="16293" y="1181"/>
                      </a:lnTo>
                      <a:lnTo>
                        <a:pt x="15997" y="1439"/>
                      </a:lnTo>
                      <a:lnTo>
                        <a:pt x="15721" y="1716"/>
                      </a:lnTo>
                      <a:lnTo>
                        <a:pt x="15444" y="2011"/>
                      </a:lnTo>
                      <a:lnTo>
                        <a:pt x="15185" y="2306"/>
                      </a:lnTo>
                      <a:lnTo>
                        <a:pt x="14687" y="2915"/>
                      </a:lnTo>
                      <a:lnTo>
                        <a:pt x="14189" y="3543"/>
                      </a:lnTo>
                      <a:lnTo>
                        <a:pt x="13728" y="4207"/>
                      </a:lnTo>
                      <a:lnTo>
                        <a:pt x="13285" y="4853"/>
                      </a:lnTo>
                      <a:lnTo>
                        <a:pt x="10167" y="9410"/>
                      </a:lnTo>
                      <a:lnTo>
                        <a:pt x="10001" y="9244"/>
                      </a:lnTo>
                      <a:lnTo>
                        <a:pt x="9134" y="8321"/>
                      </a:lnTo>
                      <a:lnTo>
                        <a:pt x="8229" y="7399"/>
                      </a:lnTo>
                      <a:lnTo>
                        <a:pt x="7307" y="6476"/>
                      </a:lnTo>
                      <a:lnTo>
                        <a:pt x="6347" y="5591"/>
                      </a:lnTo>
                      <a:lnTo>
                        <a:pt x="5868" y="5166"/>
                      </a:lnTo>
                      <a:lnTo>
                        <a:pt x="5370" y="4742"/>
                      </a:lnTo>
                      <a:lnTo>
                        <a:pt x="4871" y="4318"/>
                      </a:lnTo>
                      <a:lnTo>
                        <a:pt x="4373" y="3930"/>
                      </a:lnTo>
                      <a:lnTo>
                        <a:pt x="3857" y="3543"/>
                      </a:lnTo>
                      <a:lnTo>
                        <a:pt x="3340" y="3155"/>
                      </a:lnTo>
                      <a:lnTo>
                        <a:pt x="2823" y="2805"/>
                      </a:lnTo>
                      <a:lnTo>
                        <a:pt x="2288" y="2454"/>
                      </a:lnTo>
                      <a:lnTo>
                        <a:pt x="2048" y="2306"/>
                      </a:lnTo>
                      <a:lnTo>
                        <a:pt x="1809" y="2196"/>
                      </a:lnTo>
                      <a:lnTo>
                        <a:pt x="1679" y="2140"/>
                      </a:lnTo>
                      <a:lnTo>
                        <a:pt x="1550" y="2103"/>
                      </a:lnTo>
                      <a:lnTo>
                        <a:pt x="1421" y="2085"/>
                      </a:lnTo>
                      <a:lnTo>
                        <a:pt x="1273" y="2067"/>
                      </a:lnTo>
                      <a:lnTo>
                        <a:pt x="1107" y="2085"/>
                      </a:lnTo>
                      <a:lnTo>
                        <a:pt x="960" y="2122"/>
                      </a:lnTo>
                      <a:lnTo>
                        <a:pt x="812" y="2177"/>
                      </a:lnTo>
                      <a:lnTo>
                        <a:pt x="683" y="2251"/>
                      </a:lnTo>
                      <a:lnTo>
                        <a:pt x="554" y="2362"/>
                      </a:lnTo>
                      <a:lnTo>
                        <a:pt x="443" y="2472"/>
                      </a:lnTo>
                      <a:lnTo>
                        <a:pt x="332" y="2602"/>
                      </a:lnTo>
                      <a:lnTo>
                        <a:pt x="259" y="2749"/>
                      </a:lnTo>
                      <a:lnTo>
                        <a:pt x="185" y="2915"/>
                      </a:lnTo>
                      <a:lnTo>
                        <a:pt x="111" y="3081"/>
                      </a:lnTo>
                      <a:lnTo>
                        <a:pt x="74" y="3247"/>
                      </a:lnTo>
                      <a:lnTo>
                        <a:pt x="37" y="3413"/>
                      </a:lnTo>
                      <a:lnTo>
                        <a:pt x="19" y="3598"/>
                      </a:lnTo>
                      <a:lnTo>
                        <a:pt x="0" y="3764"/>
                      </a:lnTo>
                      <a:lnTo>
                        <a:pt x="19" y="3949"/>
                      </a:lnTo>
                      <a:lnTo>
                        <a:pt x="37" y="4115"/>
                      </a:lnTo>
                      <a:lnTo>
                        <a:pt x="111" y="4428"/>
                      </a:lnTo>
                      <a:lnTo>
                        <a:pt x="203" y="4742"/>
                      </a:lnTo>
                      <a:lnTo>
                        <a:pt x="314" y="5056"/>
                      </a:lnTo>
                      <a:lnTo>
                        <a:pt x="425" y="5351"/>
                      </a:lnTo>
                      <a:lnTo>
                        <a:pt x="572" y="5646"/>
                      </a:lnTo>
                      <a:lnTo>
                        <a:pt x="720" y="5941"/>
                      </a:lnTo>
                      <a:lnTo>
                        <a:pt x="868" y="6236"/>
                      </a:lnTo>
                      <a:lnTo>
                        <a:pt x="1052" y="6513"/>
                      </a:lnTo>
                      <a:lnTo>
                        <a:pt x="1237" y="6790"/>
                      </a:lnTo>
                      <a:lnTo>
                        <a:pt x="1421" y="7067"/>
                      </a:lnTo>
                      <a:lnTo>
                        <a:pt x="1845" y="7602"/>
                      </a:lnTo>
                      <a:lnTo>
                        <a:pt x="2288" y="8118"/>
                      </a:lnTo>
                      <a:lnTo>
                        <a:pt x="2768" y="8617"/>
                      </a:lnTo>
                      <a:lnTo>
                        <a:pt x="3248" y="9115"/>
                      </a:lnTo>
                      <a:lnTo>
                        <a:pt x="3764" y="9595"/>
                      </a:lnTo>
                      <a:lnTo>
                        <a:pt x="4779" y="10517"/>
                      </a:lnTo>
                      <a:lnTo>
                        <a:pt x="5776" y="11421"/>
                      </a:lnTo>
                      <a:lnTo>
                        <a:pt x="6255" y="11864"/>
                      </a:lnTo>
                      <a:lnTo>
                        <a:pt x="6698" y="12288"/>
                      </a:lnTo>
                      <a:lnTo>
                        <a:pt x="7030" y="12602"/>
                      </a:lnTo>
                      <a:lnTo>
                        <a:pt x="7381" y="12916"/>
                      </a:lnTo>
                      <a:lnTo>
                        <a:pt x="7750" y="13248"/>
                      </a:lnTo>
                      <a:lnTo>
                        <a:pt x="8156" y="13543"/>
                      </a:lnTo>
                      <a:lnTo>
                        <a:pt x="8562" y="13838"/>
                      </a:lnTo>
                      <a:lnTo>
                        <a:pt x="9004" y="14097"/>
                      </a:lnTo>
                      <a:lnTo>
                        <a:pt x="9447" y="14318"/>
                      </a:lnTo>
                      <a:lnTo>
                        <a:pt x="9669" y="14429"/>
                      </a:lnTo>
                      <a:lnTo>
                        <a:pt x="9890" y="14521"/>
                      </a:lnTo>
                      <a:lnTo>
                        <a:pt x="10111" y="14595"/>
                      </a:lnTo>
                      <a:lnTo>
                        <a:pt x="10333" y="14650"/>
                      </a:lnTo>
                      <a:lnTo>
                        <a:pt x="10554" y="14687"/>
                      </a:lnTo>
                      <a:lnTo>
                        <a:pt x="10776" y="14724"/>
                      </a:lnTo>
                      <a:lnTo>
                        <a:pt x="11016" y="14742"/>
                      </a:lnTo>
                      <a:lnTo>
                        <a:pt x="11219" y="14724"/>
                      </a:lnTo>
                      <a:lnTo>
                        <a:pt x="11440" y="14705"/>
                      </a:lnTo>
                      <a:lnTo>
                        <a:pt x="11661" y="14669"/>
                      </a:lnTo>
                      <a:lnTo>
                        <a:pt x="11883" y="14595"/>
                      </a:lnTo>
                      <a:lnTo>
                        <a:pt x="12086" y="14521"/>
                      </a:lnTo>
                      <a:lnTo>
                        <a:pt x="12289" y="14410"/>
                      </a:lnTo>
                      <a:lnTo>
                        <a:pt x="12492" y="14281"/>
                      </a:lnTo>
                      <a:lnTo>
                        <a:pt x="12676" y="14115"/>
                      </a:lnTo>
                      <a:lnTo>
                        <a:pt x="12879" y="13930"/>
                      </a:lnTo>
                      <a:lnTo>
                        <a:pt x="13064" y="13709"/>
                      </a:lnTo>
                      <a:lnTo>
                        <a:pt x="13230" y="13469"/>
                      </a:lnTo>
                      <a:lnTo>
                        <a:pt x="13580" y="12953"/>
                      </a:lnTo>
                      <a:lnTo>
                        <a:pt x="13931" y="12399"/>
                      </a:lnTo>
                      <a:lnTo>
                        <a:pt x="14263" y="11846"/>
                      </a:lnTo>
                      <a:lnTo>
                        <a:pt x="14595" y="11292"/>
                      </a:lnTo>
                      <a:lnTo>
                        <a:pt x="15222" y="10166"/>
                      </a:lnTo>
                      <a:lnTo>
                        <a:pt x="15850" y="9004"/>
                      </a:lnTo>
                      <a:lnTo>
                        <a:pt x="16440" y="7842"/>
                      </a:lnTo>
                      <a:lnTo>
                        <a:pt x="17031" y="6679"/>
                      </a:lnTo>
                      <a:lnTo>
                        <a:pt x="18175" y="4373"/>
                      </a:lnTo>
                      <a:lnTo>
                        <a:pt x="18378" y="3985"/>
                      </a:lnTo>
                      <a:lnTo>
                        <a:pt x="18617" y="3450"/>
                      </a:lnTo>
                      <a:lnTo>
                        <a:pt x="18876" y="2841"/>
                      </a:lnTo>
                      <a:lnTo>
                        <a:pt x="18986" y="2509"/>
                      </a:lnTo>
                      <a:lnTo>
                        <a:pt x="19097" y="2177"/>
                      </a:lnTo>
                      <a:lnTo>
                        <a:pt x="19171" y="1845"/>
                      </a:lnTo>
                      <a:lnTo>
                        <a:pt x="19226" y="1513"/>
                      </a:lnTo>
                      <a:lnTo>
                        <a:pt x="19245" y="1199"/>
                      </a:lnTo>
                      <a:lnTo>
                        <a:pt x="19245" y="923"/>
                      </a:lnTo>
                      <a:lnTo>
                        <a:pt x="19226" y="775"/>
                      </a:lnTo>
                      <a:lnTo>
                        <a:pt x="19189" y="646"/>
                      </a:lnTo>
                      <a:lnTo>
                        <a:pt x="19134" y="535"/>
                      </a:lnTo>
                      <a:lnTo>
                        <a:pt x="19079" y="424"/>
                      </a:lnTo>
                      <a:lnTo>
                        <a:pt x="19005" y="314"/>
                      </a:lnTo>
                      <a:lnTo>
                        <a:pt x="18931" y="221"/>
                      </a:lnTo>
                      <a:lnTo>
                        <a:pt x="18839" y="148"/>
                      </a:lnTo>
                      <a:lnTo>
                        <a:pt x="18710" y="74"/>
                      </a:lnTo>
                      <a:lnTo>
                        <a:pt x="18580" y="18"/>
                      </a:lnTo>
                      <a:lnTo>
                        <a:pt x="18433" y="0"/>
                      </a:lnTo>
                      <a:close/>
                    </a:path>
                  </a:pathLst>
                </a:custGeom>
                <a:solidFill>
                  <a:srgbClr val="FAB5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0" name="Google Shape;1150;p31"/>
                <p:cNvSpPr/>
                <p:nvPr/>
              </p:nvSpPr>
              <p:spPr>
                <a:xfrm>
                  <a:off x="8563990" y="3910262"/>
                  <a:ext cx="198029" cy="213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2" h="11035" extrusionOk="0">
                      <a:moveTo>
                        <a:pt x="2436" y="0"/>
                      </a:moveTo>
                      <a:lnTo>
                        <a:pt x="2178" y="19"/>
                      </a:lnTo>
                      <a:lnTo>
                        <a:pt x="1938" y="74"/>
                      </a:lnTo>
                      <a:lnTo>
                        <a:pt x="1698" y="148"/>
                      </a:lnTo>
                      <a:lnTo>
                        <a:pt x="1458" y="259"/>
                      </a:lnTo>
                      <a:lnTo>
                        <a:pt x="1237" y="406"/>
                      </a:lnTo>
                      <a:lnTo>
                        <a:pt x="1016" y="554"/>
                      </a:lnTo>
                      <a:lnTo>
                        <a:pt x="831" y="720"/>
                      </a:lnTo>
                      <a:lnTo>
                        <a:pt x="665" y="904"/>
                      </a:lnTo>
                      <a:lnTo>
                        <a:pt x="517" y="1089"/>
                      </a:lnTo>
                      <a:lnTo>
                        <a:pt x="388" y="1292"/>
                      </a:lnTo>
                      <a:lnTo>
                        <a:pt x="277" y="1495"/>
                      </a:lnTo>
                      <a:lnTo>
                        <a:pt x="204" y="1735"/>
                      </a:lnTo>
                      <a:lnTo>
                        <a:pt x="130" y="1956"/>
                      </a:lnTo>
                      <a:lnTo>
                        <a:pt x="75" y="2196"/>
                      </a:lnTo>
                      <a:lnTo>
                        <a:pt x="19" y="2436"/>
                      </a:lnTo>
                      <a:lnTo>
                        <a:pt x="1" y="2694"/>
                      </a:lnTo>
                      <a:lnTo>
                        <a:pt x="1" y="2953"/>
                      </a:lnTo>
                      <a:lnTo>
                        <a:pt x="1" y="3211"/>
                      </a:lnTo>
                      <a:lnTo>
                        <a:pt x="19" y="3469"/>
                      </a:lnTo>
                      <a:lnTo>
                        <a:pt x="56" y="3727"/>
                      </a:lnTo>
                      <a:lnTo>
                        <a:pt x="93" y="4004"/>
                      </a:lnTo>
                      <a:lnTo>
                        <a:pt x="148" y="4263"/>
                      </a:lnTo>
                      <a:lnTo>
                        <a:pt x="277" y="4798"/>
                      </a:lnTo>
                      <a:lnTo>
                        <a:pt x="462" y="5314"/>
                      </a:lnTo>
                      <a:lnTo>
                        <a:pt x="665" y="5812"/>
                      </a:lnTo>
                      <a:lnTo>
                        <a:pt x="886" y="6292"/>
                      </a:lnTo>
                      <a:lnTo>
                        <a:pt x="1145" y="6717"/>
                      </a:lnTo>
                      <a:lnTo>
                        <a:pt x="1403" y="7122"/>
                      </a:lnTo>
                      <a:lnTo>
                        <a:pt x="1680" y="7473"/>
                      </a:lnTo>
                      <a:lnTo>
                        <a:pt x="2030" y="7916"/>
                      </a:lnTo>
                      <a:lnTo>
                        <a:pt x="2381" y="8377"/>
                      </a:lnTo>
                      <a:lnTo>
                        <a:pt x="2750" y="8838"/>
                      </a:lnTo>
                      <a:lnTo>
                        <a:pt x="3119" y="9300"/>
                      </a:lnTo>
                      <a:lnTo>
                        <a:pt x="3488" y="9742"/>
                      </a:lnTo>
                      <a:lnTo>
                        <a:pt x="3894" y="10167"/>
                      </a:lnTo>
                      <a:lnTo>
                        <a:pt x="4097" y="10370"/>
                      </a:lnTo>
                      <a:lnTo>
                        <a:pt x="4318" y="10554"/>
                      </a:lnTo>
                      <a:lnTo>
                        <a:pt x="4540" y="10739"/>
                      </a:lnTo>
                      <a:lnTo>
                        <a:pt x="4780" y="10905"/>
                      </a:lnTo>
                      <a:lnTo>
                        <a:pt x="4909" y="10997"/>
                      </a:lnTo>
                      <a:lnTo>
                        <a:pt x="4982" y="11034"/>
                      </a:lnTo>
                      <a:lnTo>
                        <a:pt x="5075" y="11034"/>
                      </a:lnTo>
                      <a:lnTo>
                        <a:pt x="5167" y="11016"/>
                      </a:lnTo>
                      <a:lnTo>
                        <a:pt x="5241" y="10997"/>
                      </a:lnTo>
                      <a:lnTo>
                        <a:pt x="5407" y="10886"/>
                      </a:lnTo>
                      <a:lnTo>
                        <a:pt x="6053" y="10370"/>
                      </a:lnTo>
                      <a:lnTo>
                        <a:pt x="6698" y="9835"/>
                      </a:lnTo>
                      <a:lnTo>
                        <a:pt x="7326" y="9281"/>
                      </a:lnTo>
                      <a:lnTo>
                        <a:pt x="7935" y="8709"/>
                      </a:lnTo>
                      <a:lnTo>
                        <a:pt x="8525" y="8137"/>
                      </a:lnTo>
                      <a:lnTo>
                        <a:pt x="9116" y="7547"/>
                      </a:lnTo>
                      <a:lnTo>
                        <a:pt x="9687" y="6919"/>
                      </a:lnTo>
                      <a:lnTo>
                        <a:pt x="10241" y="6311"/>
                      </a:lnTo>
                      <a:lnTo>
                        <a:pt x="9780" y="5868"/>
                      </a:lnTo>
                      <a:lnTo>
                        <a:pt x="8802" y="4853"/>
                      </a:lnTo>
                      <a:lnTo>
                        <a:pt x="7769" y="3764"/>
                      </a:lnTo>
                      <a:lnTo>
                        <a:pt x="7381" y="3358"/>
                      </a:lnTo>
                      <a:lnTo>
                        <a:pt x="7160" y="3100"/>
                      </a:lnTo>
                      <a:lnTo>
                        <a:pt x="6864" y="2694"/>
                      </a:lnTo>
                      <a:lnTo>
                        <a:pt x="6495" y="2270"/>
                      </a:lnTo>
                      <a:lnTo>
                        <a:pt x="6071" y="1827"/>
                      </a:lnTo>
                      <a:lnTo>
                        <a:pt x="5591" y="1403"/>
                      </a:lnTo>
                      <a:lnTo>
                        <a:pt x="5352" y="1200"/>
                      </a:lnTo>
                      <a:lnTo>
                        <a:pt x="5093" y="997"/>
                      </a:lnTo>
                      <a:lnTo>
                        <a:pt x="4835" y="812"/>
                      </a:lnTo>
                      <a:lnTo>
                        <a:pt x="4558" y="646"/>
                      </a:lnTo>
                      <a:lnTo>
                        <a:pt x="4281" y="480"/>
                      </a:lnTo>
                      <a:lnTo>
                        <a:pt x="4005" y="351"/>
                      </a:lnTo>
                      <a:lnTo>
                        <a:pt x="3728" y="222"/>
                      </a:lnTo>
                      <a:lnTo>
                        <a:pt x="3433" y="130"/>
                      </a:lnTo>
                      <a:lnTo>
                        <a:pt x="3193" y="74"/>
                      </a:lnTo>
                      <a:lnTo>
                        <a:pt x="2934" y="19"/>
                      </a:lnTo>
                      <a:lnTo>
                        <a:pt x="267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1" name="Google Shape;1151;p31"/>
                <p:cNvSpPr/>
                <p:nvPr/>
              </p:nvSpPr>
              <p:spPr>
                <a:xfrm>
                  <a:off x="8875786" y="3645199"/>
                  <a:ext cx="325737" cy="3756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47" h="19430" extrusionOk="0">
                      <a:moveTo>
                        <a:pt x="9042" y="0"/>
                      </a:moveTo>
                      <a:lnTo>
                        <a:pt x="1" y="5702"/>
                      </a:lnTo>
                      <a:lnTo>
                        <a:pt x="9171" y="19429"/>
                      </a:lnTo>
                      <a:lnTo>
                        <a:pt x="16847" y="13322"/>
                      </a:lnTo>
                      <a:lnTo>
                        <a:pt x="9042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2" name="Google Shape;1152;p31"/>
                <p:cNvSpPr/>
                <p:nvPr/>
              </p:nvSpPr>
              <p:spPr>
                <a:xfrm>
                  <a:off x="8588971" y="5180997"/>
                  <a:ext cx="157696" cy="105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56" h="5444" extrusionOk="0">
                      <a:moveTo>
                        <a:pt x="2362" y="0"/>
                      </a:moveTo>
                      <a:lnTo>
                        <a:pt x="1882" y="37"/>
                      </a:lnTo>
                      <a:lnTo>
                        <a:pt x="1421" y="93"/>
                      </a:lnTo>
                      <a:lnTo>
                        <a:pt x="941" y="185"/>
                      </a:lnTo>
                      <a:lnTo>
                        <a:pt x="794" y="222"/>
                      </a:lnTo>
                      <a:lnTo>
                        <a:pt x="720" y="259"/>
                      </a:lnTo>
                      <a:lnTo>
                        <a:pt x="646" y="314"/>
                      </a:lnTo>
                      <a:lnTo>
                        <a:pt x="591" y="370"/>
                      </a:lnTo>
                      <a:lnTo>
                        <a:pt x="535" y="443"/>
                      </a:lnTo>
                      <a:lnTo>
                        <a:pt x="517" y="536"/>
                      </a:lnTo>
                      <a:lnTo>
                        <a:pt x="498" y="628"/>
                      </a:lnTo>
                      <a:lnTo>
                        <a:pt x="498" y="812"/>
                      </a:lnTo>
                      <a:lnTo>
                        <a:pt x="517" y="997"/>
                      </a:lnTo>
                      <a:lnTo>
                        <a:pt x="517" y="1255"/>
                      </a:lnTo>
                      <a:lnTo>
                        <a:pt x="498" y="1513"/>
                      </a:lnTo>
                      <a:lnTo>
                        <a:pt x="462" y="1772"/>
                      </a:lnTo>
                      <a:lnTo>
                        <a:pt x="406" y="2030"/>
                      </a:lnTo>
                      <a:lnTo>
                        <a:pt x="259" y="2547"/>
                      </a:lnTo>
                      <a:lnTo>
                        <a:pt x="129" y="3045"/>
                      </a:lnTo>
                      <a:lnTo>
                        <a:pt x="74" y="3303"/>
                      </a:lnTo>
                      <a:lnTo>
                        <a:pt x="37" y="3562"/>
                      </a:lnTo>
                      <a:lnTo>
                        <a:pt x="0" y="3838"/>
                      </a:lnTo>
                      <a:lnTo>
                        <a:pt x="0" y="4097"/>
                      </a:lnTo>
                      <a:lnTo>
                        <a:pt x="37" y="4355"/>
                      </a:lnTo>
                      <a:lnTo>
                        <a:pt x="93" y="4595"/>
                      </a:lnTo>
                      <a:lnTo>
                        <a:pt x="185" y="4835"/>
                      </a:lnTo>
                      <a:lnTo>
                        <a:pt x="240" y="4945"/>
                      </a:lnTo>
                      <a:lnTo>
                        <a:pt x="314" y="5056"/>
                      </a:lnTo>
                      <a:lnTo>
                        <a:pt x="406" y="5167"/>
                      </a:lnTo>
                      <a:lnTo>
                        <a:pt x="462" y="5222"/>
                      </a:lnTo>
                      <a:lnTo>
                        <a:pt x="517" y="5259"/>
                      </a:lnTo>
                      <a:lnTo>
                        <a:pt x="646" y="5296"/>
                      </a:lnTo>
                      <a:lnTo>
                        <a:pt x="775" y="5296"/>
                      </a:lnTo>
                      <a:lnTo>
                        <a:pt x="6587" y="5444"/>
                      </a:lnTo>
                      <a:lnTo>
                        <a:pt x="6993" y="5444"/>
                      </a:lnTo>
                      <a:lnTo>
                        <a:pt x="7196" y="5425"/>
                      </a:lnTo>
                      <a:lnTo>
                        <a:pt x="7399" y="5388"/>
                      </a:lnTo>
                      <a:lnTo>
                        <a:pt x="7584" y="5333"/>
                      </a:lnTo>
                      <a:lnTo>
                        <a:pt x="7750" y="5259"/>
                      </a:lnTo>
                      <a:lnTo>
                        <a:pt x="7916" y="5148"/>
                      </a:lnTo>
                      <a:lnTo>
                        <a:pt x="8045" y="5019"/>
                      </a:lnTo>
                      <a:lnTo>
                        <a:pt x="8119" y="4890"/>
                      </a:lnTo>
                      <a:lnTo>
                        <a:pt x="8137" y="4816"/>
                      </a:lnTo>
                      <a:lnTo>
                        <a:pt x="8156" y="4742"/>
                      </a:lnTo>
                      <a:lnTo>
                        <a:pt x="8156" y="4687"/>
                      </a:lnTo>
                      <a:lnTo>
                        <a:pt x="8137" y="4613"/>
                      </a:lnTo>
                      <a:lnTo>
                        <a:pt x="8063" y="4503"/>
                      </a:lnTo>
                      <a:lnTo>
                        <a:pt x="7971" y="4410"/>
                      </a:lnTo>
                      <a:lnTo>
                        <a:pt x="7860" y="4336"/>
                      </a:lnTo>
                      <a:lnTo>
                        <a:pt x="7731" y="4300"/>
                      </a:lnTo>
                      <a:lnTo>
                        <a:pt x="7602" y="4263"/>
                      </a:lnTo>
                      <a:lnTo>
                        <a:pt x="7344" y="4244"/>
                      </a:lnTo>
                      <a:lnTo>
                        <a:pt x="6735" y="4189"/>
                      </a:lnTo>
                      <a:lnTo>
                        <a:pt x="6089" y="4115"/>
                      </a:lnTo>
                      <a:lnTo>
                        <a:pt x="5739" y="4060"/>
                      </a:lnTo>
                      <a:lnTo>
                        <a:pt x="5406" y="3986"/>
                      </a:lnTo>
                      <a:lnTo>
                        <a:pt x="5074" y="3912"/>
                      </a:lnTo>
                      <a:lnTo>
                        <a:pt x="4742" y="3820"/>
                      </a:lnTo>
                      <a:lnTo>
                        <a:pt x="4429" y="3691"/>
                      </a:lnTo>
                      <a:lnTo>
                        <a:pt x="4115" y="3562"/>
                      </a:lnTo>
                      <a:lnTo>
                        <a:pt x="3838" y="3395"/>
                      </a:lnTo>
                      <a:lnTo>
                        <a:pt x="3580" y="3211"/>
                      </a:lnTo>
                      <a:lnTo>
                        <a:pt x="3340" y="3008"/>
                      </a:lnTo>
                      <a:lnTo>
                        <a:pt x="3248" y="2879"/>
                      </a:lnTo>
                      <a:lnTo>
                        <a:pt x="3137" y="2768"/>
                      </a:lnTo>
                      <a:lnTo>
                        <a:pt x="3063" y="2639"/>
                      </a:lnTo>
                      <a:lnTo>
                        <a:pt x="2971" y="2491"/>
                      </a:lnTo>
                      <a:lnTo>
                        <a:pt x="2916" y="2344"/>
                      </a:lnTo>
                      <a:lnTo>
                        <a:pt x="2860" y="2178"/>
                      </a:lnTo>
                      <a:lnTo>
                        <a:pt x="2823" y="2030"/>
                      </a:lnTo>
                      <a:lnTo>
                        <a:pt x="2805" y="1772"/>
                      </a:lnTo>
                      <a:lnTo>
                        <a:pt x="2786" y="1015"/>
                      </a:lnTo>
                      <a:lnTo>
                        <a:pt x="2786" y="314"/>
                      </a:lnTo>
                      <a:lnTo>
                        <a:pt x="2805" y="93"/>
                      </a:lnTo>
                      <a:lnTo>
                        <a:pt x="2823" y="37"/>
                      </a:lnTo>
                      <a:lnTo>
                        <a:pt x="282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3" name="Google Shape;1153;p31"/>
                <p:cNvSpPr/>
                <p:nvPr/>
              </p:nvSpPr>
              <p:spPr>
                <a:xfrm>
                  <a:off x="8428432" y="5180997"/>
                  <a:ext cx="157696" cy="105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56" h="5444" extrusionOk="0">
                      <a:moveTo>
                        <a:pt x="2344" y="0"/>
                      </a:moveTo>
                      <a:lnTo>
                        <a:pt x="1882" y="37"/>
                      </a:lnTo>
                      <a:lnTo>
                        <a:pt x="1403" y="93"/>
                      </a:lnTo>
                      <a:lnTo>
                        <a:pt x="941" y="185"/>
                      </a:lnTo>
                      <a:lnTo>
                        <a:pt x="775" y="222"/>
                      </a:lnTo>
                      <a:lnTo>
                        <a:pt x="701" y="259"/>
                      </a:lnTo>
                      <a:lnTo>
                        <a:pt x="646" y="314"/>
                      </a:lnTo>
                      <a:lnTo>
                        <a:pt x="572" y="370"/>
                      </a:lnTo>
                      <a:lnTo>
                        <a:pt x="535" y="443"/>
                      </a:lnTo>
                      <a:lnTo>
                        <a:pt x="517" y="536"/>
                      </a:lnTo>
                      <a:lnTo>
                        <a:pt x="499" y="628"/>
                      </a:lnTo>
                      <a:lnTo>
                        <a:pt x="499" y="812"/>
                      </a:lnTo>
                      <a:lnTo>
                        <a:pt x="499" y="997"/>
                      </a:lnTo>
                      <a:lnTo>
                        <a:pt x="517" y="1255"/>
                      </a:lnTo>
                      <a:lnTo>
                        <a:pt x="499" y="1513"/>
                      </a:lnTo>
                      <a:lnTo>
                        <a:pt x="443" y="1772"/>
                      </a:lnTo>
                      <a:lnTo>
                        <a:pt x="388" y="2030"/>
                      </a:lnTo>
                      <a:lnTo>
                        <a:pt x="259" y="2547"/>
                      </a:lnTo>
                      <a:lnTo>
                        <a:pt x="130" y="3045"/>
                      </a:lnTo>
                      <a:lnTo>
                        <a:pt x="74" y="3303"/>
                      </a:lnTo>
                      <a:lnTo>
                        <a:pt x="19" y="3562"/>
                      </a:lnTo>
                      <a:lnTo>
                        <a:pt x="0" y="3838"/>
                      </a:lnTo>
                      <a:lnTo>
                        <a:pt x="0" y="4097"/>
                      </a:lnTo>
                      <a:lnTo>
                        <a:pt x="19" y="4355"/>
                      </a:lnTo>
                      <a:lnTo>
                        <a:pt x="74" y="4595"/>
                      </a:lnTo>
                      <a:lnTo>
                        <a:pt x="166" y="4835"/>
                      </a:lnTo>
                      <a:lnTo>
                        <a:pt x="240" y="4945"/>
                      </a:lnTo>
                      <a:lnTo>
                        <a:pt x="296" y="5056"/>
                      </a:lnTo>
                      <a:lnTo>
                        <a:pt x="388" y="5167"/>
                      </a:lnTo>
                      <a:lnTo>
                        <a:pt x="443" y="5222"/>
                      </a:lnTo>
                      <a:lnTo>
                        <a:pt x="517" y="5259"/>
                      </a:lnTo>
                      <a:lnTo>
                        <a:pt x="646" y="5296"/>
                      </a:lnTo>
                      <a:lnTo>
                        <a:pt x="775" y="5296"/>
                      </a:lnTo>
                      <a:lnTo>
                        <a:pt x="6587" y="5444"/>
                      </a:lnTo>
                      <a:lnTo>
                        <a:pt x="6993" y="5444"/>
                      </a:lnTo>
                      <a:lnTo>
                        <a:pt x="7196" y="5425"/>
                      </a:lnTo>
                      <a:lnTo>
                        <a:pt x="7381" y="5388"/>
                      </a:lnTo>
                      <a:lnTo>
                        <a:pt x="7584" y="5333"/>
                      </a:lnTo>
                      <a:lnTo>
                        <a:pt x="7750" y="5259"/>
                      </a:lnTo>
                      <a:lnTo>
                        <a:pt x="7897" y="5148"/>
                      </a:lnTo>
                      <a:lnTo>
                        <a:pt x="8045" y="5019"/>
                      </a:lnTo>
                      <a:lnTo>
                        <a:pt x="8119" y="4890"/>
                      </a:lnTo>
                      <a:lnTo>
                        <a:pt x="8137" y="4816"/>
                      </a:lnTo>
                      <a:lnTo>
                        <a:pt x="8156" y="4742"/>
                      </a:lnTo>
                      <a:lnTo>
                        <a:pt x="8137" y="4687"/>
                      </a:lnTo>
                      <a:lnTo>
                        <a:pt x="8119" y="4613"/>
                      </a:lnTo>
                      <a:lnTo>
                        <a:pt x="8063" y="4503"/>
                      </a:lnTo>
                      <a:lnTo>
                        <a:pt x="7971" y="4410"/>
                      </a:lnTo>
                      <a:lnTo>
                        <a:pt x="7860" y="4336"/>
                      </a:lnTo>
                      <a:lnTo>
                        <a:pt x="7731" y="4300"/>
                      </a:lnTo>
                      <a:lnTo>
                        <a:pt x="7602" y="4263"/>
                      </a:lnTo>
                      <a:lnTo>
                        <a:pt x="7344" y="4244"/>
                      </a:lnTo>
                      <a:lnTo>
                        <a:pt x="6735" y="4189"/>
                      </a:lnTo>
                      <a:lnTo>
                        <a:pt x="6071" y="4115"/>
                      </a:lnTo>
                      <a:lnTo>
                        <a:pt x="5739" y="4060"/>
                      </a:lnTo>
                      <a:lnTo>
                        <a:pt x="5406" y="3986"/>
                      </a:lnTo>
                      <a:lnTo>
                        <a:pt x="5056" y="3912"/>
                      </a:lnTo>
                      <a:lnTo>
                        <a:pt x="4742" y="3820"/>
                      </a:lnTo>
                      <a:lnTo>
                        <a:pt x="4410" y="3691"/>
                      </a:lnTo>
                      <a:lnTo>
                        <a:pt x="4115" y="3562"/>
                      </a:lnTo>
                      <a:lnTo>
                        <a:pt x="3838" y="3395"/>
                      </a:lnTo>
                      <a:lnTo>
                        <a:pt x="3580" y="3211"/>
                      </a:lnTo>
                      <a:lnTo>
                        <a:pt x="3340" y="3008"/>
                      </a:lnTo>
                      <a:lnTo>
                        <a:pt x="3229" y="2879"/>
                      </a:lnTo>
                      <a:lnTo>
                        <a:pt x="3137" y="2768"/>
                      </a:lnTo>
                      <a:lnTo>
                        <a:pt x="3045" y="2639"/>
                      </a:lnTo>
                      <a:lnTo>
                        <a:pt x="2971" y="2491"/>
                      </a:lnTo>
                      <a:lnTo>
                        <a:pt x="2897" y="2344"/>
                      </a:lnTo>
                      <a:lnTo>
                        <a:pt x="2842" y="2178"/>
                      </a:lnTo>
                      <a:lnTo>
                        <a:pt x="2823" y="2030"/>
                      </a:lnTo>
                      <a:lnTo>
                        <a:pt x="2805" y="1772"/>
                      </a:lnTo>
                      <a:lnTo>
                        <a:pt x="2786" y="1015"/>
                      </a:lnTo>
                      <a:lnTo>
                        <a:pt x="2786" y="314"/>
                      </a:lnTo>
                      <a:lnTo>
                        <a:pt x="2805" y="93"/>
                      </a:lnTo>
                      <a:lnTo>
                        <a:pt x="2805" y="37"/>
                      </a:lnTo>
                      <a:lnTo>
                        <a:pt x="282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4" name="Google Shape;1154;p31"/>
                <p:cNvSpPr/>
                <p:nvPr/>
              </p:nvSpPr>
              <p:spPr>
                <a:xfrm>
                  <a:off x="8449121" y="4354406"/>
                  <a:ext cx="229410" cy="850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5" h="44007" extrusionOk="0">
                      <a:moveTo>
                        <a:pt x="5259" y="1"/>
                      </a:moveTo>
                      <a:lnTo>
                        <a:pt x="4890" y="38"/>
                      </a:lnTo>
                      <a:lnTo>
                        <a:pt x="4466" y="75"/>
                      </a:lnTo>
                      <a:lnTo>
                        <a:pt x="4023" y="130"/>
                      </a:lnTo>
                      <a:lnTo>
                        <a:pt x="3580" y="222"/>
                      </a:lnTo>
                      <a:lnTo>
                        <a:pt x="3156" y="314"/>
                      </a:lnTo>
                      <a:lnTo>
                        <a:pt x="2731" y="425"/>
                      </a:lnTo>
                      <a:lnTo>
                        <a:pt x="2307" y="554"/>
                      </a:lnTo>
                      <a:lnTo>
                        <a:pt x="1883" y="720"/>
                      </a:lnTo>
                      <a:lnTo>
                        <a:pt x="1477" y="886"/>
                      </a:lnTo>
                      <a:lnTo>
                        <a:pt x="1218" y="1016"/>
                      </a:lnTo>
                      <a:lnTo>
                        <a:pt x="997" y="1163"/>
                      </a:lnTo>
                      <a:lnTo>
                        <a:pt x="794" y="1348"/>
                      </a:lnTo>
                      <a:lnTo>
                        <a:pt x="628" y="1551"/>
                      </a:lnTo>
                      <a:lnTo>
                        <a:pt x="462" y="1790"/>
                      </a:lnTo>
                      <a:lnTo>
                        <a:pt x="351" y="2030"/>
                      </a:lnTo>
                      <a:lnTo>
                        <a:pt x="240" y="2307"/>
                      </a:lnTo>
                      <a:lnTo>
                        <a:pt x="148" y="2602"/>
                      </a:lnTo>
                      <a:lnTo>
                        <a:pt x="93" y="2898"/>
                      </a:lnTo>
                      <a:lnTo>
                        <a:pt x="37" y="3211"/>
                      </a:lnTo>
                      <a:lnTo>
                        <a:pt x="19" y="3543"/>
                      </a:lnTo>
                      <a:lnTo>
                        <a:pt x="1" y="3894"/>
                      </a:lnTo>
                      <a:lnTo>
                        <a:pt x="1" y="4244"/>
                      </a:lnTo>
                      <a:lnTo>
                        <a:pt x="19" y="4613"/>
                      </a:lnTo>
                      <a:lnTo>
                        <a:pt x="37" y="4983"/>
                      </a:lnTo>
                      <a:lnTo>
                        <a:pt x="74" y="5352"/>
                      </a:lnTo>
                      <a:lnTo>
                        <a:pt x="185" y="6108"/>
                      </a:lnTo>
                      <a:lnTo>
                        <a:pt x="333" y="6846"/>
                      </a:lnTo>
                      <a:lnTo>
                        <a:pt x="499" y="7584"/>
                      </a:lnTo>
                      <a:lnTo>
                        <a:pt x="665" y="8285"/>
                      </a:lnTo>
                      <a:lnTo>
                        <a:pt x="1015" y="9577"/>
                      </a:lnTo>
                      <a:lnTo>
                        <a:pt x="1292" y="10573"/>
                      </a:lnTo>
                      <a:lnTo>
                        <a:pt x="3635" y="19079"/>
                      </a:lnTo>
                      <a:lnTo>
                        <a:pt x="3875" y="19946"/>
                      </a:lnTo>
                      <a:lnTo>
                        <a:pt x="4097" y="20813"/>
                      </a:lnTo>
                      <a:lnTo>
                        <a:pt x="4300" y="21699"/>
                      </a:lnTo>
                      <a:lnTo>
                        <a:pt x="4484" y="22566"/>
                      </a:lnTo>
                      <a:lnTo>
                        <a:pt x="4669" y="23452"/>
                      </a:lnTo>
                      <a:lnTo>
                        <a:pt x="4835" y="24337"/>
                      </a:lnTo>
                      <a:lnTo>
                        <a:pt x="4982" y="25223"/>
                      </a:lnTo>
                      <a:lnTo>
                        <a:pt x="5130" y="26109"/>
                      </a:lnTo>
                      <a:lnTo>
                        <a:pt x="5388" y="27880"/>
                      </a:lnTo>
                      <a:lnTo>
                        <a:pt x="5591" y="29670"/>
                      </a:lnTo>
                      <a:lnTo>
                        <a:pt x="5776" y="31460"/>
                      </a:lnTo>
                      <a:lnTo>
                        <a:pt x="5905" y="33249"/>
                      </a:lnTo>
                      <a:lnTo>
                        <a:pt x="6255" y="38932"/>
                      </a:lnTo>
                      <a:lnTo>
                        <a:pt x="6495" y="42419"/>
                      </a:lnTo>
                      <a:lnTo>
                        <a:pt x="6569" y="43545"/>
                      </a:lnTo>
                      <a:lnTo>
                        <a:pt x="6606" y="43859"/>
                      </a:lnTo>
                      <a:lnTo>
                        <a:pt x="6624" y="43969"/>
                      </a:lnTo>
                      <a:lnTo>
                        <a:pt x="10536" y="44006"/>
                      </a:lnTo>
                      <a:lnTo>
                        <a:pt x="10573" y="44006"/>
                      </a:lnTo>
                      <a:lnTo>
                        <a:pt x="10610" y="43951"/>
                      </a:lnTo>
                      <a:lnTo>
                        <a:pt x="10665" y="43785"/>
                      </a:lnTo>
                      <a:lnTo>
                        <a:pt x="10739" y="43526"/>
                      </a:lnTo>
                      <a:lnTo>
                        <a:pt x="10813" y="43194"/>
                      </a:lnTo>
                      <a:lnTo>
                        <a:pt x="10942" y="42327"/>
                      </a:lnTo>
                      <a:lnTo>
                        <a:pt x="11071" y="41349"/>
                      </a:lnTo>
                      <a:lnTo>
                        <a:pt x="11182" y="40316"/>
                      </a:lnTo>
                      <a:lnTo>
                        <a:pt x="11256" y="39393"/>
                      </a:lnTo>
                      <a:lnTo>
                        <a:pt x="11366" y="38286"/>
                      </a:lnTo>
                      <a:lnTo>
                        <a:pt x="11440" y="36829"/>
                      </a:lnTo>
                      <a:lnTo>
                        <a:pt x="11514" y="35371"/>
                      </a:lnTo>
                      <a:lnTo>
                        <a:pt x="11569" y="33914"/>
                      </a:lnTo>
                      <a:lnTo>
                        <a:pt x="11625" y="32456"/>
                      </a:lnTo>
                      <a:lnTo>
                        <a:pt x="11717" y="30795"/>
                      </a:lnTo>
                      <a:lnTo>
                        <a:pt x="11791" y="29116"/>
                      </a:lnTo>
                      <a:lnTo>
                        <a:pt x="11846" y="27437"/>
                      </a:lnTo>
                      <a:lnTo>
                        <a:pt x="11864" y="25758"/>
                      </a:lnTo>
                      <a:lnTo>
                        <a:pt x="11864" y="24079"/>
                      </a:lnTo>
                      <a:lnTo>
                        <a:pt x="11864" y="22382"/>
                      </a:lnTo>
                      <a:lnTo>
                        <a:pt x="11846" y="20703"/>
                      </a:lnTo>
                      <a:lnTo>
                        <a:pt x="11791" y="19005"/>
                      </a:lnTo>
                      <a:lnTo>
                        <a:pt x="11698" y="15629"/>
                      </a:lnTo>
                      <a:lnTo>
                        <a:pt x="11551" y="12252"/>
                      </a:lnTo>
                      <a:lnTo>
                        <a:pt x="11274" y="5554"/>
                      </a:lnTo>
                      <a:lnTo>
                        <a:pt x="11237" y="5001"/>
                      </a:lnTo>
                      <a:lnTo>
                        <a:pt x="11182" y="4447"/>
                      </a:lnTo>
                      <a:lnTo>
                        <a:pt x="11108" y="3894"/>
                      </a:lnTo>
                      <a:lnTo>
                        <a:pt x="10979" y="3340"/>
                      </a:lnTo>
                      <a:lnTo>
                        <a:pt x="10905" y="3082"/>
                      </a:lnTo>
                      <a:lnTo>
                        <a:pt x="10831" y="2805"/>
                      </a:lnTo>
                      <a:lnTo>
                        <a:pt x="10739" y="2547"/>
                      </a:lnTo>
                      <a:lnTo>
                        <a:pt x="10628" y="2307"/>
                      </a:lnTo>
                      <a:lnTo>
                        <a:pt x="10499" y="2049"/>
                      </a:lnTo>
                      <a:lnTo>
                        <a:pt x="10370" y="1809"/>
                      </a:lnTo>
                      <a:lnTo>
                        <a:pt x="10204" y="1569"/>
                      </a:lnTo>
                      <a:lnTo>
                        <a:pt x="10038" y="1348"/>
                      </a:lnTo>
                      <a:lnTo>
                        <a:pt x="9964" y="1255"/>
                      </a:lnTo>
                      <a:lnTo>
                        <a:pt x="9872" y="1182"/>
                      </a:lnTo>
                      <a:lnTo>
                        <a:pt x="9761" y="1108"/>
                      </a:lnTo>
                      <a:lnTo>
                        <a:pt x="9650" y="1034"/>
                      </a:lnTo>
                      <a:lnTo>
                        <a:pt x="9392" y="923"/>
                      </a:lnTo>
                      <a:lnTo>
                        <a:pt x="9115" y="831"/>
                      </a:lnTo>
                      <a:lnTo>
                        <a:pt x="8543" y="683"/>
                      </a:lnTo>
                      <a:lnTo>
                        <a:pt x="8285" y="610"/>
                      </a:lnTo>
                      <a:lnTo>
                        <a:pt x="8064" y="536"/>
                      </a:lnTo>
                      <a:lnTo>
                        <a:pt x="7455" y="296"/>
                      </a:lnTo>
                      <a:lnTo>
                        <a:pt x="7159" y="204"/>
                      </a:lnTo>
                      <a:lnTo>
                        <a:pt x="6864" y="130"/>
                      </a:lnTo>
                      <a:lnTo>
                        <a:pt x="6569" y="75"/>
                      </a:lnTo>
                      <a:lnTo>
                        <a:pt x="6255" y="19"/>
                      </a:lnTo>
                      <a:lnTo>
                        <a:pt x="5942" y="1"/>
                      </a:lnTo>
                      <a:close/>
                    </a:path>
                  </a:pathLst>
                </a:custGeom>
                <a:solidFill>
                  <a:srgbClr val="0288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5" name="Google Shape;1155;p31"/>
                <p:cNvSpPr/>
                <p:nvPr/>
              </p:nvSpPr>
              <p:spPr>
                <a:xfrm>
                  <a:off x="8374913" y="4292689"/>
                  <a:ext cx="187317" cy="912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8" h="47199" extrusionOk="0">
                      <a:moveTo>
                        <a:pt x="3746" y="1"/>
                      </a:moveTo>
                      <a:lnTo>
                        <a:pt x="3322" y="19"/>
                      </a:lnTo>
                      <a:lnTo>
                        <a:pt x="2916" y="38"/>
                      </a:lnTo>
                      <a:lnTo>
                        <a:pt x="2713" y="75"/>
                      </a:lnTo>
                      <a:lnTo>
                        <a:pt x="2510" y="111"/>
                      </a:lnTo>
                      <a:lnTo>
                        <a:pt x="2307" y="167"/>
                      </a:lnTo>
                      <a:lnTo>
                        <a:pt x="2123" y="222"/>
                      </a:lnTo>
                      <a:lnTo>
                        <a:pt x="1901" y="333"/>
                      </a:lnTo>
                      <a:lnTo>
                        <a:pt x="1698" y="462"/>
                      </a:lnTo>
                      <a:lnTo>
                        <a:pt x="1514" y="610"/>
                      </a:lnTo>
                      <a:lnTo>
                        <a:pt x="1348" y="776"/>
                      </a:lnTo>
                      <a:lnTo>
                        <a:pt x="1218" y="960"/>
                      </a:lnTo>
                      <a:lnTo>
                        <a:pt x="1089" y="1163"/>
                      </a:lnTo>
                      <a:lnTo>
                        <a:pt x="979" y="1385"/>
                      </a:lnTo>
                      <a:lnTo>
                        <a:pt x="886" y="1606"/>
                      </a:lnTo>
                      <a:lnTo>
                        <a:pt x="813" y="1846"/>
                      </a:lnTo>
                      <a:lnTo>
                        <a:pt x="739" y="2086"/>
                      </a:lnTo>
                      <a:lnTo>
                        <a:pt x="628" y="2565"/>
                      </a:lnTo>
                      <a:lnTo>
                        <a:pt x="444" y="3506"/>
                      </a:lnTo>
                      <a:lnTo>
                        <a:pt x="351" y="4152"/>
                      </a:lnTo>
                      <a:lnTo>
                        <a:pt x="277" y="4798"/>
                      </a:lnTo>
                      <a:lnTo>
                        <a:pt x="222" y="5444"/>
                      </a:lnTo>
                      <a:lnTo>
                        <a:pt x="167" y="6090"/>
                      </a:lnTo>
                      <a:lnTo>
                        <a:pt x="93" y="7603"/>
                      </a:lnTo>
                      <a:lnTo>
                        <a:pt x="38" y="9097"/>
                      </a:lnTo>
                      <a:lnTo>
                        <a:pt x="1" y="10592"/>
                      </a:lnTo>
                      <a:lnTo>
                        <a:pt x="1" y="12105"/>
                      </a:lnTo>
                      <a:lnTo>
                        <a:pt x="19" y="13599"/>
                      </a:lnTo>
                      <a:lnTo>
                        <a:pt x="56" y="15112"/>
                      </a:lnTo>
                      <a:lnTo>
                        <a:pt x="111" y="16607"/>
                      </a:lnTo>
                      <a:lnTo>
                        <a:pt x="167" y="18101"/>
                      </a:lnTo>
                      <a:lnTo>
                        <a:pt x="259" y="19614"/>
                      </a:lnTo>
                      <a:lnTo>
                        <a:pt x="351" y="21109"/>
                      </a:lnTo>
                      <a:lnTo>
                        <a:pt x="554" y="24116"/>
                      </a:lnTo>
                      <a:lnTo>
                        <a:pt x="776" y="27105"/>
                      </a:lnTo>
                      <a:lnTo>
                        <a:pt x="997" y="30113"/>
                      </a:lnTo>
                      <a:lnTo>
                        <a:pt x="1606" y="38637"/>
                      </a:lnTo>
                      <a:lnTo>
                        <a:pt x="1883" y="42881"/>
                      </a:lnTo>
                      <a:lnTo>
                        <a:pt x="2159" y="47161"/>
                      </a:lnTo>
                      <a:lnTo>
                        <a:pt x="6071" y="47198"/>
                      </a:lnTo>
                      <a:lnTo>
                        <a:pt x="6108" y="47198"/>
                      </a:lnTo>
                      <a:lnTo>
                        <a:pt x="6126" y="47143"/>
                      </a:lnTo>
                      <a:lnTo>
                        <a:pt x="6200" y="46977"/>
                      </a:lnTo>
                      <a:lnTo>
                        <a:pt x="6274" y="46718"/>
                      </a:lnTo>
                      <a:lnTo>
                        <a:pt x="6329" y="46386"/>
                      </a:lnTo>
                      <a:lnTo>
                        <a:pt x="6477" y="45519"/>
                      </a:lnTo>
                      <a:lnTo>
                        <a:pt x="6588" y="44541"/>
                      </a:lnTo>
                      <a:lnTo>
                        <a:pt x="6698" y="43508"/>
                      </a:lnTo>
                      <a:lnTo>
                        <a:pt x="6791" y="42585"/>
                      </a:lnTo>
                      <a:lnTo>
                        <a:pt x="6883" y="41478"/>
                      </a:lnTo>
                      <a:lnTo>
                        <a:pt x="6975" y="40021"/>
                      </a:lnTo>
                      <a:lnTo>
                        <a:pt x="7049" y="38563"/>
                      </a:lnTo>
                      <a:lnTo>
                        <a:pt x="7104" y="37106"/>
                      </a:lnTo>
                      <a:lnTo>
                        <a:pt x="7160" y="35648"/>
                      </a:lnTo>
                      <a:lnTo>
                        <a:pt x="7178" y="34485"/>
                      </a:lnTo>
                      <a:lnTo>
                        <a:pt x="7215" y="33323"/>
                      </a:lnTo>
                      <a:lnTo>
                        <a:pt x="7270" y="32161"/>
                      </a:lnTo>
                      <a:lnTo>
                        <a:pt x="7344" y="30998"/>
                      </a:lnTo>
                      <a:lnTo>
                        <a:pt x="7492" y="28655"/>
                      </a:lnTo>
                      <a:lnTo>
                        <a:pt x="7566" y="27493"/>
                      </a:lnTo>
                      <a:lnTo>
                        <a:pt x="7639" y="26330"/>
                      </a:lnTo>
                      <a:lnTo>
                        <a:pt x="7787" y="23581"/>
                      </a:lnTo>
                      <a:lnTo>
                        <a:pt x="7953" y="20832"/>
                      </a:lnTo>
                      <a:lnTo>
                        <a:pt x="8064" y="19448"/>
                      </a:lnTo>
                      <a:lnTo>
                        <a:pt x="8174" y="18083"/>
                      </a:lnTo>
                      <a:lnTo>
                        <a:pt x="8322" y="16699"/>
                      </a:lnTo>
                      <a:lnTo>
                        <a:pt x="8470" y="15333"/>
                      </a:lnTo>
                      <a:lnTo>
                        <a:pt x="8673" y="13710"/>
                      </a:lnTo>
                      <a:lnTo>
                        <a:pt x="8894" y="12068"/>
                      </a:lnTo>
                      <a:lnTo>
                        <a:pt x="9115" y="10444"/>
                      </a:lnTo>
                      <a:lnTo>
                        <a:pt x="9300" y="8802"/>
                      </a:lnTo>
                      <a:lnTo>
                        <a:pt x="9411" y="8045"/>
                      </a:lnTo>
                      <a:lnTo>
                        <a:pt x="9503" y="7252"/>
                      </a:lnTo>
                      <a:lnTo>
                        <a:pt x="9595" y="6440"/>
                      </a:lnTo>
                      <a:lnTo>
                        <a:pt x="9632" y="6034"/>
                      </a:lnTo>
                      <a:lnTo>
                        <a:pt x="9669" y="5647"/>
                      </a:lnTo>
                      <a:lnTo>
                        <a:pt x="9687" y="5241"/>
                      </a:lnTo>
                      <a:lnTo>
                        <a:pt x="9669" y="4835"/>
                      </a:lnTo>
                      <a:lnTo>
                        <a:pt x="9651" y="4429"/>
                      </a:lnTo>
                      <a:lnTo>
                        <a:pt x="9614" y="4041"/>
                      </a:lnTo>
                      <a:lnTo>
                        <a:pt x="9540" y="3654"/>
                      </a:lnTo>
                      <a:lnTo>
                        <a:pt x="9448" y="3285"/>
                      </a:lnTo>
                      <a:lnTo>
                        <a:pt x="9337" y="2916"/>
                      </a:lnTo>
                      <a:lnTo>
                        <a:pt x="9189" y="2547"/>
                      </a:lnTo>
                      <a:lnTo>
                        <a:pt x="8986" y="2178"/>
                      </a:lnTo>
                      <a:lnTo>
                        <a:pt x="8746" y="1846"/>
                      </a:lnTo>
                      <a:lnTo>
                        <a:pt x="8488" y="1514"/>
                      </a:lnTo>
                      <a:lnTo>
                        <a:pt x="8193" y="1219"/>
                      </a:lnTo>
                      <a:lnTo>
                        <a:pt x="7861" y="942"/>
                      </a:lnTo>
                      <a:lnTo>
                        <a:pt x="7529" y="720"/>
                      </a:lnTo>
                      <a:lnTo>
                        <a:pt x="7160" y="517"/>
                      </a:lnTo>
                      <a:lnTo>
                        <a:pt x="6772" y="351"/>
                      </a:lnTo>
                      <a:lnTo>
                        <a:pt x="6403" y="222"/>
                      </a:lnTo>
                      <a:lnTo>
                        <a:pt x="6034" y="148"/>
                      </a:lnTo>
                      <a:lnTo>
                        <a:pt x="5665" y="75"/>
                      </a:lnTo>
                      <a:lnTo>
                        <a:pt x="5278" y="38"/>
                      </a:lnTo>
                      <a:lnTo>
                        <a:pt x="4909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6" name="Google Shape;1156;p31"/>
                <p:cNvSpPr/>
                <p:nvPr/>
              </p:nvSpPr>
              <p:spPr>
                <a:xfrm>
                  <a:off x="8374198" y="3882439"/>
                  <a:ext cx="290779" cy="551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39" h="28507" extrusionOk="0">
                      <a:moveTo>
                        <a:pt x="8304" y="0"/>
                      </a:moveTo>
                      <a:lnTo>
                        <a:pt x="8027" y="19"/>
                      </a:lnTo>
                      <a:lnTo>
                        <a:pt x="7732" y="37"/>
                      </a:lnTo>
                      <a:lnTo>
                        <a:pt x="7437" y="74"/>
                      </a:lnTo>
                      <a:lnTo>
                        <a:pt x="7160" y="111"/>
                      </a:lnTo>
                      <a:lnTo>
                        <a:pt x="6883" y="166"/>
                      </a:lnTo>
                      <a:lnTo>
                        <a:pt x="6588" y="240"/>
                      </a:lnTo>
                      <a:lnTo>
                        <a:pt x="6329" y="332"/>
                      </a:lnTo>
                      <a:lnTo>
                        <a:pt x="6053" y="425"/>
                      </a:lnTo>
                      <a:lnTo>
                        <a:pt x="5794" y="517"/>
                      </a:lnTo>
                      <a:lnTo>
                        <a:pt x="5536" y="646"/>
                      </a:lnTo>
                      <a:lnTo>
                        <a:pt x="5278" y="775"/>
                      </a:lnTo>
                      <a:lnTo>
                        <a:pt x="5038" y="923"/>
                      </a:lnTo>
                      <a:lnTo>
                        <a:pt x="4798" y="1070"/>
                      </a:lnTo>
                      <a:lnTo>
                        <a:pt x="4558" y="1236"/>
                      </a:lnTo>
                      <a:lnTo>
                        <a:pt x="4337" y="1421"/>
                      </a:lnTo>
                      <a:lnTo>
                        <a:pt x="4115" y="1624"/>
                      </a:lnTo>
                      <a:lnTo>
                        <a:pt x="3912" y="1827"/>
                      </a:lnTo>
                      <a:lnTo>
                        <a:pt x="3709" y="2048"/>
                      </a:lnTo>
                      <a:lnTo>
                        <a:pt x="3525" y="2270"/>
                      </a:lnTo>
                      <a:lnTo>
                        <a:pt x="3340" y="2510"/>
                      </a:lnTo>
                      <a:lnTo>
                        <a:pt x="3174" y="2768"/>
                      </a:lnTo>
                      <a:lnTo>
                        <a:pt x="3027" y="3026"/>
                      </a:lnTo>
                      <a:lnTo>
                        <a:pt x="2879" y="3321"/>
                      </a:lnTo>
                      <a:lnTo>
                        <a:pt x="2602" y="3912"/>
                      </a:lnTo>
                      <a:lnTo>
                        <a:pt x="2381" y="4521"/>
                      </a:lnTo>
                      <a:lnTo>
                        <a:pt x="2178" y="5148"/>
                      </a:lnTo>
                      <a:lnTo>
                        <a:pt x="2012" y="5775"/>
                      </a:lnTo>
                      <a:lnTo>
                        <a:pt x="1864" y="6403"/>
                      </a:lnTo>
                      <a:lnTo>
                        <a:pt x="1735" y="7048"/>
                      </a:lnTo>
                      <a:lnTo>
                        <a:pt x="1643" y="7694"/>
                      </a:lnTo>
                      <a:lnTo>
                        <a:pt x="1551" y="8358"/>
                      </a:lnTo>
                      <a:lnTo>
                        <a:pt x="1422" y="9668"/>
                      </a:lnTo>
                      <a:lnTo>
                        <a:pt x="1311" y="10979"/>
                      </a:lnTo>
                      <a:lnTo>
                        <a:pt x="1200" y="12289"/>
                      </a:lnTo>
                      <a:lnTo>
                        <a:pt x="1145" y="12934"/>
                      </a:lnTo>
                      <a:lnTo>
                        <a:pt x="1053" y="13580"/>
                      </a:lnTo>
                      <a:lnTo>
                        <a:pt x="850" y="15204"/>
                      </a:lnTo>
                      <a:lnTo>
                        <a:pt x="665" y="16827"/>
                      </a:lnTo>
                      <a:lnTo>
                        <a:pt x="499" y="18451"/>
                      </a:lnTo>
                      <a:lnTo>
                        <a:pt x="370" y="20075"/>
                      </a:lnTo>
                      <a:lnTo>
                        <a:pt x="241" y="21717"/>
                      </a:lnTo>
                      <a:lnTo>
                        <a:pt x="148" y="23341"/>
                      </a:lnTo>
                      <a:lnTo>
                        <a:pt x="56" y="24983"/>
                      </a:lnTo>
                      <a:lnTo>
                        <a:pt x="1" y="26606"/>
                      </a:lnTo>
                      <a:lnTo>
                        <a:pt x="1" y="26828"/>
                      </a:lnTo>
                      <a:lnTo>
                        <a:pt x="1" y="27031"/>
                      </a:lnTo>
                      <a:lnTo>
                        <a:pt x="56" y="27234"/>
                      </a:lnTo>
                      <a:lnTo>
                        <a:pt x="93" y="27326"/>
                      </a:lnTo>
                      <a:lnTo>
                        <a:pt x="148" y="27418"/>
                      </a:lnTo>
                      <a:lnTo>
                        <a:pt x="204" y="27511"/>
                      </a:lnTo>
                      <a:lnTo>
                        <a:pt x="259" y="27566"/>
                      </a:lnTo>
                      <a:lnTo>
                        <a:pt x="407" y="27677"/>
                      </a:lnTo>
                      <a:lnTo>
                        <a:pt x="591" y="27787"/>
                      </a:lnTo>
                      <a:lnTo>
                        <a:pt x="757" y="27861"/>
                      </a:lnTo>
                      <a:lnTo>
                        <a:pt x="1237" y="28027"/>
                      </a:lnTo>
                      <a:lnTo>
                        <a:pt x="1735" y="28156"/>
                      </a:lnTo>
                      <a:lnTo>
                        <a:pt x="2233" y="28267"/>
                      </a:lnTo>
                      <a:lnTo>
                        <a:pt x="2732" y="28322"/>
                      </a:lnTo>
                      <a:lnTo>
                        <a:pt x="3248" y="28378"/>
                      </a:lnTo>
                      <a:lnTo>
                        <a:pt x="3765" y="28415"/>
                      </a:lnTo>
                      <a:lnTo>
                        <a:pt x="4780" y="28452"/>
                      </a:lnTo>
                      <a:lnTo>
                        <a:pt x="5942" y="28488"/>
                      </a:lnTo>
                      <a:lnTo>
                        <a:pt x="7104" y="28507"/>
                      </a:lnTo>
                      <a:lnTo>
                        <a:pt x="8248" y="28507"/>
                      </a:lnTo>
                      <a:lnTo>
                        <a:pt x="9411" y="28470"/>
                      </a:lnTo>
                      <a:lnTo>
                        <a:pt x="9983" y="28433"/>
                      </a:lnTo>
                      <a:lnTo>
                        <a:pt x="10555" y="28378"/>
                      </a:lnTo>
                      <a:lnTo>
                        <a:pt x="11127" y="28322"/>
                      </a:lnTo>
                      <a:lnTo>
                        <a:pt x="11699" y="28249"/>
                      </a:lnTo>
                      <a:lnTo>
                        <a:pt x="12271" y="28156"/>
                      </a:lnTo>
                      <a:lnTo>
                        <a:pt x="12824" y="28046"/>
                      </a:lnTo>
                      <a:lnTo>
                        <a:pt x="13378" y="27916"/>
                      </a:lnTo>
                      <a:lnTo>
                        <a:pt x="13931" y="27769"/>
                      </a:lnTo>
                      <a:lnTo>
                        <a:pt x="14208" y="27677"/>
                      </a:lnTo>
                      <a:lnTo>
                        <a:pt x="14485" y="27566"/>
                      </a:lnTo>
                      <a:lnTo>
                        <a:pt x="14596" y="27492"/>
                      </a:lnTo>
                      <a:lnTo>
                        <a:pt x="14706" y="27400"/>
                      </a:lnTo>
                      <a:lnTo>
                        <a:pt x="14817" y="27308"/>
                      </a:lnTo>
                      <a:lnTo>
                        <a:pt x="14891" y="27197"/>
                      </a:lnTo>
                      <a:lnTo>
                        <a:pt x="14946" y="27086"/>
                      </a:lnTo>
                      <a:lnTo>
                        <a:pt x="14983" y="26994"/>
                      </a:lnTo>
                      <a:lnTo>
                        <a:pt x="15038" y="26754"/>
                      </a:lnTo>
                      <a:lnTo>
                        <a:pt x="15038" y="26514"/>
                      </a:lnTo>
                      <a:lnTo>
                        <a:pt x="15038" y="26293"/>
                      </a:lnTo>
                      <a:lnTo>
                        <a:pt x="14651" y="10443"/>
                      </a:lnTo>
                      <a:lnTo>
                        <a:pt x="14614" y="8894"/>
                      </a:lnTo>
                      <a:lnTo>
                        <a:pt x="14614" y="8063"/>
                      </a:lnTo>
                      <a:lnTo>
                        <a:pt x="14577" y="7233"/>
                      </a:lnTo>
                      <a:lnTo>
                        <a:pt x="14522" y="6403"/>
                      </a:lnTo>
                      <a:lnTo>
                        <a:pt x="14485" y="5997"/>
                      </a:lnTo>
                      <a:lnTo>
                        <a:pt x="14429" y="5572"/>
                      </a:lnTo>
                      <a:lnTo>
                        <a:pt x="14356" y="5166"/>
                      </a:lnTo>
                      <a:lnTo>
                        <a:pt x="14282" y="4761"/>
                      </a:lnTo>
                      <a:lnTo>
                        <a:pt x="14190" y="4373"/>
                      </a:lnTo>
                      <a:lnTo>
                        <a:pt x="14079" y="3986"/>
                      </a:lnTo>
                      <a:lnTo>
                        <a:pt x="13913" y="3506"/>
                      </a:lnTo>
                      <a:lnTo>
                        <a:pt x="13728" y="3045"/>
                      </a:lnTo>
                      <a:lnTo>
                        <a:pt x="13507" y="2602"/>
                      </a:lnTo>
                      <a:lnTo>
                        <a:pt x="13230" y="2177"/>
                      </a:lnTo>
                      <a:lnTo>
                        <a:pt x="13027" y="1882"/>
                      </a:lnTo>
                      <a:lnTo>
                        <a:pt x="12769" y="1624"/>
                      </a:lnTo>
                      <a:lnTo>
                        <a:pt x="12511" y="1384"/>
                      </a:lnTo>
                      <a:lnTo>
                        <a:pt x="12215" y="1144"/>
                      </a:lnTo>
                      <a:lnTo>
                        <a:pt x="11920" y="960"/>
                      </a:lnTo>
                      <a:lnTo>
                        <a:pt x="11606" y="775"/>
                      </a:lnTo>
                      <a:lnTo>
                        <a:pt x="11274" y="609"/>
                      </a:lnTo>
                      <a:lnTo>
                        <a:pt x="10942" y="480"/>
                      </a:lnTo>
                      <a:lnTo>
                        <a:pt x="10647" y="369"/>
                      </a:lnTo>
                      <a:lnTo>
                        <a:pt x="10370" y="277"/>
                      </a:lnTo>
                      <a:lnTo>
                        <a:pt x="10075" y="203"/>
                      </a:lnTo>
                      <a:lnTo>
                        <a:pt x="9780" y="148"/>
                      </a:lnTo>
                      <a:lnTo>
                        <a:pt x="9485" y="92"/>
                      </a:lnTo>
                      <a:lnTo>
                        <a:pt x="9189" y="56"/>
                      </a:lnTo>
                      <a:lnTo>
                        <a:pt x="8894" y="19"/>
                      </a:lnTo>
                      <a:lnTo>
                        <a:pt x="859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7" name="Google Shape;1157;p31"/>
                <p:cNvSpPr/>
                <p:nvPr/>
              </p:nvSpPr>
              <p:spPr>
                <a:xfrm>
                  <a:off x="8494423" y="3805737"/>
                  <a:ext cx="82792" cy="115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2" h="5997" extrusionOk="0">
                      <a:moveTo>
                        <a:pt x="1772" y="0"/>
                      </a:moveTo>
                      <a:lnTo>
                        <a:pt x="1588" y="19"/>
                      </a:lnTo>
                      <a:lnTo>
                        <a:pt x="1495" y="37"/>
                      </a:lnTo>
                      <a:lnTo>
                        <a:pt x="1403" y="74"/>
                      </a:lnTo>
                      <a:lnTo>
                        <a:pt x="1237" y="166"/>
                      </a:lnTo>
                      <a:lnTo>
                        <a:pt x="1089" y="295"/>
                      </a:lnTo>
                      <a:lnTo>
                        <a:pt x="942" y="462"/>
                      </a:lnTo>
                      <a:lnTo>
                        <a:pt x="831" y="664"/>
                      </a:lnTo>
                      <a:lnTo>
                        <a:pt x="702" y="886"/>
                      </a:lnTo>
                      <a:lnTo>
                        <a:pt x="591" y="1126"/>
                      </a:lnTo>
                      <a:lnTo>
                        <a:pt x="499" y="1384"/>
                      </a:lnTo>
                      <a:lnTo>
                        <a:pt x="351" y="1901"/>
                      </a:lnTo>
                      <a:lnTo>
                        <a:pt x="222" y="2417"/>
                      </a:lnTo>
                      <a:lnTo>
                        <a:pt x="130" y="2860"/>
                      </a:lnTo>
                      <a:lnTo>
                        <a:pt x="75" y="3229"/>
                      </a:lnTo>
                      <a:lnTo>
                        <a:pt x="19" y="3617"/>
                      </a:lnTo>
                      <a:lnTo>
                        <a:pt x="1" y="4041"/>
                      </a:lnTo>
                      <a:lnTo>
                        <a:pt x="1" y="4244"/>
                      </a:lnTo>
                      <a:lnTo>
                        <a:pt x="19" y="4447"/>
                      </a:lnTo>
                      <a:lnTo>
                        <a:pt x="56" y="4650"/>
                      </a:lnTo>
                      <a:lnTo>
                        <a:pt x="93" y="4853"/>
                      </a:lnTo>
                      <a:lnTo>
                        <a:pt x="167" y="5037"/>
                      </a:lnTo>
                      <a:lnTo>
                        <a:pt x="241" y="5222"/>
                      </a:lnTo>
                      <a:lnTo>
                        <a:pt x="333" y="5369"/>
                      </a:lnTo>
                      <a:lnTo>
                        <a:pt x="462" y="5517"/>
                      </a:lnTo>
                      <a:lnTo>
                        <a:pt x="610" y="5646"/>
                      </a:lnTo>
                      <a:lnTo>
                        <a:pt x="776" y="5757"/>
                      </a:lnTo>
                      <a:lnTo>
                        <a:pt x="960" y="5849"/>
                      </a:lnTo>
                      <a:lnTo>
                        <a:pt x="1182" y="5905"/>
                      </a:lnTo>
                      <a:lnTo>
                        <a:pt x="1458" y="5941"/>
                      </a:lnTo>
                      <a:lnTo>
                        <a:pt x="1754" y="5978"/>
                      </a:lnTo>
                      <a:lnTo>
                        <a:pt x="2067" y="5997"/>
                      </a:lnTo>
                      <a:lnTo>
                        <a:pt x="2381" y="5997"/>
                      </a:lnTo>
                      <a:lnTo>
                        <a:pt x="2695" y="5960"/>
                      </a:lnTo>
                      <a:lnTo>
                        <a:pt x="2990" y="5905"/>
                      </a:lnTo>
                      <a:lnTo>
                        <a:pt x="3137" y="5868"/>
                      </a:lnTo>
                      <a:lnTo>
                        <a:pt x="3267" y="5812"/>
                      </a:lnTo>
                      <a:lnTo>
                        <a:pt x="3396" y="5738"/>
                      </a:lnTo>
                      <a:lnTo>
                        <a:pt x="3525" y="5665"/>
                      </a:lnTo>
                      <a:lnTo>
                        <a:pt x="3691" y="5517"/>
                      </a:lnTo>
                      <a:lnTo>
                        <a:pt x="3802" y="5406"/>
                      </a:lnTo>
                      <a:lnTo>
                        <a:pt x="3894" y="5277"/>
                      </a:lnTo>
                      <a:lnTo>
                        <a:pt x="3968" y="5130"/>
                      </a:lnTo>
                      <a:lnTo>
                        <a:pt x="4042" y="4982"/>
                      </a:lnTo>
                      <a:lnTo>
                        <a:pt x="4097" y="4816"/>
                      </a:lnTo>
                      <a:lnTo>
                        <a:pt x="4134" y="4650"/>
                      </a:lnTo>
                      <a:lnTo>
                        <a:pt x="4208" y="4299"/>
                      </a:lnTo>
                      <a:lnTo>
                        <a:pt x="4245" y="3930"/>
                      </a:lnTo>
                      <a:lnTo>
                        <a:pt x="4263" y="3580"/>
                      </a:lnTo>
                      <a:lnTo>
                        <a:pt x="4281" y="2934"/>
                      </a:lnTo>
                      <a:lnTo>
                        <a:pt x="4281" y="2565"/>
                      </a:lnTo>
                      <a:lnTo>
                        <a:pt x="4281" y="2177"/>
                      </a:lnTo>
                      <a:lnTo>
                        <a:pt x="4263" y="2011"/>
                      </a:lnTo>
                      <a:lnTo>
                        <a:pt x="4226" y="1827"/>
                      </a:lnTo>
                      <a:lnTo>
                        <a:pt x="4189" y="1642"/>
                      </a:lnTo>
                      <a:lnTo>
                        <a:pt x="4134" y="1458"/>
                      </a:lnTo>
                      <a:lnTo>
                        <a:pt x="4060" y="1273"/>
                      </a:lnTo>
                      <a:lnTo>
                        <a:pt x="3968" y="1107"/>
                      </a:lnTo>
                      <a:lnTo>
                        <a:pt x="3857" y="941"/>
                      </a:lnTo>
                      <a:lnTo>
                        <a:pt x="3746" y="794"/>
                      </a:lnTo>
                      <a:lnTo>
                        <a:pt x="3599" y="664"/>
                      </a:lnTo>
                      <a:lnTo>
                        <a:pt x="3451" y="535"/>
                      </a:lnTo>
                      <a:lnTo>
                        <a:pt x="3285" y="425"/>
                      </a:lnTo>
                      <a:lnTo>
                        <a:pt x="3119" y="314"/>
                      </a:lnTo>
                      <a:lnTo>
                        <a:pt x="2953" y="222"/>
                      </a:lnTo>
                      <a:lnTo>
                        <a:pt x="2768" y="148"/>
                      </a:lnTo>
                      <a:lnTo>
                        <a:pt x="2565" y="93"/>
                      </a:lnTo>
                      <a:lnTo>
                        <a:pt x="2381" y="37"/>
                      </a:lnTo>
                      <a:lnTo>
                        <a:pt x="2178" y="19"/>
                      </a:lnTo>
                      <a:lnTo>
                        <a:pt x="1975" y="0"/>
                      </a:lnTo>
                      <a:close/>
                    </a:path>
                  </a:pathLst>
                </a:custGeom>
                <a:solidFill>
                  <a:srgbClr val="D99D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8" name="Google Shape;1158;p31"/>
                <p:cNvSpPr/>
                <p:nvPr/>
              </p:nvSpPr>
              <p:spPr>
                <a:xfrm>
                  <a:off x="8462327" y="3726889"/>
                  <a:ext cx="37471" cy="61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8" h="3175" extrusionOk="0">
                      <a:moveTo>
                        <a:pt x="646" y="1"/>
                      </a:moveTo>
                      <a:lnTo>
                        <a:pt x="554" y="19"/>
                      </a:lnTo>
                      <a:lnTo>
                        <a:pt x="480" y="56"/>
                      </a:lnTo>
                      <a:lnTo>
                        <a:pt x="388" y="93"/>
                      </a:lnTo>
                      <a:lnTo>
                        <a:pt x="314" y="167"/>
                      </a:lnTo>
                      <a:lnTo>
                        <a:pt x="259" y="240"/>
                      </a:lnTo>
                      <a:lnTo>
                        <a:pt x="185" y="314"/>
                      </a:lnTo>
                      <a:lnTo>
                        <a:pt x="148" y="425"/>
                      </a:lnTo>
                      <a:lnTo>
                        <a:pt x="56" y="646"/>
                      </a:lnTo>
                      <a:lnTo>
                        <a:pt x="19" y="905"/>
                      </a:lnTo>
                      <a:lnTo>
                        <a:pt x="0" y="1200"/>
                      </a:lnTo>
                      <a:lnTo>
                        <a:pt x="19" y="1495"/>
                      </a:lnTo>
                      <a:lnTo>
                        <a:pt x="92" y="1827"/>
                      </a:lnTo>
                      <a:lnTo>
                        <a:pt x="185" y="2141"/>
                      </a:lnTo>
                      <a:lnTo>
                        <a:pt x="314" y="2418"/>
                      </a:lnTo>
                      <a:lnTo>
                        <a:pt x="461" y="2658"/>
                      </a:lnTo>
                      <a:lnTo>
                        <a:pt x="646" y="2861"/>
                      </a:lnTo>
                      <a:lnTo>
                        <a:pt x="812" y="3027"/>
                      </a:lnTo>
                      <a:lnTo>
                        <a:pt x="904" y="3082"/>
                      </a:lnTo>
                      <a:lnTo>
                        <a:pt x="1015" y="3137"/>
                      </a:lnTo>
                      <a:lnTo>
                        <a:pt x="1107" y="3174"/>
                      </a:lnTo>
                      <a:lnTo>
                        <a:pt x="1384" y="3174"/>
                      </a:lnTo>
                      <a:lnTo>
                        <a:pt x="1476" y="3137"/>
                      </a:lnTo>
                      <a:lnTo>
                        <a:pt x="1550" y="3082"/>
                      </a:lnTo>
                      <a:lnTo>
                        <a:pt x="1624" y="3027"/>
                      </a:lnTo>
                      <a:lnTo>
                        <a:pt x="1698" y="2953"/>
                      </a:lnTo>
                      <a:lnTo>
                        <a:pt x="1753" y="2861"/>
                      </a:lnTo>
                      <a:lnTo>
                        <a:pt x="1808" y="2768"/>
                      </a:lnTo>
                      <a:lnTo>
                        <a:pt x="1882" y="2547"/>
                      </a:lnTo>
                      <a:lnTo>
                        <a:pt x="1938" y="2289"/>
                      </a:lnTo>
                      <a:lnTo>
                        <a:pt x="1938" y="1993"/>
                      </a:lnTo>
                      <a:lnTo>
                        <a:pt x="1919" y="1680"/>
                      </a:lnTo>
                      <a:lnTo>
                        <a:pt x="1845" y="1366"/>
                      </a:lnTo>
                      <a:lnTo>
                        <a:pt x="1753" y="1052"/>
                      </a:lnTo>
                      <a:lnTo>
                        <a:pt x="1624" y="776"/>
                      </a:lnTo>
                      <a:lnTo>
                        <a:pt x="1476" y="517"/>
                      </a:lnTo>
                      <a:lnTo>
                        <a:pt x="1310" y="314"/>
                      </a:lnTo>
                      <a:lnTo>
                        <a:pt x="1126" y="167"/>
                      </a:lnTo>
                      <a:lnTo>
                        <a:pt x="1033" y="93"/>
                      </a:lnTo>
                      <a:lnTo>
                        <a:pt x="941" y="56"/>
                      </a:lnTo>
                      <a:lnTo>
                        <a:pt x="849" y="19"/>
                      </a:lnTo>
                      <a:lnTo>
                        <a:pt x="757" y="1"/>
                      </a:lnTo>
                      <a:close/>
                    </a:path>
                  </a:pathLst>
                </a:custGeom>
                <a:solidFill>
                  <a:srgbClr val="FAB5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9" name="Google Shape;1159;p31"/>
                <p:cNvSpPr/>
                <p:nvPr/>
              </p:nvSpPr>
              <p:spPr>
                <a:xfrm>
                  <a:off x="8238292" y="4012641"/>
                  <a:ext cx="212994" cy="4555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16" h="23563" extrusionOk="0">
                      <a:moveTo>
                        <a:pt x="7085" y="1"/>
                      </a:moveTo>
                      <a:lnTo>
                        <a:pt x="6864" y="19"/>
                      </a:lnTo>
                      <a:lnTo>
                        <a:pt x="6624" y="75"/>
                      </a:lnTo>
                      <a:lnTo>
                        <a:pt x="6384" y="148"/>
                      </a:lnTo>
                      <a:lnTo>
                        <a:pt x="6144" y="278"/>
                      </a:lnTo>
                      <a:lnTo>
                        <a:pt x="5904" y="407"/>
                      </a:lnTo>
                      <a:lnTo>
                        <a:pt x="5664" y="573"/>
                      </a:lnTo>
                      <a:lnTo>
                        <a:pt x="5425" y="776"/>
                      </a:lnTo>
                      <a:lnTo>
                        <a:pt x="5185" y="979"/>
                      </a:lnTo>
                      <a:lnTo>
                        <a:pt x="4945" y="1219"/>
                      </a:lnTo>
                      <a:lnTo>
                        <a:pt x="4705" y="1477"/>
                      </a:lnTo>
                      <a:lnTo>
                        <a:pt x="4465" y="1754"/>
                      </a:lnTo>
                      <a:lnTo>
                        <a:pt x="3967" y="2344"/>
                      </a:lnTo>
                      <a:lnTo>
                        <a:pt x="3506" y="3008"/>
                      </a:lnTo>
                      <a:lnTo>
                        <a:pt x="3044" y="3691"/>
                      </a:lnTo>
                      <a:lnTo>
                        <a:pt x="2602" y="4411"/>
                      </a:lnTo>
                      <a:lnTo>
                        <a:pt x="2177" y="5149"/>
                      </a:lnTo>
                      <a:lnTo>
                        <a:pt x="1790" y="5887"/>
                      </a:lnTo>
                      <a:lnTo>
                        <a:pt x="1402" y="6606"/>
                      </a:lnTo>
                      <a:lnTo>
                        <a:pt x="1089" y="7234"/>
                      </a:lnTo>
                      <a:lnTo>
                        <a:pt x="793" y="7879"/>
                      </a:lnTo>
                      <a:lnTo>
                        <a:pt x="498" y="8525"/>
                      </a:lnTo>
                      <a:lnTo>
                        <a:pt x="221" y="9171"/>
                      </a:lnTo>
                      <a:lnTo>
                        <a:pt x="111" y="9448"/>
                      </a:lnTo>
                      <a:lnTo>
                        <a:pt x="55" y="9577"/>
                      </a:lnTo>
                      <a:lnTo>
                        <a:pt x="18" y="9706"/>
                      </a:lnTo>
                      <a:lnTo>
                        <a:pt x="0" y="9817"/>
                      </a:lnTo>
                      <a:lnTo>
                        <a:pt x="0" y="9946"/>
                      </a:lnTo>
                      <a:lnTo>
                        <a:pt x="18" y="10093"/>
                      </a:lnTo>
                      <a:lnTo>
                        <a:pt x="55" y="10241"/>
                      </a:lnTo>
                      <a:lnTo>
                        <a:pt x="166" y="10592"/>
                      </a:lnTo>
                      <a:lnTo>
                        <a:pt x="295" y="10942"/>
                      </a:lnTo>
                      <a:lnTo>
                        <a:pt x="590" y="11606"/>
                      </a:lnTo>
                      <a:lnTo>
                        <a:pt x="886" y="12252"/>
                      </a:lnTo>
                      <a:lnTo>
                        <a:pt x="1218" y="12880"/>
                      </a:lnTo>
                      <a:lnTo>
                        <a:pt x="1587" y="13488"/>
                      </a:lnTo>
                      <a:lnTo>
                        <a:pt x="1956" y="14079"/>
                      </a:lnTo>
                      <a:lnTo>
                        <a:pt x="2362" y="14669"/>
                      </a:lnTo>
                      <a:lnTo>
                        <a:pt x="2768" y="15260"/>
                      </a:lnTo>
                      <a:lnTo>
                        <a:pt x="3192" y="15813"/>
                      </a:lnTo>
                      <a:lnTo>
                        <a:pt x="3635" y="16385"/>
                      </a:lnTo>
                      <a:lnTo>
                        <a:pt x="4299" y="17271"/>
                      </a:lnTo>
                      <a:lnTo>
                        <a:pt x="4945" y="18156"/>
                      </a:lnTo>
                      <a:lnTo>
                        <a:pt x="6218" y="19983"/>
                      </a:lnTo>
                      <a:lnTo>
                        <a:pt x="6532" y="20389"/>
                      </a:lnTo>
                      <a:lnTo>
                        <a:pt x="6864" y="20813"/>
                      </a:lnTo>
                      <a:lnTo>
                        <a:pt x="7177" y="21238"/>
                      </a:lnTo>
                      <a:lnTo>
                        <a:pt x="7510" y="21662"/>
                      </a:lnTo>
                      <a:lnTo>
                        <a:pt x="7805" y="22105"/>
                      </a:lnTo>
                      <a:lnTo>
                        <a:pt x="7934" y="22326"/>
                      </a:lnTo>
                      <a:lnTo>
                        <a:pt x="8063" y="22566"/>
                      </a:lnTo>
                      <a:lnTo>
                        <a:pt x="8174" y="22788"/>
                      </a:lnTo>
                      <a:lnTo>
                        <a:pt x="8284" y="23028"/>
                      </a:lnTo>
                      <a:lnTo>
                        <a:pt x="8358" y="23286"/>
                      </a:lnTo>
                      <a:lnTo>
                        <a:pt x="8432" y="23526"/>
                      </a:lnTo>
                      <a:lnTo>
                        <a:pt x="8598" y="23544"/>
                      </a:lnTo>
                      <a:lnTo>
                        <a:pt x="8764" y="23563"/>
                      </a:lnTo>
                      <a:lnTo>
                        <a:pt x="9096" y="23544"/>
                      </a:lnTo>
                      <a:lnTo>
                        <a:pt x="9428" y="23470"/>
                      </a:lnTo>
                      <a:lnTo>
                        <a:pt x="9761" y="23378"/>
                      </a:lnTo>
                      <a:lnTo>
                        <a:pt x="10074" y="23249"/>
                      </a:lnTo>
                      <a:lnTo>
                        <a:pt x="10388" y="23101"/>
                      </a:lnTo>
                      <a:lnTo>
                        <a:pt x="10683" y="22935"/>
                      </a:lnTo>
                      <a:lnTo>
                        <a:pt x="10978" y="22751"/>
                      </a:lnTo>
                      <a:lnTo>
                        <a:pt x="11015" y="22714"/>
                      </a:lnTo>
                      <a:lnTo>
                        <a:pt x="11015" y="22677"/>
                      </a:lnTo>
                      <a:lnTo>
                        <a:pt x="10997" y="22622"/>
                      </a:lnTo>
                      <a:lnTo>
                        <a:pt x="10941" y="22585"/>
                      </a:lnTo>
                      <a:lnTo>
                        <a:pt x="10886" y="22548"/>
                      </a:lnTo>
                      <a:lnTo>
                        <a:pt x="10683" y="22437"/>
                      </a:lnTo>
                      <a:lnTo>
                        <a:pt x="10499" y="22308"/>
                      </a:lnTo>
                      <a:lnTo>
                        <a:pt x="10351" y="22160"/>
                      </a:lnTo>
                      <a:lnTo>
                        <a:pt x="10222" y="21976"/>
                      </a:lnTo>
                      <a:lnTo>
                        <a:pt x="10093" y="21791"/>
                      </a:lnTo>
                      <a:lnTo>
                        <a:pt x="10000" y="21607"/>
                      </a:lnTo>
                      <a:lnTo>
                        <a:pt x="9816" y="21182"/>
                      </a:lnTo>
                      <a:lnTo>
                        <a:pt x="9318" y="20075"/>
                      </a:lnTo>
                      <a:lnTo>
                        <a:pt x="8783" y="18968"/>
                      </a:lnTo>
                      <a:lnTo>
                        <a:pt x="8248" y="17917"/>
                      </a:lnTo>
                      <a:lnTo>
                        <a:pt x="7694" y="16846"/>
                      </a:lnTo>
                      <a:lnTo>
                        <a:pt x="6569" y="14743"/>
                      </a:lnTo>
                      <a:lnTo>
                        <a:pt x="4613" y="11108"/>
                      </a:lnTo>
                      <a:lnTo>
                        <a:pt x="4428" y="10739"/>
                      </a:lnTo>
                      <a:lnTo>
                        <a:pt x="4336" y="10573"/>
                      </a:lnTo>
                      <a:lnTo>
                        <a:pt x="4281" y="10407"/>
                      </a:lnTo>
                      <a:lnTo>
                        <a:pt x="4225" y="10259"/>
                      </a:lnTo>
                      <a:lnTo>
                        <a:pt x="4225" y="10075"/>
                      </a:lnTo>
                      <a:lnTo>
                        <a:pt x="4244" y="9872"/>
                      </a:lnTo>
                      <a:lnTo>
                        <a:pt x="4299" y="9669"/>
                      </a:lnTo>
                      <a:lnTo>
                        <a:pt x="4373" y="9485"/>
                      </a:lnTo>
                      <a:lnTo>
                        <a:pt x="4447" y="9318"/>
                      </a:lnTo>
                      <a:lnTo>
                        <a:pt x="4631" y="9005"/>
                      </a:lnTo>
                      <a:lnTo>
                        <a:pt x="4853" y="8691"/>
                      </a:lnTo>
                      <a:lnTo>
                        <a:pt x="5074" y="8396"/>
                      </a:lnTo>
                      <a:lnTo>
                        <a:pt x="7842" y="4374"/>
                      </a:lnTo>
                      <a:lnTo>
                        <a:pt x="8118" y="3986"/>
                      </a:lnTo>
                      <a:lnTo>
                        <a:pt x="8377" y="3636"/>
                      </a:lnTo>
                      <a:lnTo>
                        <a:pt x="8506" y="3433"/>
                      </a:lnTo>
                      <a:lnTo>
                        <a:pt x="8598" y="3248"/>
                      </a:lnTo>
                      <a:lnTo>
                        <a:pt x="8690" y="3027"/>
                      </a:lnTo>
                      <a:lnTo>
                        <a:pt x="8783" y="2787"/>
                      </a:lnTo>
                      <a:lnTo>
                        <a:pt x="8838" y="2547"/>
                      </a:lnTo>
                      <a:lnTo>
                        <a:pt x="8856" y="2326"/>
                      </a:lnTo>
                      <a:lnTo>
                        <a:pt x="8875" y="2086"/>
                      </a:lnTo>
                      <a:lnTo>
                        <a:pt x="8875" y="1846"/>
                      </a:lnTo>
                      <a:lnTo>
                        <a:pt x="8838" y="1624"/>
                      </a:lnTo>
                      <a:lnTo>
                        <a:pt x="8783" y="1385"/>
                      </a:lnTo>
                      <a:lnTo>
                        <a:pt x="8690" y="1182"/>
                      </a:lnTo>
                      <a:lnTo>
                        <a:pt x="8561" y="960"/>
                      </a:lnTo>
                      <a:lnTo>
                        <a:pt x="8377" y="702"/>
                      </a:lnTo>
                      <a:lnTo>
                        <a:pt x="8174" y="481"/>
                      </a:lnTo>
                      <a:lnTo>
                        <a:pt x="7971" y="314"/>
                      </a:lnTo>
                      <a:lnTo>
                        <a:pt x="7749" y="167"/>
                      </a:lnTo>
                      <a:lnTo>
                        <a:pt x="7528" y="75"/>
                      </a:lnTo>
                      <a:lnTo>
                        <a:pt x="7307" y="19"/>
                      </a:lnTo>
                      <a:lnTo>
                        <a:pt x="7085" y="1"/>
                      </a:lnTo>
                      <a:close/>
                    </a:path>
                  </a:pathLst>
                </a:custGeom>
                <a:solidFill>
                  <a:srgbClr val="FAB5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0" name="Google Shape;1160;p31"/>
                <p:cNvSpPr/>
                <p:nvPr/>
              </p:nvSpPr>
              <p:spPr>
                <a:xfrm>
                  <a:off x="8311050" y="3911693"/>
                  <a:ext cx="198744" cy="2094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79" h="10831" extrusionOk="0">
                      <a:moveTo>
                        <a:pt x="7511" y="0"/>
                      </a:moveTo>
                      <a:lnTo>
                        <a:pt x="7252" y="19"/>
                      </a:lnTo>
                      <a:lnTo>
                        <a:pt x="7012" y="56"/>
                      </a:lnTo>
                      <a:lnTo>
                        <a:pt x="6754" y="111"/>
                      </a:lnTo>
                      <a:lnTo>
                        <a:pt x="6514" y="166"/>
                      </a:lnTo>
                      <a:lnTo>
                        <a:pt x="6256" y="240"/>
                      </a:lnTo>
                      <a:lnTo>
                        <a:pt x="5998" y="332"/>
                      </a:lnTo>
                      <a:lnTo>
                        <a:pt x="5758" y="443"/>
                      </a:lnTo>
                      <a:lnTo>
                        <a:pt x="5499" y="554"/>
                      </a:lnTo>
                      <a:lnTo>
                        <a:pt x="5020" y="794"/>
                      </a:lnTo>
                      <a:lnTo>
                        <a:pt x="4558" y="1089"/>
                      </a:lnTo>
                      <a:lnTo>
                        <a:pt x="4116" y="1402"/>
                      </a:lnTo>
                      <a:lnTo>
                        <a:pt x="3710" y="1735"/>
                      </a:lnTo>
                      <a:lnTo>
                        <a:pt x="3341" y="2067"/>
                      </a:lnTo>
                      <a:lnTo>
                        <a:pt x="3009" y="2417"/>
                      </a:lnTo>
                      <a:lnTo>
                        <a:pt x="2713" y="2768"/>
                      </a:lnTo>
                      <a:lnTo>
                        <a:pt x="2363" y="3211"/>
                      </a:lnTo>
                      <a:lnTo>
                        <a:pt x="1994" y="3653"/>
                      </a:lnTo>
                      <a:lnTo>
                        <a:pt x="1625" y="4115"/>
                      </a:lnTo>
                      <a:lnTo>
                        <a:pt x="1274" y="4576"/>
                      </a:lnTo>
                      <a:lnTo>
                        <a:pt x="924" y="5037"/>
                      </a:lnTo>
                      <a:lnTo>
                        <a:pt x="591" y="5535"/>
                      </a:lnTo>
                      <a:lnTo>
                        <a:pt x="444" y="5775"/>
                      </a:lnTo>
                      <a:lnTo>
                        <a:pt x="315" y="6034"/>
                      </a:lnTo>
                      <a:lnTo>
                        <a:pt x="186" y="6292"/>
                      </a:lnTo>
                      <a:lnTo>
                        <a:pt x="75" y="6550"/>
                      </a:lnTo>
                      <a:lnTo>
                        <a:pt x="19" y="6716"/>
                      </a:lnTo>
                      <a:lnTo>
                        <a:pt x="1" y="6790"/>
                      </a:lnTo>
                      <a:lnTo>
                        <a:pt x="19" y="6864"/>
                      </a:lnTo>
                      <a:lnTo>
                        <a:pt x="56" y="6956"/>
                      </a:lnTo>
                      <a:lnTo>
                        <a:pt x="112" y="7030"/>
                      </a:lnTo>
                      <a:lnTo>
                        <a:pt x="241" y="7159"/>
                      </a:lnTo>
                      <a:lnTo>
                        <a:pt x="887" y="7676"/>
                      </a:lnTo>
                      <a:lnTo>
                        <a:pt x="1551" y="8192"/>
                      </a:lnTo>
                      <a:lnTo>
                        <a:pt x="2234" y="8672"/>
                      </a:lnTo>
                      <a:lnTo>
                        <a:pt x="2916" y="9133"/>
                      </a:lnTo>
                      <a:lnTo>
                        <a:pt x="3617" y="9595"/>
                      </a:lnTo>
                      <a:lnTo>
                        <a:pt x="4337" y="10019"/>
                      </a:lnTo>
                      <a:lnTo>
                        <a:pt x="5057" y="10443"/>
                      </a:lnTo>
                      <a:lnTo>
                        <a:pt x="5795" y="10831"/>
                      </a:lnTo>
                      <a:lnTo>
                        <a:pt x="6108" y="10296"/>
                      </a:lnTo>
                      <a:lnTo>
                        <a:pt x="6883" y="9115"/>
                      </a:lnTo>
                      <a:lnTo>
                        <a:pt x="7695" y="7860"/>
                      </a:lnTo>
                      <a:lnTo>
                        <a:pt x="8027" y="7399"/>
                      </a:lnTo>
                      <a:lnTo>
                        <a:pt x="8212" y="7122"/>
                      </a:lnTo>
                      <a:lnTo>
                        <a:pt x="8544" y="6735"/>
                      </a:lnTo>
                      <a:lnTo>
                        <a:pt x="8876" y="6292"/>
                      </a:lnTo>
                      <a:lnTo>
                        <a:pt x="9208" y="5775"/>
                      </a:lnTo>
                      <a:lnTo>
                        <a:pt x="9522" y="5222"/>
                      </a:lnTo>
                      <a:lnTo>
                        <a:pt x="9669" y="4927"/>
                      </a:lnTo>
                      <a:lnTo>
                        <a:pt x="9798" y="4631"/>
                      </a:lnTo>
                      <a:lnTo>
                        <a:pt x="9928" y="4336"/>
                      </a:lnTo>
                      <a:lnTo>
                        <a:pt x="10020" y="4041"/>
                      </a:lnTo>
                      <a:lnTo>
                        <a:pt x="10112" y="3727"/>
                      </a:lnTo>
                      <a:lnTo>
                        <a:pt x="10186" y="3432"/>
                      </a:lnTo>
                      <a:lnTo>
                        <a:pt x="10241" y="3118"/>
                      </a:lnTo>
                      <a:lnTo>
                        <a:pt x="10278" y="2823"/>
                      </a:lnTo>
                      <a:lnTo>
                        <a:pt x="10278" y="2565"/>
                      </a:lnTo>
                      <a:lnTo>
                        <a:pt x="10278" y="2307"/>
                      </a:lnTo>
                      <a:lnTo>
                        <a:pt x="10241" y="2067"/>
                      </a:lnTo>
                      <a:lnTo>
                        <a:pt x="10186" y="1827"/>
                      </a:lnTo>
                      <a:lnTo>
                        <a:pt x="10094" y="1587"/>
                      </a:lnTo>
                      <a:lnTo>
                        <a:pt x="10001" y="1366"/>
                      </a:lnTo>
                      <a:lnTo>
                        <a:pt x="9872" y="1144"/>
                      </a:lnTo>
                      <a:lnTo>
                        <a:pt x="9706" y="941"/>
                      </a:lnTo>
                      <a:lnTo>
                        <a:pt x="9522" y="738"/>
                      </a:lnTo>
                      <a:lnTo>
                        <a:pt x="9319" y="572"/>
                      </a:lnTo>
                      <a:lnTo>
                        <a:pt x="9116" y="425"/>
                      </a:lnTo>
                      <a:lnTo>
                        <a:pt x="8913" y="295"/>
                      </a:lnTo>
                      <a:lnTo>
                        <a:pt x="8691" y="203"/>
                      </a:lnTo>
                      <a:lnTo>
                        <a:pt x="8470" y="129"/>
                      </a:lnTo>
                      <a:lnTo>
                        <a:pt x="8230" y="74"/>
                      </a:lnTo>
                      <a:lnTo>
                        <a:pt x="7990" y="19"/>
                      </a:lnTo>
                      <a:lnTo>
                        <a:pt x="775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1" name="Google Shape;1161;p31"/>
                <p:cNvSpPr/>
                <p:nvPr/>
              </p:nvSpPr>
              <p:spPr>
                <a:xfrm>
                  <a:off x="8404534" y="3538875"/>
                  <a:ext cx="295052" cy="290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60" h="15021" extrusionOk="0">
                      <a:moveTo>
                        <a:pt x="10739" y="1"/>
                      </a:moveTo>
                      <a:lnTo>
                        <a:pt x="10517" y="38"/>
                      </a:lnTo>
                      <a:lnTo>
                        <a:pt x="10314" y="75"/>
                      </a:lnTo>
                      <a:lnTo>
                        <a:pt x="10093" y="149"/>
                      </a:lnTo>
                      <a:lnTo>
                        <a:pt x="9890" y="222"/>
                      </a:lnTo>
                      <a:lnTo>
                        <a:pt x="9705" y="333"/>
                      </a:lnTo>
                      <a:lnTo>
                        <a:pt x="9521" y="462"/>
                      </a:lnTo>
                      <a:lnTo>
                        <a:pt x="9373" y="573"/>
                      </a:lnTo>
                      <a:lnTo>
                        <a:pt x="9226" y="702"/>
                      </a:lnTo>
                      <a:lnTo>
                        <a:pt x="8949" y="960"/>
                      </a:lnTo>
                      <a:lnTo>
                        <a:pt x="8801" y="1090"/>
                      </a:lnTo>
                      <a:lnTo>
                        <a:pt x="8635" y="1182"/>
                      </a:lnTo>
                      <a:lnTo>
                        <a:pt x="8488" y="1274"/>
                      </a:lnTo>
                      <a:lnTo>
                        <a:pt x="8340" y="1348"/>
                      </a:lnTo>
                      <a:lnTo>
                        <a:pt x="8026" y="1477"/>
                      </a:lnTo>
                      <a:lnTo>
                        <a:pt x="7713" y="1551"/>
                      </a:lnTo>
                      <a:lnTo>
                        <a:pt x="7399" y="1606"/>
                      </a:lnTo>
                      <a:lnTo>
                        <a:pt x="7067" y="1625"/>
                      </a:lnTo>
                      <a:lnTo>
                        <a:pt x="6735" y="1606"/>
                      </a:lnTo>
                      <a:lnTo>
                        <a:pt x="6421" y="1588"/>
                      </a:lnTo>
                      <a:lnTo>
                        <a:pt x="5738" y="1532"/>
                      </a:lnTo>
                      <a:lnTo>
                        <a:pt x="5406" y="1514"/>
                      </a:lnTo>
                      <a:lnTo>
                        <a:pt x="5074" y="1496"/>
                      </a:lnTo>
                      <a:lnTo>
                        <a:pt x="4742" y="1496"/>
                      </a:lnTo>
                      <a:lnTo>
                        <a:pt x="4410" y="1514"/>
                      </a:lnTo>
                      <a:lnTo>
                        <a:pt x="4078" y="1569"/>
                      </a:lnTo>
                      <a:lnTo>
                        <a:pt x="3746" y="1643"/>
                      </a:lnTo>
                      <a:lnTo>
                        <a:pt x="3469" y="1754"/>
                      </a:lnTo>
                      <a:lnTo>
                        <a:pt x="3211" y="1883"/>
                      </a:lnTo>
                      <a:lnTo>
                        <a:pt x="2971" y="2031"/>
                      </a:lnTo>
                      <a:lnTo>
                        <a:pt x="2749" y="2197"/>
                      </a:lnTo>
                      <a:lnTo>
                        <a:pt x="2546" y="2400"/>
                      </a:lnTo>
                      <a:lnTo>
                        <a:pt x="2362" y="2621"/>
                      </a:lnTo>
                      <a:lnTo>
                        <a:pt x="2214" y="2861"/>
                      </a:lnTo>
                      <a:lnTo>
                        <a:pt x="2104" y="3138"/>
                      </a:lnTo>
                      <a:lnTo>
                        <a:pt x="2030" y="3414"/>
                      </a:lnTo>
                      <a:lnTo>
                        <a:pt x="1974" y="3728"/>
                      </a:lnTo>
                      <a:lnTo>
                        <a:pt x="1919" y="4337"/>
                      </a:lnTo>
                      <a:lnTo>
                        <a:pt x="1882" y="4614"/>
                      </a:lnTo>
                      <a:lnTo>
                        <a:pt x="1808" y="4872"/>
                      </a:lnTo>
                      <a:lnTo>
                        <a:pt x="1716" y="5167"/>
                      </a:lnTo>
                      <a:lnTo>
                        <a:pt x="1568" y="5444"/>
                      </a:lnTo>
                      <a:lnTo>
                        <a:pt x="1402" y="5702"/>
                      </a:lnTo>
                      <a:lnTo>
                        <a:pt x="1236" y="5961"/>
                      </a:lnTo>
                      <a:lnTo>
                        <a:pt x="849" y="6440"/>
                      </a:lnTo>
                      <a:lnTo>
                        <a:pt x="646" y="6680"/>
                      </a:lnTo>
                      <a:lnTo>
                        <a:pt x="461" y="6920"/>
                      </a:lnTo>
                      <a:lnTo>
                        <a:pt x="332" y="7141"/>
                      </a:lnTo>
                      <a:lnTo>
                        <a:pt x="222" y="7363"/>
                      </a:lnTo>
                      <a:lnTo>
                        <a:pt x="129" y="7621"/>
                      </a:lnTo>
                      <a:lnTo>
                        <a:pt x="56" y="7861"/>
                      </a:lnTo>
                      <a:lnTo>
                        <a:pt x="19" y="8119"/>
                      </a:lnTo>
                      <a:lnTo>
                        <a:pt x="0" y="8378"/>
                      </a:lnTo>
                      <a:lnTo>
                        <a:pt x="0" y="8636"/>
                      </a:lnTo>
                      <a:lnTo>
                        <a:pt x="19" y="8894"/>
                      </a:lnTo>
                      <a:lnTo>
                        <a:pt x="56" y="9171"/>
                      </a:lnTo>
                      <a:lnTo>
                        <a:pt x="92" y="9448"/>
                      </a:lnTo>
                      <a:lnTo>
                        <a:pt x="166" y="9706"/>
                      </a:lnTo>
                      <a:lnTo>
                        <a:pt x="240" y="9983"/>
                      </a:lnTo>
                      <a:lnTo>
                        <a:pt x="332" y="10241"/>
                      </a:lnTo>
                      <a:lnTo>
                        <a:pt x="425" y="10518"/>
                      </a:lnTo>
                      <a:lnTo>
                        <a:pt x="664" y="11016"/>
                      </a:lnTo>
                      <a:lnTo>
                        <a:pt x="941" y="11514"/>
                      </a:lnTo>
                      <a:lnTo>
                        <a:pt x="1236" y="11994"/>
                      </a:lnTo>
                      <a:lnTo>
                        <a:pt x="1550" y="12455"/>
                      </a:lnTo>
                      <a:lnTo>
                        <a:pt x="1882" y="12898"/>
                      </a:lnTo>
                      <a:lnTo>
                        <a:pt x="2196" y="13286"/>
                      </a:lnTo>
                      <a:lnTo>
                        <a:pt x="2380" y="13452"/>
                      </a:lnTo>
                      <a:lnTo>
                        <a:pt x="2565" y="13618"/>
                      </a:lnTo>
                      <a:lnTo>
                        <a:pt x="2805" y="13747"/>
                      </a:lnTo>
                      <a:lnTo>
                        <a:pt x="3081" y="13858"/>
                      </a:lnTo>
                      <a:lnTo>
                        <a:pt x="3617" y="14061"/>
                      </a:lnTo>
                      <a:lnTo>
                        <a:pt x="4336" y="14319"/>
                      </a:lnTo>
                      <a:lnTo>
                        <a:pt x="5074" y="14540"/>
                      </a:lnTo>
                      <a:lnTo>
                        <a:pt x="5831" y="14725"/>
                      </a:lnTo>
                      <a:lnTo>
                        <a:pt x="6587" y="14854"/>
                      </a:lnTo>
                      <a:lnTo>
                        <a:pt x="7325" y="14946"/>
                      </a:lnTo>
                      <a:lnTo>
                        <a:pt x="8082" y="15020"/>
                      </a:lnTo>
                      <a:lnTo>
                        <a:pt x="8248" y="15020"/>
                      </a:lnTo>
                      <a:lnTo>
                        <a:pt x="8432" y="14983"/>
                      </a:lnTo>
                      <a:lnTo>
                        <a:pt x="8598" y="14946"/>
                      </a:lnTo>
                      <a:lnTo>
                        <a:pt x="8764" y="14891"/>
                      </a:lnTo>
                      <a:lnTo>
                        <a:pt x="9096" y="14762"/>
                      </a:lnTo>
                      <a:lnTo>
                        <a:pt x="9429" y="14614"/>
                      </a:lnTo>
                      <a:lnTo>
                        <a:pt x="9779" y="14448"/>
                      </a:lnTo>
                      <a:lnTo>
                        <a:pt x="10130" y="14264"/>
                      </a:lnTo>
                      <a:lnTo>
                        <a:pt x="10462" y="14061"/>
                      </a:lnTo>
                      <a:lnTo>
                        <a:pt x="10794" y="13821"/>
                      </a:lnTo>
                      <a:lnTo>
                        <a:pt x="11108" y="13526"/>
                      </a:lnTo>
                      <a:lnTo>
                        <a:pt x="11384" y="13212"/>
                      </a:lnTo>
                      <a:lnTo>
                        <a:pt x="11661" y="12898"/>
                      </a:lnTo>
                      <a:lnTo>
                        <a:pt x="11938" y="12566"/>
                      </a:lnTo>
                      <a:lnTo>
                        <a:pt x="12122" y="12308"/>
                      </a:lnTo>
                      <a:lnTo>
                        <a:pt x="12325" y="12031"/>
                      </a:lnTo>
                      <a:lnTo>
                        <a:pt x="12473" y="11736"/>
                      </a:lnTo>
                      <a:lnTo>
                        <a:pt x="12528" y="11588"/>
                      </a:lnTo>
                      <a:lnTo>
                        <a:pt x="12584" y="11441"/>
                      </a:lnTo>
                      <a:lnTo>
                        <a:pt x="12621" y="11238"/>
                      </a:lnTo>
                      <a:lnTo>
                        <a:pt x="12658" y="11053"/>
                      </a:lnTo>
                      <a:lnTo>
                        <a:pt x="12676" y="10647"/>
                      </a:lnTo>
                      <a:lnTo>
                        <a:pt x="12694" y="10463"/>
                      </a:lnTo>
                      <a:lnTo>
                        <a:pt x="12713" y="10260"/>
                      </a:lnTo>
                      <a:lnTo>
                        <a:pt x="12768" y="10075"/>
                      </a:lnTo>
                      <a:lnTo>
                        <a:pt x="12824" y="9891"/>
                      </a:lnTo>
                      <a:lnTo>
                        <a:pt x="12953" y="9669"/>
                      </a:lnTo>
                      <a:lnTo>
                        <a:pt x="13100" y="9485"/>
                      </a:lnTo>
                      <a:lnTo>
                        <a:pt x="13248" y="9282"/>
                      </a:lnTo>
                      <a:lnTo>
                        <a:pt x="13414" y="9079"/>
                      </a:lnTo>
                      <a:lnTo>
                        <a:pt x="13506" y="8913"/>
                      </a:lnTo>
                      <a:lnTo>
                        <a:pt x="13580" y="8747"/>
                      </a:lnTo>
                      <a:lnTo>
                        <a:pt x="13635" y="8562"/>
                      </a:lnTo>
                      <a:lnTo>
                        <a:pt x="13672" y="8378"/>
                      </a:lnTo>
                      <a:lnTo>
                        <a:pt x="13672" y="8175"/>
                      </a:lnTo>
                      <a:lnTo>
                        <a:pt x="13672" y="7990"/>
                      </a:lnTo>
                      <a:lnTo>
                        <a:pt x="13635" y="7603"/>
                      </a:lnTo>
                      <a:lnTo>
                        <a:pt x="13599" y="7215"/>
                      </a:lnTo>
                      <a:lnTo>
                        <a:pt x="13599" y="7012"/>
                      </a:lnTo>
                      <a:lnTo>
                        <a:pt x="13599" y="6828"/>
                      </a:lnTo>
                      <a:lnTo>
                        <a:pt x="13617" y="6643"/>
                      </a:lnTo>
                      <a:lnTo>
                        <a:pt x="13654" y="6459"/>
                      </a:lnTo>
                      <a:lnTo>
                        <a:pt x="13709" y="6274"/>
                      </a:lnTo>
                      <a:lnTo>
                        <a:pt x="13783" y="6090"/>
                      </a:lnTo>
                      <a:lnTo>
                        <a:pt x="13931" y="5887"/>
                      </a:lnTo>
                      <a:lnTo>
                        <a:pt x="14078" y="5684"/>
                      </a:lnTo>
                      <a:lnTo>
                        <a:pt x="14429" y="5333"/>
                      </a:lnTo>
                      <a:lnTo>
                        <a:pt x="14613" y="5149"/>
                      </a:lnTo>
                      <a:lnTo>
                        <a:pt x="14761" y="4983"/>
                      </a:lnTo>
                      <a:lnTo>
                        <a:pt x="14909" y="4780"/>
                      </a:lnTo>
                      <a:lnTo>
                        <a:pt x="15038" y="4558"/>
                      </a:lnTo>
                      <a:lnTo>
                        <a:pt x="15130" y="4337"/>
                      </a:lnTo>
                      <a:lnTo>
                        <a:pt x="15204" y="4116"/>
                      </a:lnTo>
                      <a:lnTo>
                        <a:pt x="15241" y="3876"/>
                      </a:lnTo>
                      <a:lnTo>
                        <a:pt x="15259" y="3636"/>
                      </a:lnTo>
                      <a:lnTo>
                        <a:pt x="15259" y="3396"/>
                      </a:lnTo>
                      <a:lnTo>
                        <a:pt x="15241" y="3156"/>
                      </a:lnTo>
                      <a:lnTo>
                        <a:pt x="15204" y="2916"/>
                      </a:lnTo>
                      <a:lnTo>
                        <a:pt x="15130" y="2695"/>
                      </a:lnTo>
                      <a:lnTo>
                        <a:pt x="15056" y="2510"/>
                      </a:lnTo>
                      <a:lnTo>
                        <a:pt x="14964" y="2326"/>
                      </a:lnTo>
                      <a:lnTo>
                        <a:pt x="14872" y="2160"/>
                      </a:lnTo>
                      <a:lnTo>
                        <a:pt x="14779" y="1994"/>
                      </a:lnTo>
                      <a:lnTo>
                        <a:pt x="14540" y="1680"/>
                      </a:lnTo>
                      <a:lnTo>
                        <a:pt x="14263" y="1403"/>
                      </a:lnTo>
                      <a:lnTo>
                        <a:pt x="13968" y="1126"/>
                      </a:lnTo>
                      <a:lnTo>
                        <a:pt x="13635" y="905"/>
                      </a:lnTo>
                      <a:lnTo>
                        <a:pt x="13303" y="684"/>
                      </a:lnTo>
                      <a:lnTo>
                        <a:pt x="12953" y="499"/>
                      </a:lnTo>
                      <a:lnTo>
                        <a:pt x="12528" y="315"/>
                      </a:lnTo>
                      <a:lnTo>
                        <a:pt x="12086" y="167"/>
                      </a:lnTo>
                      <a:lnTo>
                        <a:pt x="11864" y="112"/>
                      </a:lnTo>
                      <a:lnTo>
                        <a:pt x="11643" y="56"/>
                      </a:lnTo>
                      <a:lnTo>
                        <a:pt x="11421" y="19"/>
                      </a:lnTo>
                      <a:lnTo>
                        <a:pt x="1118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31"/>
                <p:cNvSpPr/>
                <p:nvPr/>
              </p:nvSpPr>
              <p:spPr>
                <a:xfrm>
                  <a:off x="8464106" y="3634139"/>
                  <a:ext cx="181594" cy="2368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92" h="12252" extrusionOk="0">
                      <a:moveTo>
                        <a:pt x="3967" y="0"/>
                      </a:moveTo>
                      <a:lnTo>
                        <a:pt x="3617" y="37"/>
                      </a:lnTo>
                      <a:lnTo>
                        <a:pt x="3285" y="74"/>
                      </a:lnTo>
                      <a:lnTo>
                        <a:pt x="2971" y="166"/>
                      </a:lnTo>
                      <a:lnTo>
                        <a:pt x="2657" y="277"/>
                      </a:lnTo>
                      <a:lnTo>
                        <a:pt x="2362" y="406"/>
                      </a:lnTo>
                      <a:lnTo>
                        <a:pt x="2085" y="591"/>
                      </a:lnTo>
                      <a:lnTo>
                        <a:pt x="1827" y="794"/>
                      </a:lnTo>
                      <a:lnTo>
                        <a:pt x="1698" y="904"/>
                      </a:lnTo>
                      <a:lnTo>
                        <a:pt x="1587" y="1034"/>
                      </a:lnTo>
                      <a:lnTo>
                        <a:pt x="1384" y="1310"/>
                      </a:lnTo>
                      <a:lnTo>
                        <a:pt x="1181" y="1606"/>
                      </a:lnTo>
                      <a:lnTo>
                        <a:pt x="997" y="1901"/>
                      </a:lnTo>
                      <a:lnTo>
                        <a:pt x="812" y="2214"/>
                      </a:lnTo>
                      <a:lnTo>
                        <a:pt x="665" y="2547"/>
                      </a:lnTo>
                      <a:lnTo>
                        <a:pt x="536" y="2879"/>
                      </a:lnTo>
                      <a:lnTo>
                        <a:pt x="406" y="3229"/>
                      </a:lnTo>
                      <a:lnTo>
                        <a:pt x="296" y="3580"/>
                      </a:lnTo>
                      <a:lnTo>
                        <a:pt x="203" y="3930"/>
                      </a:lnTo>
                      <a:lnTo>
                        <a:pt x="148" y="4299"/>
                      </a:lnTo>
                      <a:lnTo>
                        <a:pt x="74" y="4650"/>
                      </a:lnTo>
                      <a:lnTo>
                        <a:pt x="37" y="5019"/>
                      </a:lnTo>
                      <a:lnTo>
                        <a:pt x="19" y="5388"/>
                      </a:lnTo>
                      <a:lnTo>
                        <a:pt x="0" y="5757"/>
                      </a:lnTo>
                      <a:lnTo>
                        <a:pt x="19" y="6126"/>
                      </a:lnTo>
                      <a:lnTo>
                        <a:pt x="37" y="6495"/>
                      </a:lnTo>
                      <a:lnTo>
                        <a:pt x="74" y="6846"/>
                      </a:lnTo>
                      <a:lnTo>
                        <a:pt x="148" y="7196"/>
                      </a:lnTo>
                      <a:lnTo>
                        <a:pt x="222" y="7547"/>
                      </a:lnTo>
                      <a:lnTo>
                        <a:pt x="314" y="7879"/>
                      </a:lnTo>
                      <a:lnTo>
                        <a:pt x="425" y="8211"/>
                      </a:lnTo>
                      <a:lnTo>
                        <a:pt x="554" y="8543"/>
                      </a:lnTo>
                      <a:lnTo>
                        <a:pt x="702" y="8875"/>
                      </a:lnTo>
                      <a:lnTo>
                        <a:pt x="849" y="9189"/>
                      </a:lnTo>
                      <a:lnTo>
                        <a:pt x="1034" y="9503"/>
                      </a:lnTo>
                      <a:lnTo>
                        <a:pt x="1218" y="9798"/>
                      </a:lnTo>
                      <a:lnTo>
                        <a:pt x="1440" y="10075"/>
                      </a:lnTo>
                      <a:lnTo>
                        <a:pt x="1661" y="10351"/>
                      </a:lnTo>
                      <a:lnTo>
                        <a:pt x="1901" y="10610"/>
                      </a:lnTo>
                      <a:lnTo>
                        <a:pt x="2141" y="10850"/>
                      </a:lnTo>
                      <a:lnTo>
                        <a:pt x="2418" y="11089"/>
                      </a:lnTo>
                      <a:lnTo>
                        <a:pt x="2694" y="11292"/>
                      </a:lnTo>
                      <a:lnTo>
                        <a:pt x="2934" y="11458"/>
                      </a:lnTo>
                      <a:lnTo>
                        <a:pt x="3174" y="11606"/>
                      </a:lnTo>
                      <a:lnTo>
                        <a:pt x="3432" y="11735"/>
                      </a:lnTo>
                      <a:lnTo>
                        <a:pt x="3691" y="11864"/>
                      </a:lnTo>
                      <a:lnTo>
                        <a:pt x="3967" y="11957"/>
                      </a:lnTo>
                      <a:lnTo>
                        <a:pt x="4244" y="12049"/>
                      </a:lnTo>
                      <a:lnTo>
                        <a:pt x="4521" y="12141"/>
                      </a:lnTo>
                      <a:lnTo>
                        <a:pt x="4798" y="12196"/>
                      </a:lnTo>
                      <a:lnTo>
                        <a:pt x="5093" y="12233"/>
                      </a:lnTo>
                      <a:lnTo>
                        <a:pt x="5388" y="12252"/>
                      </a:lnTo>
                      <a:lnTo>
                        <a:pt x="5665" y="12252"/>
                      </a:lnTo>
                      <a:lnTo>
                        <a:pt x="5960" y="12233"/>
                      </a:lnTo>
                      <a:lnTo>
                        <a:pt x="6237" y="12196"/>
                      </a:lnTo>
                      <a:lnTo>
                        <a:pt x="6514" y="12123"/>
                      </a:lnTo>
                      <a:lnTo>
                        <a:pt x="6772" y="12030"/>
                      </a:lnTo>
                      <a:lnTo>
                        <a:pt x="7030" y="11901"/>
                      </a:lnTo>
                      <a:lnTo>
                        <a:pt x="7196" y="11809"/>
                      </a:lnTo>
                      <a:lnTo>
                        <a:pt x="7362" y="11698"/>
                      </a:lnTo>
                      <a:lnTo>
                        <a:pt x="7510" y="11588"/>
                      </a:lnTo>
                      <a:lnTo>
                        <a:pt x="7658" y="11458"/>
                      </a:lnTo>
                      <a:lnTo>
                        <a:pt x="7916" y="11200"/>
                      </a:lnTo>
                      <a:lnTo>
                        <a:pt x="8156" y="10905"/>
                      </a:lnTo>
                      <a:lnTo>
                        <a:pt x="8377" y="10573"/>
                      </a:lnTo>
                      <a:lnTo>
                        <a:pt x="8562" y="10241"/>
                      </a:lnTo>
                      <a:lnTo>
                        <a:pt x="8728" y="9872"/>
                      </a:lnTo>
                      <a:lnTo>
                        <a:pt x="8875" y="9503"/>
                      </a:lnTo>
                      <a:lnTo>
                        <a:pt x="9005" y="9115"/>
                      </a:lnTo>
                      <a:lnTo>
                        <a:pt x="9097" y="8728"/>
                      </a:lnTo>
                      <a:lnTo>
                        <a:pt x="9189" y="8340"/>
                      </a:lnTo>
                      <a:lnTo>
                        <a:pt x="9263" y="7953"/>
                      </a:lnTo>
                      <a:lnTo>
                        <a:pt x="9300" y="7565"/>
                      </a:lnTo>
                      <a:lnTo>
                        <a:pt x="9337" y="7178"/>
                      </a:lnTo>
                      <a:lnTo>
                        <a:pt x="9374" y="6809"/>
                      </a:lnTo>
                      <a:lnTo>
                        <a:pt x="9392" y="6440"/>
                      </a:lnTo>
                      <a:lnTo>
                        <a:pt x="9392" y="6015"/>
                      </a:lnTo>
                      <a:lnTo>
                        <a:pt x="9374" y="5591"/>
                      </a:lnTo>
                      <a:lnTo>
                        <a:pt x="9337" y="5167"/>
                      </a:lnTo>
                      <a:lnTo>
                        <a:pt x="9263" y="4742"/>
                      </a:lnTo>
                      <a:lnTo>
                        <a:pt x="9189" y="4318"/>
                      </a:lnTo>
                      <a:lnTo>
                        <a:pt x="9078" y="3894"/>
                      </a:lnTo>
                      <a:lnTo>
                        <a:pt x="8949" y="3488"/>
                      </a:lnTo>
                      <a:lnTo>
                        <a:pt x="8802" y="3100"/>
                      </a:lnTo>
                      <a:lnTo>
                        <a:pt x="8617" y="2713"/>
                      </a:lnTo>
                      <a:lnTo>
                        <a:pt x="8414" y="2344"/>
                      </a:lnTo>
                      <a:lnTo>
                        <a:pt x="8174" y="1993"/>
                      </a:lnTo>
                      <a:lnTo>
                        <a:pt x="7916" y="1661"/>
                      </a:lnTo>
                      <a:lnTo>
                        <a:pt x="7639" y="1347"/>
                      </a:lnTo>
                      <a:lnTo>
                        <a:pt x="7307" y="1071"/>
                      </a:lnTo>
                      <a:lnTo>
                        <a:pt x="6975" y="812"/>
                      </a:lnTo>
                      <a:lnTo>
                        <a:pt x="6587" y="591"/>
                      </a:lnTo>
                      <a:lnTo>
                        <a:pt x="6292" y="462"/>
                      </a:lnTo>
                      <a:lnTo>
                        <a:pt x="5997" y="332"/>
                      </a:lnTo>
                      <a:lnTo>
                        <a:pt x="5683" y="240"/>
                      </a:lnTo>
                      <a:lnTo>
                        <a:pt x="5351" y="148"/>
                      </a:lnTo>
                      <a:lnTo>
                        <a:pt x="5001" y="74"/>
                      </a:lnTo>
                      <a:lnTo>
                        <a:pt x="4669" y="37"/>
                      </a:lnTo>
                      <a:lnTo>
                        <a:pt x="4318" y="0"/>
                      </a:lnTo>
                      <a:close/>
                    </a:path>
                  </a:pathLst>
                </a:custGeom>
                <a:solidFill>
                  <a:srgbClr val="FAB5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31"/>
                <p:cNvSpPr/>
                <p:nvPr/>
              </p:nvSpPr>
              <p:spPr>
                <a:xfrm>
                  <a:off x="8438777" y="3614166"/>
                  <a:ext cx="173048" cy="189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50" h="9780" extrusionOk="0">
                      <a:moveTo>
                        <a:pt x="5776" y="0"/>
                      </a:moveTo>
                      <a:lnTo>
                        <a:pt x="5480" y="19"/>
                      </a:lnTo>
                      <a:lnTo>
                        <a:pt x="5167" y="37"/>
                      </a:lnTo>
                      <a:lnTo>
                        <a:pt x="4890" y="74"/>
                      </a:lnTo>
                      <a:lnTo>
                        <a:pt x="4595" y="129"/>
                      </a:lnTo>
                      <a:lnTo>
                        <a:pt x="4300" y="203"/>
                      </a:lnTo>
                      <a:lnTo>
                        <a:pt x="4023" y="277"/>
                      </a:lnTo>
                      <a:lnTo>
                        <a:pt x="3728" y="369"/>
                      </a:lnTo>
                      <a:lnTo>
                        <a:pt x="3451" y="480"/>
                      </a:lnTo>
                      <a:lnTo>
                        <a:pt x="3174" y="591"/>
                      </a:lnTo>
                      <a:lnTo>
                        <a:pt x="2916" y="720"/>
                      </a:lnTo>
                      <a:lnTo>
                        <a:pt x="2639" y="849"/>
                      </a:lnTo>
                      <a:lnTo>
                        <a:pt x="2381" y="996"/>
                      </a:lnTo>
                      <a:lnTo>
                        <a:pt x="2141" y="1163"/>
                      </a:lnTo>
                      <a:lnTo>
                        <a:pt x="1882" y="1329"/>
                      </a:lnTo>
                      <a:lnTo>
                        <a:pt x="1643" y="1495"/>
                      </a:lnTo>
                      <a:lnTo>
                        <a:pt x="1421" y="1698"/>
                      </a:lnTo>
                      <a:lnTo>
                        <a:pt x="1200" y="1919"/>
                      </a:lnTo>
                      <a:lnTo>
                        <a:pt x="1015" y="2159"/>
                      </a:lnTo>
                      <a:lnTo>
                        <a:pt x="831" y="2417"/>
                      </a:lnTo>
                      <a:lnTo>
                        <a:pt x="683" y="2694"/>
                      </a:lnTo>
                      <a:lnTo>
                        <a:pt x="536" y="2971"/>
                      </a:lnTo>
                      <a:lnTo>
                        <a:pt x="425" y="3266"/>
                      </a:lnTo>
                      <a:lnTo>
                        <a:pt x="314" y="3580"/>
                      </a:lnTo>
                      <a:lnTo>
                        <a:pt x="222" y="3893"/>
                      </a:lnTo>
                      <a:lnTo>
                        <a:pt x="148" y="4207"/>
                      </a:lnTo>
                      <a:lnTo>
                        <a:pt x="93" y="4539"/>
                      </a:lnTo>
                      <a:lnTo>
                        <a:pt x="56" y="4853"/>
                      </a:lnTo>
                      <a:lnTo>
                        <a:pt x="19" y="5185"/>
                      </a:lnTo>
                      <a:lnTo>
                        <a:pt x="19" y="5499"/>
                      </a:lnTo>
                      <a:lnTo>
                        <a:pt x="0" y="5794"/>
                      </a:lnTo>
                      <a:lnTo>
                        <a:pt x="19" y="6107"/>
                      </a:lnTo>
                      <a:lnTo>
                        <a:pt x="37" y="6384"/>
                      </a:lnTo>
                      <a:lnTo>
                        <a:pt x="74" y="6679"/>
                      </a:lnTo>
                      <a:lnTo>
                        <a:pt x="111" y="6975"/>
                      </a:lnTo>
                      <a:lnTo>
                        <a:pt x="185" y="7270"/>
                      </a:lnTo>
                      <a:lnTo>
                        <a:pt x="259" y="7547"/>
                      </a:lnTo>
                      <a:lnTo>
                        <a:pt x="351" y="7823"/>
                      </a:lnTo>
                      <a:lnTo>
                        <a:pt x="443" y="8100"/>
                      </a:lnTo>
                      <a:lnTo>
                        <a:pt x="554" y="8377"/>
                      </a:lnTo>
                      <a:lnTo>
                        <a:pt x="775" y="8838"/>
                      </a:lnTo>
                      <a:lnTo>
                        <a:pt x="941" y="9115"/>
                      </a:lnTo>
                      <a:lnTo>
                        <a:pt x="1107" y="9392"/>
                      </a:lnTo>
                      <a:lnTo>
                        <a:pt x="1218" y="9502"/>
                      </a:lnTo>
                      <a:lnTo>
                        <a:pt x="1310" y="9595"/>
                      </a:lnTo>
                      <a:lnTo>
                        <a:pt x="1421" y="9687"/>
                      </a:lnTo>
                      <a:lnTo>
                        <a:pt x="1532" y="9742"/>
                      </a:lnTo>
                      <a:lnTo>
                        <a:pt x="1661" y="9779"/>
                      </a:lnTo>
                      <a:lnTo>
                        <a:pt x="1772" y="9779"/>
                      </a:lnTo>
                      <a:lnTo>
                        <a:pt x="1901" y="9742"/>
                      </a:lnTo>
                      <a:lnTo>
                        <a:pt x="2030" y="9687"/>
                      </a:lnTo>
                      <a:lnTo>
                        <a:pt x="2104" y="9613"/>
                      </a:lnTo>
                      <a:lnTo>
                        <a:pt x="2178" y="9539"/>
                      </a:lnTo>
                      <a:lnTo>
                        <a:pt x="2307" y="9373"/>
                      </a:lnTo>
                      <a:lnTo>
                        <a:pt x="2418" y="9152"/>
                      </a:lnTo>
                      <a:lnTo>
                        <a:pt x="2491" y="8930"/>
                      </a:lnTo>
                      <a:lnTo>
                        <a:pt x="2547" y="8727"/>
                      </a:lnTo>
                      <a:lnTo>
                        <a:pt x="2565" y="8506"/>
                      </a:lnTo>
                      <a:lnTo>
                        <a:pt x="2584" y="8303"/>
                      </a:lnTo>
                      <a:lnTo>
                        <a:pt x="2565" y="8082"/>
                      </a:lnTo>
                      <a:lnTo>
                        <a:pt x="2547" y="7879"/>
                      </a:lnTo>
                      <a:lnTo>
                        <a:pt x="2510" y="7657"/>
                      </a:lnTo>
                      <a:lnTo>
                        <a:pt x="2418" y="7233"/>
                      </a:lnTo>
                      <a:lnTo>
                        <a:pt x="2325" y="6809"/>
                      </a:lnTo>
                      <a:lnTo>
                        <a:pt x="2251" y="6366"/>
                      </a:lnTo>
                      <a:lnTo>
                        <a:pt x="2233" y="6144"/>
                      </a:lnTo>
                      <a:lnTo>
                        <a:pt x="2215" y="5923"/>
                      </a:lnTo>
                      <a:lnTo>
                        <a:pt x="2215" y="5757"/>
                      </a:lnTo>
                      <a:lnTo>
                        <a:pt x="2251" y="5609"/>
                      </a:lnTo>
                      <a:lnTo>
                        <a:pt x="2307" y="5462"/>
                      </a:lnTo>
                      <a:lnTo>
                        <a:pt x="2381" y="5332"/>
                      </a:lnTo>
                      <a:lnTo>
                        <a:pt x="2473" y="5240"/>
                      </a:lnTo>
                      <a:lnTo>
                        <a:pt x="2584" y="5185"/>
                      </a:lnTo>
                      <a:lnTo>
                        <a:pt x="2805" y="5074"/>
                      </a:lnTo>
                      <a:lnTo>
                        <a:pt x="3414" y="4816"/>
                      </a:lnTo>
                      <a:lnTo>
                        <a:pt x="4023" y="4558"/>
                      </a:lnTo>
                      <a:lnTo>
                        <a:pt x="4300" y="4410"/>
                      </a:lnTo>
                      <a:lnTo>
                        <a:pt x="4595" y="4244"/>
                      </a:lnTo>
                      <a:lnTo>
                        <a:pt x="4871" y="4078"/>
                      </a:lnTo>
                      <a:lnTo>
                        <a:pt x="5130" y="3875"/>
                      </a:lnTo>
                      <a:lnTo>
                        <a:pt x="5388" y="3653"/>
                      </a:lnTo>
                      <a:lnTo>
                        <a:pt x="5646" y="3395"/>
                      </a:lnTo>
                      <a:lnTo>
                        <a:pt x="6126" y="2878"/>
                      </a:lnTo>
                      <a:lnTo>
                        <a:pt x="6366" y="2639"/>
                      </a:lnTo>
                      <a:lnTo>
                        <a:pt x="6606" y="2399"/>
                      </a:lnTo>
                      <a:lnTo>
                        <a:pt x="6883" y="2177"/>
                      </a:lnTo>
                      <a:lnTo>
                        <a:pt x="7159" y="1974"/>
                      </a:lnTo>
                      <a:lnTo>
                        <a:pt x="7473" y="1808"/>
                      </a:lnTo>
                      <a:lnTo>
                        <a:pt x="7805" y="1679"/>
                      </a:lnTo>
                      <a:lnTo>
                        <a:pt x="8137" y="1605"/>
                      </a:lnTo>
                      <a:lnTo>
                        <a:pt x="8488" y="1550"/>
                      </a:lnTo>
                      <a:lnTo>
                        <a:pt x="8709" y="1550"/>
                      </a:lnTo>
                      <a:lnTo>
                        <a:pt x="8949" y="1568"/>
                      </a:lnTo>
                      <a:lnTo>
                        <a:pt x="8875" y="1365"/>
                      </a:lnTo>
                      <a:lnTo>
                        <a:pt x="8783" y="1144"/>
                      </a:lnTo>
                      <a:lnTo>
                        <a:pt x="8709" y="1033"/>
                      </a:lnTo>
                      <a:lnTo>
                        <a:pt x="8599" y="941"/>
                      </a:lnTo>
                      <a:lnTo>
                        <a:pt x="8414" y="757"/>
                      </a:lnTo>
                      <a:lnTo>
                        <a:pt x="8230" y="609"/>
                      </a:lnTo>
                      <a:lnTo>
                        <a:pt x="8064" y="498"/>
                      </a:lnTo>
                      <a:lnTo>
                        <a:pt x="7879" y="406"/>
                      </a:lnTo>
                      <a:lnTo>
                        <a:pt x="7676" y="314"/>
                      </a:lnTo>
                      <a:lnTo>
                        <a:pt x="7289" y="203"/>
                      </a:lnTo>
                      <a:lnTo>
                        <a:pt x="6883" y="111"/>
                      </a:lnTo>
                      <a:lnTo>
                        <a:pt x="6477" y="37"/>
                      </a:lnTo>
                      <a:lnTo>
                        <a:pt x="6071" y="19"/>
                      </a:lnTo>
                      <a:lnTo>
                        <a:pt x="577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31"/>
                <p:cNvSpPr/>
                <p:nvPr/>
              </p:nvSpPr>
              <p:spPr>
                <a:xfrm>
                  <a:off x="8547575" y="3792183"/>
                  <a:ext cx="77804" cy="44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4" h="2289" extrusionOk="0">
                      <a:moveTo>
                        <a:pt x="4023" y="0"/>
                      </a:moveTo>
                      <a:lnTo>
                        <a:pt x="3544" y="203"/>
                      </a:lnTo>
                      <a:lnTo>
                        <a:pt x="3045" y="388"/>
                      </a:lnTo>
                      <a:lnTo>
                        <a:pt x="2547" y="517"/>
                      </a:lnTo>
                      <a:lnTo>
                        <a:pt x="2031" y="627"/>
                      </a:lnTo>
                      <a:lnTo>
                        <a:pt x="1791" y="664"/>
                      </a:lnTo>
                      <a:lnTo>
                        <a:pt x="1532" y="683"/>
                      </a:lnTo>
                      <a:lnTo>
                        <a:pt x="1034" y="720"/>
                      </a:lnTo>
                      <a:lnTo>
                        <a:pt x="19" y="720"/>
                      </a:lnTo>
                      <a:lnTo>
                        <a:pt x="1" y="738"/>
                      </a:lnTo>
                      <a:lnTo>
                        <a:pt x="1" y="757"/>
                      </a:lnTo>
                      <a:lnTo>
                        <a:pt x="19" y="830"/>
                      </a:lnTo>
                      <a:lnTo>
                        <a:pt x="75" y="1033"/>
                      </a:lnTo>
                      <a:lnTo>
                        <a:pt x="204" y="1365"/>
                      </a:lnTo>
                      <a:lnTo>
                        <a:pt x="296" y="1532"/>
                      </a:lnTo>
                      <a:lnTo>
                        <a:pt x="425" y="1698"/>
                      </a:lnTo>
                      <a:lnTo>
                        <a:pt x="555" y="1827"/>
                      </a:lnTo>
                      <a:lnTo>
                        <a:pt x="721" y="1956"/>
                      </a:lnTo>
                      <a:lnTo>
                        <a:pt x="868" y="2048"/>
                      </a:lnTo>
                      <a:lnTo>
                        <a:pt x="1034" y="2122"/>
                      </a:lnTo>
                      <a:lnTo>
                        <a:pt x="1200" y="2196"/>
                      </a:lnTo>
                      <a:lnTo>
                        <a:pt x="1385" y="2233"/>
                      </a:lnTo>
                      <a:lnTo>
                        <a:pt x="1569" y="2270"/>
                      </a:lnTo>
                      <a:lnTo>
                        <a:pt x="1772" y="2288"/>
                      </a:lnTo>
                      <a:lnTo>
                        <a:pt x="1957" y="2288"/>
                      </a:lnTo>
                      <a:lnTo>
                        <a:pt x="2160" y="2270"/>
                      </a:lnTo>
                      <a:lnTo>
                        <a:pt x="2344" y="2233"/>
                      </a:lnTo>
                      <a:lnTo>
                        <a:pt x="2529" y="2196"/>
                      </a:lnTo>
                      <a:lnTo>
                        <a:pt x="2713" y="2122"/>
                      </a:lnTo>
                      <a:lnTo>
                        <a:pt x="2879" y="2048"/>
                      </a:lnTo>
                      <a:lnTo>
                        <a:pt x="3045" y="1956"/>
                      </a:lnTo>
                      <a:lnTo>
                        <a:pt x="3193" y="1845"/>
                      </a:lnTo>
                      <a:lnTo>
                        <a:pt x="3341" y="1735"/>
                      </a:lnTo>
                      <a:lnTo>
                        <a:pt x="3451" y="1587"/>
                      </a:lnTo>
                      <a:lnTo>
                        <a:pt x="3599" y="1421"/>
                      </a:lnTo>
                      <a:lnTo>
                        <a:pt x="3710" y="1218"/>
                      </a:lnTo>
                      <a:lnTo>
                        <a:pt x="3820" y="1015"/>
                      </a:lnTo>
                      <a:lnTo>
                        <a:pt x="3894" y="794"/>
                      </a:lnTo>
                      <a:lnTo>
                        <a:pt x="3968" y="369"/>
                      </a:lnTo>
                      <a:lnTo>
                        <a:pt x="402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31"/>
                <p:cNvSpPr/>
                <p:nvPr/>
              </p:nvSpPr>
              <p:spPr>
                <a:xfrm>
                  <a:off x="8591098" y="3693362"/>
                  <a:ext cx="48898" cy="22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9" h="1145" extrusionOk="0">
                      <a:moveTo>
                        <a:pt x="1108" y="0"/>
                      </a:moveTo>
                      <a:lnTo>
                        <a:pt x="813" y="19"/>
                      </a:lnTo>
                      <a:lnTo>
                        <a:pt x="518" y="92"/>
                      </a:lnTo>
                      <a:lnTo>
                        <a:pt x="222" y="185"/>
                      </a:lnTo>
                      <a:lnTo>
                        <a:pt x="167" y="222"/>
                      </a:lnTo>
                      <a:lnTo>
                        <a:pt x="112" y="259"/>
                      </a:lnTo>
                      <a:lnTo>
                        <a:pt x="56" y="314"/>
                      </a:lnTo>
                      <a:lnTo>
                        <a:pt x="38" y="369"/>
                      </a:lnTo>
                      <a:lnTo>
                        <a:pt x="19" y="443"/>
                      </a:lnTo>
                      <a:lnTo>
                        <a:pt x="1" y="498"/>
                      </a:lnTo>
                      <a:lnTo>
                        <a:pt x="19" y="628"/>
                      </a:lnTo>
                      <a:lnTo>
                        <a:pt x="75" y="738"/>
                      </a:lnTo>
                      <a:lnTo>
                        <a:pt x="112" y="794"/>
                      </a:lnTo>
                      <a:lnTo>
                        <a:pt x="149" y="831"/>
                      </a:lnTo>
                      <a:lnTo>
                        <a:pt x="204" y="849"/>
                      </a:lnTo>
                      <a:lnTo>
                        <a:pt x="259" y="867"/>
                      </a:lnTo>
                      <a:lnTo>
                        <a:pt x="333" y="849"/>
                      </a:lnTo>
                      <a:lnTo>
                        <a:pt x="407" y="831"/>
                      </a:lnTo>
                      <a:lnTo>
                        <a:pt x="610" y="757"/>
                      </a:lnTo>
                      <a:lnTo>
                        <a:pt x="813" y="701"/>
                      </a:lnTo>
                      <a:lnTo>
                        <a:pt x="1034" y="683"/>
                      </a:lnTo>
                      <a:lnTo>
                        <a:pt x="1237" y="683"/>
                      </a:lnTo>
                      <a:lnTo>
                        <a:pt x="1440" y="701"/>
                      </a:lnTo>
                      <a:lnTo>
                        <a:pt x="1643" y="775"/>
                      </a:lnTo>
                      <a:lnTo>
                        <a:pt x="1735" y="812"/>
                      </a:lnTo>
                      <a:lnTo>
                        <a:pt x="1809" y="886"/>
                      </a:lnTo>
                      <a:lnTo>
                        <a:pt x="1901" y="960"/>
                      </a:lnTo>
                      <a:lnTo>
                        <a:pt x="1975" y="1033"/>
                      </a:lnTo>
                      <a:lnTo>
                        <a:pt x="2031" y="1089"/>
                      </a:lnTo>
                      <a:lnTo>
                        <a:pt x="2086" y="1126"/>
                      </a:lnTo>
                      <a:lnTo>
                        <a:pt x="2141" y="1144"/>
                      </a:lnTo>
                      <a:lnTo>
                        <a:pt x="2252" y="1144"/>
                      </a:lnTo>
                      <a:lnTo>
                        <a:pt x="2326" y="1126"/>
                      </a:lnTo>
                      <a:lnTo>
                        <a:pt x="2418" y="1052"/>
                      </a:lnTo>
                      <a:lnTo>
                        <a:pt x="2492" y="941"/>
                      </a:lnTo>
                      <a:lnTo>
                        <a:pt x="2510" y="886"/>
                      </a:lnTo>
                      <a:lnTo>
                        <a:pt x="2529" y="831"/>
                      </a:lnTo>
                      <a:lnTo>
                        <a:pt x="2529" y="757"/>
                      </a:lnTo>
                      <a:lnTo>
                        <a:pt x="2510" y="683"/>
                      </a:lnTo>
                      <a:lnTo>
                        <a:pt x="2492" y="628"/>
                      </a:lnTo>
                      <a:lnTo>
                        <a:pt x="2455" y="554"/>
                      </a:lnTo>
                      <a:lnTo>
                        <a:pt x="2344" y="443"/>
                      </a:lnTo>
                      <a:lnTo>
                        <a:pt x="2234" y="351"/>
                      </a:lnTo>
                      <a:lnTo>
                        <a:pt x="2104" y="259"/>
                      </a:lnTo>
                      <a:lnTo>
                        <a:pt x="1975" y="185"/>
                      </a:lnTo>
                      <a:lnTo>
                        <a:pt x="1846" y="129"/>
                      </a:lnTo>
                      <a:lnTo>
                        <a:pt x="1698" y="74"/>
                      </a:lnTo>
                      <a:lnTo>
                        <a:pt x="1551" y="37"/>
                      </a:lnTo>
                      <a:lnTo>
                        <a:pt x="1403" y="19"/>
                      </a:lnTo>
                      <a:lnTo>
                        <a:pt x="11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31"/>
                <p:cNvSpPr/>
                <p:nvPr/>
              </p:nvSpPr>
              <p:spPr>
                <a:xfrm>
                  <a:off x="8444132" y="3767570"/>
                  <a:ext cx="42112" cy="5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8" h="2842" extrusionOk="0">
                      <a:moveTo>
                        <a:pt x="572" y="0"/>
                      </a:moveTo>
                      <a:lnTo>
                        <a:pt x="480" y="18"/>
                      </a:lnTo>
                      <a:lnTo>
                        <a:pt x="388" y="55"/>
                      </a:lnTo>
                      <a:lnTo>
                        <a:pt x="295" y="111"/>
                      </a:lnTo>
                      <a:lnTo>
                        <a:pt x="222" y="166"/>
                      </a:lnTo>
                      <a:lnTo>
                        <a:pt x="166" y="240"/>
                      </a:lnTo>
                      <a:lnTo>
                        <a:pt x="111" y="332"/>
                      </a:lnTo>
                      <a:lnTo>
                        <a:pt x="74" y="424"/>
                      </a:lnTo>
                      <a:lnTo>
                        <a:pt x="37" y="535"/>
                      </a:lnTo>
                      <a:lnTo>
                        <a:pt x="0" y="757"/>
                      </a:lnTo>
                      <a:lnTo>
                        <a:pt x="0" y="1015"/>
                      </a:lnTo>
                      <a:lnTo>
                        <a:pt x="37" y="1292"/>
                      </a:lnTo>
                      <a:lnTo>
                        <a:pt x="129" y="1568"/>
                      </a:lnTo>
                      <a:lnTo>
                        <a:pt x="240" y="1845"/>
                      </a:lnTo>
                      <a:lnTo>
                        <a:pt x="406" y="2122"/>
                      </a:lnTo>
                      <a:lnTo>
                        <a:pt x="591" y="2343"/>
                      </a:lnTo>
                      <a:lnTo>
                        <a:pt x="775" y="2528"/>
                      </a:lnTo>
                      <a:lnTo>
                        <a:pt x="978" y="2694"/>
                      </a:lnTo>
                      <a:lnTo>
                        <a:pt x="1200" y="2786"/>
                      </a:lnTo>
                      <a:lnTo>
                        <a:pt x="1292" y="2823"/>
                      </a:lnTo>
                      <a:lnTo>
                        <a:pt x="1402" y="2841"/>
                      </a:lnTo>
                      <a:lnTo>
                        <a:pt x="1605" y="2841"/>
                      </a:lnTo>
                      <a:lnTo>
                        <a:pt x="1698" y="2823"/>
                      </a:lnTo>
                      <a:lnTo>
                        <a:pt x="1790" y="2786"/>
                      </a:lnTo>
                      <a:lnTo>
                        <a:pt x="1864" y="2731"/>
                      </a:lnTo>
                      <a:lnTo>
                        <a:pt x="1938" y="2657"/>
                      </a:lnTo>
                      <a:lnTo>
                        <a:pt x="1993" y="2583"/>
                      </a:lnTo>
                      <a:lnTo>
                        <a:pt x="2048" y="2509"/>
                      </a:lnTo>
                      <a:lnTo>
                        <a:pt x="2104" y="2417"/>
                      </a:lnTo>
                      <a:lnTo>
                        <a:pt x="2141" y="2306"/>
                      </a:lnTo>
                      <a:lnTo>
                        <a:pt x="2177" y="2085"/>
                      </a:lnTo>
                      <a:lnTo>
                        <a:pt x="2177" y="1827"/>
                      </a:lnTo>
                      <a:lnTo>
                        <a:pt x="2122" y="1550"/>
                      </a:lnTo>
                      <a:lnTo>
                        <a:pt x="2048" y="1273"/>
                      </a:lnTo>
                      <a:lnTo>
                        <a:pt x="1919" y="996"/>
                      </a:lnTo>
                      <a:lnTo>
                        <a:pt x="1771" y="720"/>
                      </a:lnTo>
                      <a:lnTo>
                        <a:pt x="1587" y="498"/>
                      </a:lnTo>
                      <a:lnTo>
                        <a:pt x="1384" y="295"/>
                      </a:lnTo>
                      <a:lnTo>
                        <a:pt x="1181" y="148"/>
                      </a:lnTo>
                      <a:lnTo>
                        <a:pt x="978" y="55"/>
                      </a:lnTo>
                      <a:lnTo>
                        <a:pt x="867" y="18"/>
                      </a:lnTo>
                      <a:lnTo>
                        <a:pt x="775" y="0"/>
                      </a:lnTo>
                      <a:close/>
                    </a:path>
                  </a:pathLst>
                </a:custGeom>
                <a:solidFill>
                  <a:srgbClr val="FAB5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31"/>
                <p:cNvSpPr/>
                <p:nvPr/>
              </p:nvSpPr>
              <p:spPr>
                <a:xfrm>
                  <a:off x="8525823" y="3734739"/>
                  <a:ext cx="18562" cy="335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" h="1735" extrusionOk="0">
                      <a:moveTo>
                        <a:pt x="333" y="1"/>
                      </a:moveTo>
                      <a:lnTo>
                        <a:pt x="259" y="37"/>
                      </a:lnTo>
                      <a:lnTo>
                        <a:pt x="167" y="93"/>
                      </a:lnTo>
                      <a:lnTo>
                        <a:pt x="111" y="185"/>
                      </a:lnTo>
                      <a:lnTo>
                        <a:pt x="56" y="314"/>
                      </a:lnTo>
                      <a:lnTo>
                        <a:pt x="19" y="443"/>
                      </a:lnTo>
                      <a:lnTo>
                        <a:pt x="0" y="591"/>
                      </a:lnTo>
                      <a:lnTo>
                        <a:pt x="0" y="775"/>
                      </a:lnTo>
                      <a:lnTo>
                        <a:pt x="19" y="942"/>
                      </a:lnTo>
                      <a:lnTo>
                        <a:pt x="56" y="1126"/>
                      </a:lnTo>
                      <a:lnTo>
                        <a:pt x="111" y="1274"/>
                      </a:lnTo>
                      <a:lnTo>
                        <a:pt x="185" y="1421"/>
                      </a:lnTo>
                      <a:lnTo>
                        <a:pt x="259" y="1532"/>
                      </a:lnTo>
                      <a:lnTo>
                        <a:pt x="351" y="1624"/>
                      </a:lnTo>
                      <a:lnTo>
                        <a:pt x="443" y="1698"/>
                      </a:lnTo>
                      <a:lnTo>
                        <a:pt x="536" y="1735"/>
                      </a:lnTo>
                      <a:lnTo>
                        <a:pt x="628" y="1735"/>
                      </a:lnTo>
                      <a:lnTo>
                        <a:pt x="720" y="1698"/>
                      </a:lnTo>
                      <a:lnTo>
                        <a:pt x="794" y="1643"/>
                      </a:lnTo>
                      <a:lnTo>
                        <a:pt x="868" y="1550"/>
                      </a:lnTo>
                      <a:lnTo>
                        <a:pt x="905" y="1440"/>
                      </a:lnTo>
                      <a:lnTo>
                        <a:pt x="941" y="1292"/>
                      </a:lnTo>
                      <a:lnTo>
                        <a:pt x="960" y="1144"/>
                      </a:lnTo>
                      <a:lnTo>
                        <a:pt x="960" y="978"/>
                      </a:lnTo>
                      <a:lnTo>
                        <a:pt x="941" y="794"/>
                      </a:lnTo>
                      <a:lnTo>
                        <a:pt x="905" y="628"/>
                      </a:lnTo>
                      <a:lnTo>
                        <a:pt x="849" y="462"/>
                      </a:lnTo>
                      <a:lnTo>
                        <a:pt x="794" y="314"/>
                      </a:lnTo>
                      <a:lnTo>
                        <a:pt x="702" y="203"/>
                      </a:lnTo>
                      <a:lnTo>
                        <a:pt x="628" y="111"/>
                      </a:lnTo>
                      <a:lnTo>
                        <a:pt x="536" y="37"/>
                      </a:lnTo>
                      <a:lnTo>
                        <a:pt x="44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8" name="Google Shape;1168;p31"/>
                <p:cNvSpPr/>
                <p:nvPr/>
              </p:nvSpPr>
              <p:spPr>
                <a:xfrm>
                  <a:off x="8605019" y="3721533"/>
                  <a:ext cx="17866" cy="342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4" h="1773" extrusionOk="0">
                      <a:moveTo>
                        <a:pt x="443" y="1"/>
                      </a:moveTo>
                      <a:lnTo>
                        <a:pt x="333" y="19"/>
                      </a:lnTo>
                      <a:lnTo>
                        <a:pt x="259" y="75"/>
                      </a:lnTo>
                      <a:lnTo>
                        <a:pt x="185" y="167"/>
                      </a:lnTo>
                      <a:lnTo>
                        <a:pt x="111" y="278"/>
                      </a:lnTo>
                      <a:lnTo>
                        <a:pt x="56" y="407"/>
                      </a:lnTo>
                      <a:lnTo>
                        <a:pt x="19" y="554"/>
                      </a:lnTo>
                      <a:lnTo>
                        <a:pt x="1" y="720"/>
                      </a:lnTo>
                      <a:lnTo>
                        <a:pt x="1" y="905"/>
                      </a:lnTo>
                      <a:lnTo>
                        <a:pt x="1" y="1071"/>
                      </a:lnTo>
                      <a:lnTo>
                        <a:pt x="37" y="1237"/>
                      </a:lnTo>
                      <a:lnTo>
                        <a:pt x="93" y="1385"/>
                      </a:lnTo>
                      <a:lnTo>
                        <a:pt x="148" y="1514"/>
                      </a:lnTo>
                      <a:lnTo>
                        <a:pt x="222" y="1625"/>
                      </a:lnTo>
                      <a:lnTo>
                        <a:pt x="296" y="1698"/>
                      </a:lnTo>
                      <a:lnTo>
                        <a:pt x="388" y="1754"/>
                      </a:lnTo>
                      <a:lnTo>
                        <a:pt x="480" y="1772"/>
                      </a:lnTo>
                      <a:lnTo>
                        <a:pt x="573" y="1754"/>
                      </a:lnTo>
                      <a:lnTo>
                        <a:pt x="665" y="1698"/>
                      </a:lnTo>
                      <a:lnTo>
                        <a:pt x="739" y="1606"/>
                      </a:lnTo>
                      <a:lnTo>
                        <a:pt x="812" y="1495"/>
                      </a:lnTo>
                      <a:lnTo>
                        <a:pt x="868" y="1366"/>
                      </a:lnTo>
                      <a:lnTo>
                        <a:pt x="905" y="1219"/>
                      </a:lnTo>
                      <a:lnTo>
                        <a:pt x="923" y="1053"/>
                      </a:lnTo>
                      <a:lnTo>
                        <a:pt x="923" y="868"/>
                      </a:lnTo>
                      <a:lnTo>
                        <a:pt x="923" y="684"/>
                      </a:lnTo>
                      <a:lnTo>
                        <a:pt x="886" y="517"/>
                      </a:lnTo>
                      <a:lnTo>
                        <a:pt x="831" y="370"/>
                      </a:lnTo>
                      <a:lnTo>
                        <a:pt x="776" y="241"/>
                      </a:lnTo>
                      <a:lnTo>
                        <a:pt x="702" y="148"/>
                      </a:lnTo>
                      <a:lnTo>
                        <a:pt x="628" y="56"/>
                      </a:lnTo>
                      <a:lnTo>
                        <a:pt x="536" y="19"/>
                      </a:lnTo>
                      <a:lnTo>
                        <a:pt x="44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9" name="Google Shape;1169;p31"/>
                <p:cNvSpPr/>
                <p:nvPr/>
              </p:nvSpPr>
              <p:spPr>
                <a:xfrm>
                  <a:off x="8499431" y="3705852"/>
                  <a:ext cx="47467" cy="33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5" h="1753" extrusionOk="0">
                      <a:moveTo>
                        <a:pt x="1882" y="0"/>
                      </a:moveTo>
                      <a:lnTo>
                        <a:pt x="1716" y="18"/>
                      </a:lnTo>
                      <a:lnTo>
                        <a:pt x="1550" y="37"/>
                      </a:lnTo>
                      <a:lnTo>
                        <a:pt x="1384" y="74"/>
                      </a:lnTo>
                      <a:lnTo>
                        <a:pt x="1218" y="129"/>
                      </a:lnTo>
                      <a:lnTo>
                        <a:pt x="1070" y="185"/>
                      </a:lnTo>
                      <a:lnTo>
                        <a:pt x="923" y="258"/>
                      </a:lnTo>
                      <a:lnTo>
                        <a:pt x="793" y="351"/>
                      </a:lnTo>
                      <a:lnTo>
                        <a:pt x="646" y="443"/>
                      </a:lnTo>
                      <a:lnTo>
                        <a:pt x="535" y="554"/>
                      </a:lnTo>
                      <a:lnTo>
                        <a:pt x="406" y="664"/>
                      </a:lnTo>
                      <a:lnTo>
                        <a:pt x="295" y="793"/>
                      </a:lnTo>
                      <a:lnTo>
                        <a:pt x="203" y="941"/>
                      </a:lnTo>
                      <a:lnTo>
                        <a:pt x="111" y="1089"/>
                      </a:lnTo>
                      <a:lnTo>
                        <a:pt x="37" y="1236"/>
                      </a:lnTo>
                      <a:lnTo>
                        <a:pt x="19" y="1310"/>
                      </a:lnTo>
                      <a:lnTo>
                        <a:pt x="0" y="1384"/>
                      </a:lnTo>
                      <a:lnTo>
                        <a:pt x="19" y="1439"/>
                      </a:lnTo>
                      <a:lnTo>
                        <a:pt x="37" y="1513"/>
                      </a:lnTo>
                      <a:lnTo>
                        <a:pt x="55" y="1568"/>
                      </a:lnTo>
                      <a:lnTo>
                        <a:pt x="92" y="1624"/>
                      </a:lnTo>
                      <a:lnTo>
                        <a:pt x="203" y="1697"/>
                      </a:lnTo>
                      <a:lnTo>
                        <a:pt x="314" y="1734"/>
                      </a:lnTo>
                      <a:lnTo>
                        <a:pt x="369" y="1753"/>
                      </a:lnTo>
                      <a:lnTo>
                        <a:pt x="424" y="1734"/>
                      </a:lnTo>
                      <a:lnTo>
                        <a:pt x="480" y="1716"/>
                      </a:lnTo>
                      <a:lnTo>
                        <a:pt x="535" y="1679"/>
                      </a:lnTo>
                      <a:lnTo>
                        <a:pt x="591" y="1642"/>
                      </a:lnTo>
                      <a:lnTo>
                        <a:pt x="627" y="1568"/>
                      </a:lnTo>
                      <a:lnTo>
                        <a:pt x="720" y="1384"/>
                      </a:lnTo>
                      <a:lnTo>
                        <a:pt x="849" y="1199"/>
                      </a:lnTo>
                      <a:lnTo>
                        <a:pt x="1015" y="1033"/>
                      </a:lnTo>
                      <a:lnTo>
                        <a:pt x="1181" y="886"/>
                      </a:lnTo>
                      <a:lnTo>
                        <a:pt x="1384" y="775"/>
                      </a:lnTo>
                      <a:lnTo>
                        <a:pt x="1587" y="701"/>
                      </a:lnTo>
                      <a:lnTo>
                        <a:pt x="1698" y="664"/>
                      </a:lnTo>
                      <a:lnTo>
                        <a:pt x="2030" y="664"/>
                      </a:lnTo>
                      <a:lnTo>
                        <a:pt x="2122" y="683"/>
                      </a:lnTo>
                      <a:lnTo>
                        <a:pt x="2177" y="664"/>
                      </a:lnTo>
                      <a:lnTo>
                        <a:pt x="2251" y="646"/>
                      </a:lnTo>
                      <a:lnTo>
                        <a:pt x="2306" y="609"/>
                      </a:lnTo>
                      <a:lnTo>
                        <a:pt x="2343" y="554"/>
                      </a:lnTo>
                      <a:lnTo>
                        <a:pt x="2399" y="517"/>
                      </a:lnTo>
                      <a:lnTo>
                        <a:pt x="2436" y="387"/>
                      </a:lnTo>
                      <a:lnTo>
                        <a:pt x="2454" y="277"/>
                      </a:lnTo>
                      <a:lnTo>
                        <a:pt x="2454" y="221"/>
                      </a:lnTo>
                      <a:lnTo>
                        <a:pt x="2436" y="166"/>
                      </a:lnTo>
                      <a:lnTo>
                        <a:pt x="2399" y="111"/>
                      </a:lnTo>
                      <a:lnTo>
                        <a:pt x="2343" y="74"/>
                      </a:lnTo>
                      <a:lnTo>
                        <a:pt x="2288" y="37"/>
                      </a:lnTo>
                      <a:lnTo>
                        <a:pt x="2214" y="18"/>
                      </a:lnTo>
                      <a:lnTo>
                        <a:pt x="204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21E60A9-F624-7515-6B4F-AC829CE2EF31}"/>
              </a:ext>
            </a:extLst>
          </p:cNvPr>
          <p:cNvSpPr txBox="1"/>
          <p:nvPr/>
        </p:nvSpPr>
        <p:spPr>
          <a:xfrm>
            <a:off x="2371743" y="174147"/>
            <a:ext cx="6505642" cy="517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dirty="0"/>
              <a:t>To address this problem, I developed a </a:t>
            </a:r>
            <a:r>
              <a:rPr lang="en-US" sz="1500" b="1" dirty="0"/>
              <a:t>Machine Learning-based classification system</a:t>
            </a:r>
            <a:r>
              <a:rPr lang="en-US" sz="1500" dirty="0"/>
              <a:t> that predicts whether a student is likely to drop out.</a:t>
            </a:r>
          </a:p>
          <a:p>
            <a:pPr>
              <a:lnSpc>
                <a:spcPct val="150000"/>
              </a:lnSpc>
              <a:buNone/>
            </a:pPr>
            <a:endParaRPr lang="en-US" sz="1500" dirty="0"/>
          </a:p>
          <a:p>
            <a:pPr>
              <a:lnSpc>
                <a:spcPct val="150000"/>
              </a:lnSpc>
              <a:buNone/>
            </a:pPr>
            <a:r>
              <a:rPr lang="en-US" sz="1500" dirty="0"/>
              <a:t>The system works by analyzing multiple factors, including: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Academic performance (GPA, attendance)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Behavioral patterns (study hours, assignment delays)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Socio-economic background (income, scholarships) </a:t>
            </a:r>
          </a:p>
          <a:p>
            <a:pPr>
              <a:lnSpc>
                <a:spcPct val="150000"/>
              </a:lnSpc>
              <a:buNone/>
            </a:pPr>
            <a:r>
              <a:rPr lang="en-US" sz="1500" b="1" dirty="0"/>
              <a:t>🔍 Key Capabilities: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Identifies patterns and relationships in student data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Predicts dropout probability before it happens 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This solution enables: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Early identification of at-risk students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Timely intervention strategies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Improved student retention and success rates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43"/>
          <p:cNvSpPr txBox="1">
            <a:spLocks noGrp="1"/>
          </p:cNvSpPr>
          <p:nvPr>
            <p:ph type="title"/>
          </p:nvPr>
        </p:nvSpPr>
        <p:spPr>
          <a:xfrm>
            <a:off x="457200" y="54457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DATASET EXPLANATION</a:t>
            </a:r>
            <a:endParaRPr dirty="0"/>
          </a:p>
        </p:txBody>
      </p:sp>
      <p:grpSp>
        <p:nvGrpSpPr>
          <p:cNvPr id="2210" name="Google Shape;2210;p43"/>
          <p:cNvGrpSpPr/>
          <p:nvPr/>
        </p:nvGrpSpPr>
        <p:grpSpPr>
          <a:xfrm rot="1291128" flipH="1">
            <a:off x="194390" y="3776183"/>
            <a:ext cx="1771191" cy="1217815"/>
            <a:chOff x="11141475" y="1756488"/>
            <a:chExt cx="1904675" cy="1309725"/>
          </a:xfrm>
        </p:grpSpPr>
        <p:sp>
          <p:nvSpPr>
            <p:cNvPr id="2211" name="Google Shape;2211;p43"/>
            <p:cNvSpPr/>
            <p:nvPr/>
          </p:nvSpPr>
          <p:spPr>
            <a:xfrm>
              <a:off x="11435650" y="1941363"/>
              <a:ext cx="1269300" cy="1007950"/>
            </a:xfrm>
            <a:custGeom>
              <a:avLst/>
              <a:gdLst/>
              <a:ahLst/>
              <a:cxnLst/>
              <a:rect l="l" t="t" r="r" b="b"/>
              <a:pathLst>
                <a:path w="50772" h="40318" extrusionOk="0">
                  <a:moveTo>
                    <a:pt x="4315" y="0"/>
                  </a:moveTo>
                  <a:lnTo>
                    <a:pt x="19" y="23571"/>
                  </a:lnTo>
                  <a:lnTo>
                    <a:pt x="0" y="23704"/>
                  </a:lnTo>
                  <a:lnTo>
                    <a:pt x="19" y="24084"/>
                  </a:lnTo>
                  <a:lnTo>
                    <a:pt x="19" y="24350"/>
                  </a:lnTo>
                  <a:lnTo>
                    <a:pt x="57" y="24673"/>
                  </a:lnTo>
                  <a:lnTo>
                    <a:pt x="114" y="25054"/>
                  </a:lnTo>
                  <a:lnTo>
                    <a:pt x="190" y="25453"/>
                  </a:lnTo>
                  <a:lnTo>
                    <a:pt x="304" y="25909"/>
                  </a:lnTo>
                  <a:lnTo>
                    <a:pt x="456" y="26403"/>
                  </a:lnTo>
                  <a:lnTo>
                    <a:pt x="627" y="26935"/>
                  </a:lnTo>
                  <a:lnTo>
                    <a:pt x="856" y="27487"/>
                  </a:lnTo>
                  <a:lnTo>
                    <a:pt x="1141" y="28076"/>
                  </a:lnTo>
                  <a:lnTo>
                    <a:pt x="1464" y="28684"/>
                  </a:lnTo>
                  <a:lnTo>
                    <a:pt x="1844" y="29311"/>
                  </a:lnTo>
                  <a:lnTo>
                    <a:pt x="2300" y="29939"/>
                  </a:lnTo>
                  <a:lnTo>
                    <a:pt x="2547" y="30262"/>
                  </a:lnTo>
                  <a:lnTo>
                    <a:pt x="2813" y="30585"/>
                  </a:lnTo>
                  <a:lnTo>
                    <a:pt x="3080" y="30927"/>
                  </a:lnTo>
                  <a:lnTo>
                    <a:pt x="3384" y="31250"/>
                  </a:lnTo>
                  <a:lnTo>
                    <a:pt x="3707" y="31592"/>
                  </a:lnTo>
                  <a:lnTo>
                    <a:pt x="4049" y="31916"/>
                  </a:lnTo>
                  <a:lnTo>
                    <a:pt x="4410" y="32258"/>
                  </a:lnTo>
                  <a:lnTo>
                    <a:pt x="4790" y="32581"/>
                  </a:lnTo>
                  <a:lnTo>
                    <a:pt x="5189" y="32923"/>
                  </a:lnTo>
                  <a:lnTo>
                    <a:pt x="5608" y="33246"/>
                  </a:lnTo>
                  <a:lnTo>
                    <a:pt x="6064" y="33588"/>
                  </a:lnTo>
                  <a:lnTo>
                    <a:pt x="6520" y="33912"/>
                  </a:lnTo>
                  <a:lnTo>
                    <a:pt x="7014" y="34235"/>
                  </a:lnTo>
                  <a:lnTo>
                    <a:pt x="7528" y="34558"/>
                  </a:lnTo>
                  <a:lnTo>
                    <a:pt x="8079" y="34881"/>
                  </a:lnTo>
                  <a:lnTo>
                    <a:pt x="8630" y="35204"/>
                  </a:lnTo>
                  <a:lnTo>
                    <a:pt x="9219" y="35508"/>
                  </a:lnTo>
                  <a:lnTo>
                    <a:pt x="9847" y="35812"/>
                  </a:lnTo>
                  <a:lnTo>
                    <a:pt x="10493" y="36116"/>
                  </a:lnTo>
                  <a:lnTo>
                    <a:pt x="11158" y="36421"/>
                  </a:lnTo>
                  <a:lnTo>
                    <a:pt x="11861" y="36706"/>
                  </a:lnTo>
                  <a:lnTo>
                    <a:pt x="12584" y="36991"/>
                  </a:lnTo>
                  <a:lnTo>
                    <a:pt x="13344" y="37276"/>
                  </a:lnTo>
                  <a:lnTo>
                    <a:pt x="14123" y="37542"/>
                  </a:lnTo>
                  <a:lnTo>
                    <a:pt x="14941" y="37808"/>
                  </a:lnTo>
                  <a:lnTo>
                    <a:pt x="15777" y="38074"/>
                  </a:lnTo>
                  <a:lnTo>
                    <a:pt x="16671" y="38321"/>
                  </a:lnTo>
                  <a:lnTo>
                    <a:pt x="17583" y="38550"/>
                  </a:lnTo>
                  <a:lnTo>
                    <a:pt x="18514" y="38797"/>
                  </a:lnTo>
                  <a:lnTo>
                    <a:pt x="19484" y="39006"/>
                  </a:lnTo>
                  <a:lnTo>
                    <a:pt x="20510" y="39215"/>
                  </a:lnTo>
                  <a:lnTo>
                    <a:pt x="21537" y="39424"/>
                  </a:lnTo>
                  <a:lnTo>
                    <a:pt x="22601" y="39595"/>
                  </a:lnTo>
                  <a:lnTo>
                    <a:pt x="23609" y="39766"/>
                  </a:lnTo>
                  <a:lnTo>
                    <a:pt x="24597" y="39899"/>
                  </a:lnTo>
                  <a:lnTo>
                    <a:pt x="25548" y="40013"/>
                  </a:lnTo>
                  <a:lnTo>
                    <a:pt x="26479" y="40108"/>
                  </a:lnTo>
                  <a:lnTo>
                    <a:pt x="27391" y="40184"/>
                  </a:lnTo>
                  <a:lnTo>
                    <a:pt x="28266" y="40241"/>
                  </a:lnTo>
                  <a:lnTo>
                    <a:pt x="29121" y="40279"/>
                  </a:lnTo>
                  <a:lnTo>
                    <a:pt x="29939" y="40317"/>
                  </a:lnTo>
                  <a:lnTo>
                    <a:pt x="30737" y="40317"/>
                  </a:lnTo>
                  <a:lnTo>
                    <a:pt x="31497" y="40298"/>
                  </a:lnTo>
                  <a:lnTo>
                    <a:pt x="32258" y="40279"/>
                  </a:lnTo>
                  <a:lnTo>
                    <a:pt x="32980" y="40222"/>
                  </a:lnTo>
                  <a:lnTo>
                    <a:pt x="33664" y="40165"/>
                  </a:lnTo>
                  <a:lnTo>
                    <a:pt x="34348" y="40089"/>
                  </a:lnTo>
                  <a:lnTo>
                    <a:pt x="34995" y="40013"/>
                  </a:lnTo>
                  <a:lnTo>
                    <a:pt x="35622" y="39918"/>
                  </a:lnTo>
                  <a:lnTo>
                    <a:pt x="36211" y="39804"/>
                  </a:lnTo>
                  <a:lnTo>
                    <a:pt x="36801" y="39671"/>
                  </a:lnTo>
                  <a:lnTo>
                    <a:pt x="37352" y="39538"/>
                  </a:lnTo>
                  <a:lnTo>
                    <a:pt x="37884" y="39405"/>
                  </a:lnTo>
                  <a:lnTo>
                    <a:pt x="38416" y="39234"/>
                  </a:lnTo>
                  <a:lnTo>
                    <a:pt x="38911" y="39082"/>
                  </a:lnTo>
                  <a:lnTo>
                    <a:pt x="39386" y="38911"/>
                  </a:lnTo>
                  <a:lnTo>
                    <a:pt x="39842" y="38721"/>
                  </a:lnTo>
                  <a:lnTo>
                    <a:pt x="40279" y="38531"/>
                  </a:lnTo>
                  <a:lnTo>
                    <a:pt x="40678" y="38340"/>
                  </a:lnTo>
                  <a:lnTo>
                    <a:pt x="41077" y="38131"/>
                  </a:lnTo>
                  <a:lnTo>
                    <a:pt x="41458" y="37941"/>
                  </a:lnTo>
                  <a:lnTo>
                    <a:pt x="41819" y="37713"/>
                  </a:lnTo>
                  <a:lnTo>
                    <a:pt x="42161" y="37504"/>
                  </a:lnTo>
                  <a:lnTo>
                    <a:pt x="42503" y="37295"/>
                  </a:lnTo>
                  <a:lnTo>
                    <a:pt x="42807" y="37067"/>
                  </a:lnTo>
                  <a:lnTo>
                    <a:pt x="43111" y="36839"/>
                  </a:lnTo>
                  <a:lnTo>
                    <a:pt x="43644" y="36383"/>
                  </a:lnTo>
                  <a:lnTo>
                    <a:pt x="44119" y="35926"/>
                  </a:lnTo>
                  <a:lnTo>
                    <a:pt x="44556" y="35470"/>
                  </a:lnTo>
                  <a:lnTo>
                    <a:pt x="44936" y="35033"/>
                  </a:lnTo>
                  <a:lnTo>
                    <a:pt x="45259" y="34596"/>
                  </a:lnTo>
                  <a:lnTo>
                    <a:pt x="45525" y="34178"/>
                  </a:lnTo>
                  <a:lnTo>
                    <a:pt x="45754" y="33778"/>
                  </a:lnTo>
                  <a:lnTo>
                    <a:pt x="45963" y="33417"/>
                  </a:lnTo>
                  <a:lnTo>
                    <a:pt x="46115" y="33094"/>
                  </a:lnTo>
                  <a:lnTo>
                    <a:pt x="46229" y="32790"/>
                  </a:lnTo>
                  <a:lnTo>
                    <a:pt x="46324" y="32543"/>
                  </a:lnTo>
                  <a:lnTo>
                    <a:pt x="46438" y="32182"/>
                  </a:lnTo>
                  <a:lnTo>
                    <a:pt x="46476" y="32049"/>
                  </a:lnTo>
                  <a:lnTo>
                    <a:pt x="50772" y="8497"/>
                  </a:lnTo>
                  <a:lnTo>
                    <a:pt x="4315" y="0"/>
                  </a:lnTo>
                  <a:close/>
                </a:path>
              </a:pathLst>
            </a:custGeom>
            <a:solidFill>
              <a:srgbClr val="3C4D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3"/>
            <p:cNvSpPr/>
            <p:nvPr/>
          </p:nvSpPr>
          <p:spPr>
            <a:xfrm>
              <a:off x="11141475" y="1756488"/>
              <a:ext cx="1904675" cy="937150"/>
            </a:xfrm>
            <a:custGeom>
              <a:avLst/>
              <a:gdLst/>
              <a:ahLst/>
              <a:cxnLst/>
              <a:rect l="l" t="t" r="r" b="b"/>
              <a:pathLst>
                <a:path w="76187" h="37486" extrusionOk="0">
                  <a:moveTo>
                    <a:pt x="40850" y="1"/>
                  </a:moveTo>
                  <a:lnTo>
                    <a:pt x="40470" y="20"/>
                  </a:lnTo>
                  <a:lnTo>
                    <a:pt x="40090" y="58"/>
                  </a:lnTo>
                  <a:lnTo>
                    <a:pt x="39748" y="134"/>
                  </a:lnTo>
                  <a:lnTo>
                    <a:pt x="39405" y="229"/>
                  </a:lnTo>
                  <a:lnTo>
                    <a:pt x="1446" y="11862"/>
                  </a:lnTo>
                  <a:lnTo>
                    <a:pt x="1122" y="11976"/>
                  </a:lnTo>
                  <a:lnTo>
                    <a:pt x="856" y="12109"/>
                  </a:lnTo>
                  <a:lnTo>
                    <a:pt x="628" y="12242"/>
                  </a:lnTo>
                  <a:lnTo>
                    <a:pt x="419" y="12395"/>
                  </a:lnTo>
                  <a:lnTo>
                    <a:pt x="267" y="12566"/>
                  </a:lnTo>
                  <a:lnTo>
                    <a:pt x="134" y="12737"/>
                  </a:lnTo>
                  <a:lnTo>
                    <a:pt x="58" y="12908"/>
                  </a:lnTo>
                  <a:lnTo>
                    <a:pt x="1" y="13098"/>
                  </a:lnTo>
                  <a:lnTo>
                    <a:pt x="1" y="13307"/>
                  </a:lnTo>
                  <a:lnTo>
                    <a:pt x="20" y="13497"/>
                  </a:lnTo>
                  <a:lnTo>
                    <a:pt x="77" y="13706"/>
                  </a:lnTo>
                  <a:lnTo>
                    <a:pt x="191" y="13915"/>
                  </a:lnTo>
                  <a:lnTo>
                    <a:pt x="343" y="14105"/>
                  </a:lnTo>
                  <a:lnTo>
                    <a:pt x="514" y="14314"/>
                  </a:lnTo>
                  <a:lnTo>
                    <a:pt x="742" y="14523"/>
                  </a:lnTo>
                  <a:lnTo>
                    <a:pt x="1008" y="14714"/>
                  </a:lnTo>
                  <a:lnTo>
                    <a:pt x="32429" y="36288"/>
                  </a:lnTo>
                  <a:lnTo>
                    <a:pt x="32715" y="36478"/>
                  </a:lnTo>
                  <a:lnTo>
                    <a:pt x="33038" y="36649"/>
                  </a:lnTo>
                  <a:lnTo>
                    <a:pt x="33380" y="36801"/>
                  </a:lnTo>
                  <a:lnTo>
                    <a:pt x="33741" y="36954"/>
                  </a:lnTo>
                  <a:lnTo>
                    <a:pt x="34102" y="37068"/>
                  </a:lnTo>
                  <a:lnTo>
                    <a:pt x="34501" y="37182"/>
                  </a:lnTo>
                  <a:lnTo>
                    <a:pt x="34881" y="37277"/>
                  </a:lnTo>
                  <a:lnTo>
                    <a:pt x="35281" y="37353"/>
                  </a:lnTo>
                  <a:lnTo>
                    <a:pt x="35699" y="37410"/>
                  </a:lnTo>
                  <a:lnTo>
                    <a:pt x="36098" y="37448"/>
                  </a:lnTo>
                  <a:lnTo>
                    <a:pt x="36497" y="37467"/>
                  </a:lnTo>
                  <a:lnTo>
                    <a:pt x="36896" y="37486"/>
                  </a:lnTo>
                  <a:lnTo>
                    <a:pt x="37277" y="37467"/>
                  </a:lnTo>
                  <a:lnTo>
                    <a:pt x="37638" y="37429"/>
                  </a:lnTo>
                  <a:lnTo>
                    <a:pt x="37999" y="37372"/>
                  </a:lnTo>
                  <a:lnTo>
                    <a:pt x="38341" y="37296"/>
                  </a:lnTo>
                  <a:lnTo>
                    <a:pt x="74685" y="27335"/>
                  </a:lnTo>
                  <a:lnTo>
                    <a:pt x="74989" y="27221"/>
                  </a:lnTo>
                  <a:lnTo>
                    <a:pt x="75255" y="27107"/>
                  </a:lnTo>
                  <a:lnTo>
                    <a:pt x="75503" y="26974"/>
                  </a:lnTo>
                  <a:lnTo>
                    <a:pt x="75712" y="26822"/>
                  </a:lnTo>
                  <a:lnTo>
                    <a:pt x="75883" y="26670"/>
                  </a:lnTo>
                  <a:lnTo>
                    <a:pt x="76016" y="26499"/>
                  </a:lnTo>
                  <a:lnTo>
                    <a:pt x="76111" y="26309"/>
                  </a:lnTo>
                  <a:lnTo>
                    <a:pt x="76168" y="26119"/>
                  </a:lnTo>
                  <a:lnTo>
                    <a:pt x="76187" y="25910"/>
                  </a:lnTo>
                  <a:lnTo>
                    <a:pt x="76168" y="25700"/>
                  </a:lnTo>
                  <a:lnTo>
                    <a:pt x="76111" y="25491"/>
                  </a:lnTo>
                  <a:lnTo>
                    <a:pt x="76016" y="25282"/>
                  </a:lnTo>
                  <a:lnTo>
                    <a:pt x="75883" y="25073"/>
                  </a:lnTo>
                  <a:lnTo>
                    <a:pt x="75712" y="24864"/>
                  </a:lnTo>
                  <a:lnTo>
                    <a:pt x="75503" y="24636"/>
                  </a:lnTo>
                  <a:lnTo>
                    <a:pt x="75255" y="24427"/>
                  </a:lnTo>
                  <a:lnTo>
                    <a:pt x="45184" y="1275"/>
                  </a:lnTo>
                  <a:lnTo>
                    <a:pt x="44899" y="1065"/>
                  </a:lnTo>
                  <a:lnTo>
                    <a:pt x="44595" y="875"/>
                  </a:lnTo>
                  <a:lnTo>
                    <a:pt x="44272" y="723"/>
                  </a:lnTo>
                  <a:lnTo>
                    <a:pt x="43929" y="571"/>
                  </a:lnTo>
                  <a:lnTo>
                    <a:pt x="43568" y="419"/>
                  </a:lnTo>
                  <a:lnTo>
                    <a:pt x="43188" y="305"/>
                  </a:lnTo>
                  <a:lnTo>
                    <a:pt x="42808" y="210"/>
                  </a:lnTo>
                  <a:lnTo>
                    <a:pt x="42409" y="134"/>
                  </a:lnTo>
                  <a:lnTo>
                    <a:pt x="42010" y="58"/>
                  </a:lnTo>
                  <a:lnTo>
                    <a:pt x="41629" y="20"/>
                  </a:lnTo>
                  <a:lnTo>
                    <a:pt x="412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3"/>
            <p:cNvSpPr/>
            <p:nvPr/>
          </p:nvSpPr>
          <p:spPr>
            <a:xfrm>
              <a:off x="12867925" y="2398513"/>
              <a:ext cx="168725" cy="667700"/>
            </a:xfrm>
            <a:custGeom>
              <a:avLst/>
              <a:gdLst/>
              <a:ahLst/>
              <a:cxnLst/>
              <a:rect l="l" t="t" r="r" b="b"/>
              <a:pathLst>
                <a:path w="6749" h="26708" extrusionOk="0">
                  <a:moveTo>
                    <a:pt x="6350" y="0"/>
                  </a:moveTo>
                  <a:lnTo>
                    <a:pt x="6292" y="19"/>
                  </a:lnTo>
                  <a:lnTo>
                    <a:pt x="6235" y="58"/>
                  </a:lnTo>
                  <a:lnTo>
                    <a:pt x="6178" y="96"/>
                  </a:lnTo>
                  <a:lnTo>
                    <a:pt x="6140" y="153"/>
                  </a:lnTo>
                  <a:lnTo>
                    <a:pt x="6121" y="210"/>
                  </a:lnTo>
                  <a:lnTo>
                    <a:pt x="6102" y="267"/>
                  </a:lnTo>
                  <a:lnTo>
                    <a:pt x="3270" y="15759"/>
                  </a:lnTo>
                  <a:lnTo>
                    <a:pt x="3080" y="15778"/>
                  </a:lnTo>
                  <a:lnTo>
                    <a:pt x="2909" y="15797"/>
                  </a:lnTo>
                  <a:lnTo>
                    <a:pt x="2738" y="15854"/>
                  </a:lnTo>
                  <a:lnTo>
                    <a:pt x="2567" y="15911"/>
                  </a:lnTo>
                  <a:lnTo>
                    <a:pt x="2396" y="15968"/>
                  </a:lnTo>
                  <a:lnTo>
                    <a:pt x="2244" y="16063"/>
                  </a:lnTo>
                  <a:lnTo>
                    <a:pt x="2092" y="16158"/>
                  </a:lnTo>
                  <a:lnTo>
                    <a:pt x="1959" y="16253"/>
                  </a:lnTo>
                  <a:lnTo>
                    <a:pt x="1826" y="16386"/>
                  </a:lnTo>
                  <a:lnTo>
                    <a:pt x="1711" y="16500"/>
                  </a:lnTo>
                  <a:lnTo>
                    <a:pt x="1597" y="16652"/>
                  </a:lnTo>
                  <a:lnTo>
                    <a:pt x="1502" y="16804"/>
                  </a:lnTo>
                  <a:lnTo>
                    <a:pt x="1407" y="16956"/>
                  </a:lnTo>
                  <a:lnTo>
                    <a:pt x="1350" y="17127"/>
                  </a:lnTo>
                  <a:lnTo>
                    <a:pt x="1293" y="17298"/>
                  </a:lnTo>
                  <a:lnTo>
                    <a:pt x="1236" y="17488"/>
                  </a:lnTo>
                  <a:lnTo>
                    <a:pt x="1217" y="17754"/>
                  </a:lnTo>
                  <a:lnTo>
                    <a:pt x="1217" y="18002"/>
                  </a:lnTo>
                  <a:lnTo>
                    <a:pt x="1255" y="18249"/>
                  </a:lnTo>
                  <a:lnTo>
                    <a:pt x="1312" y="18496"/>
                  </a:lnTo>
                  <a:lnTo>
                    <a:pt x="1407" y="18724"/>
                  </a:lnTo>
                  <a:lnTo>
                    <a:pt x="1521" y="18933"/>
                  </a:lnTo>
                  <a:lnTo>
                    <a:pt x="1654" y="19142"/>
                  </a:lnTo>
                  <a:lnTo>
                    <a:pt x="1826" y="19332"/>
                  </a:lnTo>
                  <a:lnTo>
                    <a:pt x="1559" y="19655"/>
                  </a:lnTo>
                  <a:lnTo>
                    <a:pt x="1312" y="20035"/>
                  </a:lnTo>
                  <a:lnTo>
                    <a:pt x="1084" y="20473"/>
                  </a:lnTo>
                  <a:lnTo>
                    <a:pt x="856" y="20948"/>
                  </a:lnTo>
                  <a:lnTo>
                    <a:pt x="666" y="21461"/>
                  </a:lnTo>
                  <a:lnTo>
                    <a:pt x="476" y="22031"/>
                  </a:lnTo>
                  <a:lnTo>
                    <a:pt x="324" y="22621"/>
                  </a:lnTo>
                  <a:lnTo>
                    <a:pt x="191" y="23229"/>
                  </a:lnTo>
                  <a:lnTo>
                    <a:pt x="134" y="23628"/>
                  </a:lnTo>
                  <a:lnTo>
                    <a:pt x="77" y="24027"/>
                  </a:lnTo>
                  <a:lnTo>
                    <a:pt x="39" y="24407"/>
                  </a:lnTo>
                  <a:lnTo>
                    <a:pt x="20" y="24788"/>
                  </a:lnTo>
                  <a:lnTo>
                    <a:pt x="1" y="25168"/>
                  </a:lnTo>
                  <a:lnTo>
                    <a:pt x="20" y="25510"/>
                  </a:lnTo>
                  <a:lnTo>
                    <a:pt x="20" y="25852"/>
                  </a:lnTo>
                  <a:lnTo>
                    <a:pt x="58" y="26194"/>
                  </a:lnTo>
                  <a:lnTo>
                    <a:pt x="3441" y="26707"/>
                  </a:lnTo>
                  <a:lnTo>
                    <a:pt x="3593" y="26422"/>
                  </a:lnTo>
                  <a:lnTo>
                    <a:pt x="3726" y="26118"/>
                  </a:lnTo>
                  <a:lnTo>
                    <a:pt x="3840" y="25795"/>
                  </a:lnTo>
                  <a:lnTo>
                    <a:pt x="3954" y="25453"/>
                  </a:lnTo>
                  <a:lnTo>
                    <a:pt x="4068" y="25092"/>
                  </a:lnTo>
                  <a:lnTo>
                    <a:pt x="4164" y="24731"/>
                  </a:lnTo>
                  <a:lnTo>
                    <a:pt x="4240" y="24350"/>
                  </a:lnTo>
                  <a:lnTo>
                    <a:pt x="4316" y="23970"/>
                  </a:lnTo>
                  <a:lnTo>
                    <a:pt x="4411" y="23343"/>
                  </a:lnTo>
                  <a:lnTo>
                    <a:pt x="4487" y="22754"/>
                  </a:lnTo>
                  <a:lnTo>
                    <a:pt x="4506" y="22164"/>
                  </a:lnTo>
                  <a:lnTo>
                    <a:pt x="4506" y="21613"/>
                  </a:lnTo>
                  <a:lnTo>
                    <a:pt x="4468" y="21081"/>
                  </a:lnTo>
                  <a:lnTo>
                    <a:pt x="4411" y="20606"/>
                  </a:lnTo>
                  <a:lnTo>
                    <a:pt x="4316" y="20169"/>
                  </a:lnTo>
                  <a:lnTo>
                    <a:pt x="4183" y="19769"/>
                  </a:lnTo>
                  <a:lnTo>
                    <a:pt x="4392" y="19655"/>
                  </a:lnTo>
                  <a:lnTo>
                    <a:pt x="4601" y="19503"/>
                  </a:lnTo>
                  <a:lnTo>
                    <a:pt x="4791" y="19351"/>
                  </a:lnTo>
                  <a:lnTo>
                    <a:pt x="4962" y="19161"/>
                  </a:lnTo>
                  <a:lnTo>
                    <a:pt x="5095" y="18952"/>
                  </a:lnTo>
                  <a:lnTo>
                    <a:pt x="5209" y="18724"/>
                  </a:lnTo>
                  <a:lnTo>
                    <a:pt x="5304" y="18496"/>
                  </a:lnTo>
                  <a:lnTo>
                    <a:pt x="5380" y="18230"/>
                  </a:lnTo>
                  <a:lnTo>
                    <a:pt x="5399" y="18040"/>
                  </a:lnTo>
                  <a:lnTo>
                    <a:pt x="5399" y="17849"/>
                  </a:lnTo>
                  <a:lnTo>
                    <a:pt x="5399" y="17640"/>
                  </a:lnTo>
                  <a:lnTo>
                    <a:pt x="5361" y="17469"/>
                  </a:lnTo>
                  <a:lnTo>
                    <a:pt x="5323" y="17279"/>
                  </a:lnTo>
                  <a:lnTo>
                    <a:pt x="5266" y="17108"/>
                  </a:lnTo>
                  <a:lnTo>
                    <a:pt x="5190" y="16937"/>
                  </a:lnTo>
                  <a:lnTo>
                    <a:pt x="5095" y="16766"/>
                  </a:lnTo>
                  <a:lnTo>
                    <a:pt x="4981" y="16614"/>
                  </a:lnTo>
                  <a:lnTo>
                    <a:pt x="4867" y="16462"/>
                  </a:lnTo>
                  <a:lnTo>
                    <a:pt x="4734" y="16329"/>
                  </a:lnTo>
                  <a:lnTo>
                    <a:pt x="4601" y="16215"/>
                  </a:lnTo>
                  <a:lnTo>
                    <a:pt x="4449" y="16101"/>
                  </a:lnTo>
                  <a:lnTo>
                    <a:pt x="4278" y="16006"/>
                  </a:lnTo>
                  <a:lnTo>
                    <a:pt x="4107" y="15930"/>
                  </a:lnTo>
                  <a:lnTo>
                    <a:pt x="3916" y="15873"/>
                  </a:lnTo>
                  <a:lnTo>
                    <a:pt x="6749" y="381"/>
                  </a:lnTo>
                  <a:lnTo>
                    <a:pt x="6749" y="324"/>
                  </a:lnTo>
                  <a:lnTo>
                    <a:pt x="6749" y="248"/>
                  </a:lnTo>
                  <a:lnTo>
                    <a:pt x="6730" y="191"/>
                  </a:lnTo>
                  <a:lnTo>
                    <a:pt x="6692" y="134"/>
                  </a:lnTo>
                  <a:lnTo>
                    <a:pt x="6654" y="96"/>
                  </a:lnTo>
                  <a:lnTo>
                    <a:pt x="6597" y="58"/>
                  </a:lnTo>
                  <a:lnTo>
                    <a:pt x="6540" y="19"/>
                  </a:lnTo>
                  <a:lnTo>
                    <a:pt x="64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4" name="Google Shape;2214;p43"/>
          <p:cNvGrpSpPr/>
          <p:nvPr/>
        </p:nvGrpSpPr>
        <p:grpSpPr>
          <a:xfrm>
            <a:off x="113370" y="990333"/>
            <a:ext cx="2000675" cy="1895175"/>
            <a:chOff x="834450" y="3446275"/>
            <a:chExt cx="2000675" cy="1895175"/>
          </a:xfrm>
        </p:grpSpPr>
        <p:sp>
          <p:nvSpPr>
            <p:cNvPr id="2215" name="Google Shape;2215;p43"/>
            <p:cNvSpPr/>
            <p:nvPr/>
          </p:nvSpPr>
          <p:spPr>
            <a:xfrm>
              <a:off x="834450" y="3446275"/>
              <a:ext cx="2000675" cy="1895175"/>
            </a:xfrm>
            <a:custGeom>
              <a:avLst/>
              <a:gdLst/>
              <a:ahLst/>
              <a:cxnLst/>
              <a:rect l="l" t="t" r="r" b="b"/>
              <a:pathLst>
                <a:path w="80027" h="75807" extrusionOk="0">
                  <a:moveTo>
                    <a:pt x="52312" y="1"/>
                  </a:moveTo>
                  <a:lnTo>
                    <a:pt x="52046" y="20"/>
                  </a:lnTo>
                  <a:lnTo>
                    <a:pt x="51780" y="58"/>
                  </a:lnTo>
                  <a:lnTo>
                    <a:pt x="51513" y="134"/>
                  </a:lnTo>
                  <a:lnTo>
                    <a:pt x="51247" y="229"/>
                  </a:lnTo>
                  <a:lnTo>
                    <a:pt x="51000" y="362"/>
                  </a:lnTo>
                  <a:lnTo>
                    <a:pt x="50753" y="514"/>
                  </a:lnTo>
                  <a:lnTo>
                    <a:pt x="1179" y="35699"/>
                  </a:lnTo>
                  <a:lnTo>
                    <a:pt x="970" y="35870"/>
                  </a:lnTo>
                  <a:lnTo>
                    <a:pt x="761" y="36079"/>
                  </a:lnTo>
                  <a:lnTo>
                    <a:pt x="571" y="36288"/>
                  </a:lnTo>
                  <a:lnTo>
                    <a:pt x="419" y="36516"/>
                  </a:lnTo>
                  <a:lnTo>
                    <a:pt x="286" y="36744"/>
                  </a:lnTo>
                  <a:lnTo>
                    <a:pt x="191" y="37010"/>
                  </a:lnTo>
                  <a:lnTo>
                    <a:pt x="96" y="37257"/>
                  </a:lnTo>
                  <a:lnTo>
                    <a:pt x="39" y="37523"/>
                  </a:lnTo>
                  <a:lnTo>
                    <a:pt x="1" y="37790"/>
                  </a:lnTo>
                  <a:lnTo>
                    <a:pt x="1" y="38056"/>
                  </a:lnTo>
                  <a:lnTo>
                    <a:pt x="20" y="38341"/>
                  </a:lnTo>
                  <a:lnTo>
                    <a:pt x="77" y="38607"/>
                  </a:lnTo>
                  <a:lnTo>
                    <a:pt x="134" y="38873"/>
                  </a:lnTo>
                  <a:lnTo>
                    <a:pt x="248" y="39120"/>
                  </a:lnTo>
                  <a:lnTo>
                    <a:pt x="362" y="39386"/>
                  </a:lnTo>
                  <a:lnTo>
                    <a:pt x="514" y="39614"/>
                  </a:lnTo>
                  <a:lnTo>
                    <a:pt x="25358" y="74609"/>
                  </a:lnTo>
                  <a:lnTo>
                    <a:pt x="25529" y="74837"/>
                  </a:lnTo>
                  <a:lnTo>
                    <a:pt x="25738" y="75046"/>
                  </a:lnTo>
                  <a:lnTo>
                    <a:pt x="25947" y="75217"/>
                  </a:lnTo>
                  <a:lnTo>
                    <a:pt x="26175" y="75388"/>
                  </a:lnTo>
                  <a:lnTo>
                    <a:pt x="26403" y="75521"/>
                  </a:lnTo>
                  <a:lnTo>
                    <a:pt x="26669" y="75616"/>
                  </a:lnTo>
                  <a:lnTo>
                    <a:pt x="26916" y="75712"/>
                  </a:lnTo>
                  <a:lnTo>
                    <a:pt x="27183" y="75769"/>
                  </a:lnTo>
                  <a:lnTo>
                    <a:pt x="27449" y="75788"/>
                  </a:lnTo>
                  <a:lnTo>
                    <a:pt x="27715" y="75807"/>
                  </a:lnTo>
                  <a:lnTo>
                    <a:pt x="28000" y="75788"/>
                  </a:lnTo>
                  <a:lnTo>
                    <a:pt x="28266" y="75731"/>
                  </a:lnTo>
                  <a:lnTo>
                    <a:pt x="28532" y="75655"/>
                  </a:lnTo>
                  <a:lnTo>
                    <a:pt x="28779" y="75559"/>
                  </a:lnTo>
                  <a:lnTo>
                    <a:pt x="29045" y="75445"/>
                  </a:lnTo>
                  <a:lnTo>
                    <a:pt x="29274" y="75274"/>
                  </a:lnTo>
                  <a:lnTo>
                    <a:pt x="78848" y="40109"/>
                  </a:lnTo>
                  <a:lnTo>
                    <a:pt x="79076" y="39918"/>
                  </a:lnTo>
                  <a:lnTo>
                    <a:pt x="79266" y="39728"/>
                  </a:lnTo>
                  <a:lnTo>
                    <a:pt x="79456" y="39519"/>
                  </a:lnTo>
                  <a:lnTo>
                    <a:pt x="79608" y="39291"/>
                  </a:lnTo>
                  <a:lnTo>
                    <a:pt x="79741" y="39044"/>
                  </a:lnTo>
                  <a:lnTo>
                    <a:pt x="79855" y="38797"/>
                  </a:lnTo>
                  <a:lnTo>
                    <a:pt x="79931" y="38550"/>
                  </a:lnTo>
                  <a:lnTo>
                    <a:pt x="79988" y="38284"/>
                  </a:lnTo>
                  <a:lnTo>
                    <a:pt x="80026" y="38018"/>
                  </a:lnTo>
                  <a:lnTo>
                    <a:pt x="80026" y="37732"/>
                  </a:lnTo>
                  <a:lnTo>
                    <a:pt x="80007" y="37466"/>
                  </a:lnTo>
                  <a:lnTo>
                    <a:pt x="79969" y="37200"/>
                  </a:lnTo>
                  <a:lnTo>
                    <a:pt x="79893" y="36934"/>
                  </a:lnTo>
                  <a:lnTo>
                    <a:pt x="79798" y="36668"/>
                  </a:lnTo>
                  <a:lnTo>
                    <a:pt x="79665" y="36421"/>
                  </a:lnTo>
                  <a:lnTo>
                    <a:pt x="79513" y="36174"/>
                  </a:lnTo>
                  <a:lnTo>
                    <a:pt x="54669" y="1179"/>
                  </a:lnTo>
                  <a:lnTo>
                    <a:pt x="54498" y="951"/>
                  </a:lnTo>
                  <a:lnTo>
                    <a:pt x="54308" y="761"/>
                  </a:lnTo>
                  <a:lnTo>
                    <a:pt x="54080" y="571"/>
                  </a:lnTo>
                  <a:lnTo>
                    <a:pt x="53851" y="419"/>
                  </a:lnTo>
                  <a:lnTo>
                    <a:pt x="53623" y="286"/>
                  </a:lnTo>
                  <a:lnTo>
                    <a:pt x="53376" y="172"/>
                  </a:lnTo>
                  <a:lnTo>
                    <a:pt x="53110" y="96"/>
                  </a:lnTo>
                  <a:lnTo>
                    <a:pt x="52844" y="39"/>
                  </a:lnTo>
                  <a:lnTo>
                    <a:pt x="525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3"/>
            <p:cNvSpPr/>
            <p:nvPr/>
          </p:nvSpPr>
          <p:spPr>
            <a:xfrm>
              <a:off x="967025" y="3573150"/>
              <a:ext cx="1739300" cy="1645700"/>
            </a:xfrm>
            <a:custGeom>
              <a:avLst/>
              <a:gdLst/>
              <a:ahLst/>
              <a:cxnLst/>
              <a:rect l="l" t="t" r="r" b="b"/>
              <a:pathLst>
                <a:path w="69572" h="65828" extrusionOk="0">
                  <a:moveTo>
                    <a:pt x="45678" y="1"/>
                  </a:moveTo>
                  <a:lnTo>
                    <a:pt x="45450" y="20"/>
                  </a:lnTo>
                  <a:lnTo>
                    <a:pt x="45222" y="39"/>
                  </a:lnTo>
                  <a:lnTo>
                    <a:pt x="44994" y="96"/>
                  </a:lnTo>
                  <a:lnTo>
                    <a:pt x="44766" y="172"/>
                  </a:lnTo>
                  <a:lnTo>
                    <a:pt x="44557" y="267"/>
                  </a:lnTo>
                  <a:lnTo>
                    <a:pt x="44329" y="362"/>
                  </a:lnTo>
                  <a:lnTo>
                    <a:pt x="44120" y="514"/>
                  </a:lnTo>
                  <a:lnTo>
                    <a:pt x="1103" y="31042"/>
                  </a:lnTo>
                  <a:lnTo>
                    <a:pt x="894" y="31194"/>
                  </a:lnTo>
                  <a:lnTo>
                    <a:pt x="723" y="31365"/>
                  </a:lnTo>
                  <a:lnTo>
                    <a:pt x="571" y="31536"/>
                  </a:lnTo>
                  <a:lnTo>
                    <a:pt x="419" y="31726"/>
                  </a:lnTo>
                  <a:lnTo>
                    <a:pt x="305" y="31935"/>
                  </a:lnTo>
                  <a:lnTo>
                    <a:pt x="191" y="32125"/>
                  </a:lnTo>
                  <a:lnTo>
                    <a:pt x="115" y="32334"/>
                  </a:lnTo>
                  <a:lnTo>
                    <a:pt x="58" y="32543"/>
                  </a:lnTo>
                  <a:lnTo>
                    <a:pt x="20" y="32772"/>
                  </a:lnTo>
                  <a:lnTo>
                    <a:pt x="1" y="32981"/>
                  </a:lnTo>
                  <a:lnTo>
                    <a:pt x="1" y="33190"/>
                  </a:lnTo>
                  <a:lnTo>
                    <a:pt x="20" y="33399"/>
                  </a:lnTo>
                  <a:lnTo>
                    <a:pt x="77" y="33608"/>
                  </a:lnTo>
                  <a:lnTo>
                    <a:pt x="134" y="33817"/>
                  </a:lnTo>
                  <a:lnTo>
                    <a:pt x="229" y="34007"/>
                  </a:lnTo>
                  <a:lnTo>
                    <a:pt x="343" y="34197"/>
                  </a:lnTo>
                  <a:lnTo>
                    <a:pt x="22222" y="65010"/>
                  </a:lnTo>
                  <a:lnTo>
                    <a:pt x="22355" y="65181"/>
                  </a:lnTo>
                  <a:lnTo>
                    <a:pt x="22507" y="65333"/>
                  </a:lnTo>
                  <a:lnTo>
                    <a:pt x="22678" y="65466"/>
                  </a:lnTo>
                  <a:lnTo>
                    <a:pt x="22849" y="65580"/>
                  </a:lnTo>
                  <a:lnTo>
                    <a:pt x="23039" y="65656"/>
                  </a:lnTo>
                  <a:lnTo>
                    <a:pt x="23248" y="65732"/>
                  </a:lnTo>
                  <a:lnTo>
                    <a:pt x="23457" y="65789"/>
                  </a:lnTo>
                  <a:lnTo>
                    <a:pt x="23666" y="65827"/>
                  </a:lnTo>
                  <a:lnTo>
                    <a:pt x="24123" y="65827"/>
                  </a:lnTo>
                  <a:lnTo>
                    <a:pt x="24332" y="65789"/>
                  </a:lnTo>
                  <a:lnTo>
                    <a:pt x="24560" y="65751"/>
                  </a:lnTo>
                  <a:lnTo>
                    <a:pt x="24788" y="65675"/>
                  </a:lnTo>
                  <a:lnTo>
                    <a:pt x="25016" y="65580"/>
                  </a:lnTo>
                  <a:lnTo>
                    <a:pt x="25225" y="65466"/>
                  </a:lnTo>
                  <a:lnTo>
                    <a:pt x="25434" y="65333"/>
                  </a:lnTo>
                  <a:lnTo>
                    <a:pt x="68469" y="34786"/>
                  </a:lnTo>
                  <a:lnTo>
                    <a:pt x="68659" y="34634"/>
                  </a:lnTo>
                  <a:lnTo>
                    <a:pt x="68831" y="34482"/>
                  </a:lnTo>
                  <a:lnTo>
                    <a:pt x="69002" y="34292"/>
                  </a:lnTo>
                  <a:lnTo>
                    <a:pt x="69135" y="34102"/>
                  </a:lnTo>
                  <a:lnTo>
                    <a:pt x="69268" y="33912"/>
                  </a:lnTo>
                  <a:lnTo>
                    <a:pt x="69363" y="33703"/>
                  </a:lnTo>
                  <a:lnTo>
                    <a:pt x="69439" y="33494"/>
                  </a:lnTo>
                  <a:lnTo>
                    <a:pt x="69496" y="33285"/>
                  </a:lnTo>
                  <a:lnTo>
                    <a:pt x="69553" y="33076"/>
                  </a:lnTo>
                  <a:lnTo>
                    <a:pt x="69572" y="32867"/>
                  </a:lnTo>
                  <a:lnTo>
                    <a:pt x="69572" y="32638"/>
                  </a:lnTo>
                  <a:lnTo>
                    <a:pt x="69534" y="32429"/>
                  </a:lnTo>
                  <a:lnTo>
                    <a:pt x="69496" y="32220"/>
                  </a:lnTo>
                  <a:lnTo>
                    <a:pt x="69420" y="32030"/>
                  </a:lnTo>
                  <a:lnTo>
                    <a:pt x="69325" y="31840"/>
                  </a:lnTo>
                  <a:lnTo>
                    <a:pt x="69211" y="31650"/>
                  </a:lnTo>
                  <a:lnTo>
                    <a:pt x="47351" y="837"/>
                  </a:lnTo>
                  <a:lnTo>
                    <a:pt x="47218" y="666"/>
                  </a:lnTo>
                  <a:lnTo>
                    <a:pt x="47066" y="514"/>
                  </a:lnTo>
                  <a:lnTo>
                    <a:pt x="46895" y="381"/>
                  </a:lnTo>
                  <a:lnTo>
                    <a:pt x="46705" y="267"/>
                  </a:lnTo>
                  <a:lnTo>
                    <a:pt x="46515" y="172"/>
                  </a:lnTo>
                  <a:lnTo>
                    <a:pt x="46324" y="96"/>
                  </a:lnTo>
                  <a:lnTo>
                    <a:pt x="46115" y="58"/>
                  </a:lnTo>
                  <a:lnTo>
                    <a:pt x="45887" y="20"/>
                  </a:lnTo>
                  <a:lnTo>
                    <a:pt x="456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3"/>
            <p:cNvSpPr/>
            <p:nvPr/>
          </p:nvSpPr>
          <p:spPr>
            <a:xfrm>
              <a:off x="1175175" y="4181425"/>
              <a:ext cx="767500" cy="823575"/>
            </a:xfrm>
            <a:custGeom>
              <a:avLst/>
              <a:gdLst/>
              <a:ahLst/>
              <a:cxnLst/>
              <a:rect l="l" t="t" r="r" b="b"/>
              <a:pathLst>
                <a:path w="30700" h="32943" extrusionOk="0">
                  <a:moveTo>
                    <a:pt x="14599" y="1"/>
                  </a:moveTo>
                  <a:lnTo>
                    <a:pt x="14504" y="20"/>
                  </a:lnTo>
                  <a:lnTo>
                    <a:pt x="14409" y="58"/>
                  </a:lnTo>
                  <a:lnTo>
                    <a:pt x="14314" y="115"/>
                  </a:lnTo>
                  <a:lnTo>
                    <a:pt x="229" y="10113"/>
                  </a:lnTo>
                  <a:lnTo>
                    <a:pt x="153" y="10170"/>
                  </a:lnTo>
                  <a:lnTo>
                    <a:pt x="96" y="10265"/>
                  </a:lnTo>
                  <a:lnTo>
                    <a:pt x="39" y="10341"/>
                  </a:lnTo>
                  <a:lnTo>
                    <a:pt x="1" y="10436"/>
                  </a:lnTo>
                  <a:lnTo>
                    <a:pt x="1" y="10531"/>
                  </a:lnTo>
                  <a:lnTo>
                    <a:pt x="1" y="10627"/>
                  </a:lnTo>
                  <a:lnTo>
                    <a:pt x="20" y="10722"/>
                  </a:lnTo>
                  <a:lnTo>
                    <a:pt x="77" y="10798"/>
                  </a:lnTo>
                  <a:lnTo>
                    <a:pt x="134" y="10874"/>
                  </a:lnTo>
                  <a:lnTo>
                    <a:pt x="210" y="10931"/>
                  </a:lnTo>
                  <a:lnTo>
                    <a:pt x="305" y="10969"/>
                  </a:lnTo>
                  <a:lnTo>
                    <a:pt x="400" y="10988"/>
                  </a:lnTo>
                  <a:lnTo>
                    <a:pt x="495" y="10988"/>
                  </a:lnTo>
                  <a:lnTo>
                    <a:pt x="590" y="10969"/>
                  </a:lnTo>
                  <a:lnTo>
                    <a:pt x="685" y="10931"/>
                  </a:lnTo>
                  <a:lnTo>
                    <a:pt x="780" y="10874"/>
                  </a:lnTo>
                  <a:lnTo>
                    <a:pt x="14865" y="875"/>
                  </a:lnTo>
                  <a:lnTo>
                    <a:pt x="14941" y="818"/>
                  </a:lnTo>
                  <a:lnTo>
                    <a:pt x="14998" y="723"/>
                  </a:lnTo>
                  <a:lnTo>
                    <a:pt x="15055" y="647"/>
                  </a:lnTo>
                  <a:lnTo>
                    <a:pt x="15093" y="552"/>
                  </a:lnTo>
                  <a:lnTo>
                    <a:pt x="15093" y="457"/>
                  </a:lnTo>
                  <a:lnTo>
                    <a:pt x="15093" y="362"/>
                  </a:lnTo>
                  <a:lnTo>
                    <a:pt x="15074" y="267"/>
                  </a:lnTo>
                  <a:lnTo>
                    <a:pt x="15017" y="191"/>
                  </a:lnTo>
                  <a:lnTo>
                    <a:pt x="14960" y="115"/>
                  </a:lnTo>
                  <a:lnTo>
                    <a:pt x="14884" y="58"/>
                  </a:lnTo>
                  <a:lnTo>
                    <a:pt x="14789" y="20"/>
                  </a:lnTo>
                  <a:lnTo>
                    <a:pt x="14694" y="1"/>
                  </a:lnTo>
                  <a:close/>
                  <a:moveTo>
                    <a:pt x="16557" y="2757"/>
                  </a:moveTo>
                  <a:lnTo>
                    <a:pt x="16462" y="2776"/>
                  </a:lnTo>
                  <a:lnTo>
                    <a:pt x="16348" y="2814"/>
                  </a:lnTo>
                  <a:lnTo>
                    <a:pt x="16272" y="2852"/>
                  </a:lnTo>
                  <a:lnTo>
                    <a:pt x="2187" y="12851"/>
                  </a:lnTo>
                  <a:lnTo>
                    <a:pt x="2111" y="12927"/>
                  </a:lnTo>
                  <a:lnTo>
                    <a:pt x="2034" y="13003"/>
                  </a:lnTo>
                  <a:lnTo>
                    <a:pt x="1996" y="13098"/>
                  </a:lnTo>
                  <a:lnTo>
                    <a:pt x="1958" y="13174"/>
                  </a:lnTo>
                  <a:lnTo>
                    <a:pt x="1939" y="13269"/>
                  </a:lnTo>
                  <a:lnTo>
                    <a:pt x="1958" y="13364"/>
                  </a:lnTo>
                  <a:lnTo>
                    <a:pt x="1977" y="13459"/>
                  </a:lnTo>
                  <a:lnTo>
                    <a:pt x="2015" y="13535"/>
                  </a:lnTo>
                  <a:lnTo>
                    <a:pt x="2092" y="13611"/>
                  </a:lnTo>
                  <a:lnTo>
                    <a:pt x="2168" y="13668"/>
                  </a:lnTo>
                  <a:lnTo>
                    <a:pt x="2244" y="13706"/>
                  </a:lnTo>
                  <a:lnTo>
                    <a:pt x="2339" y="13725"/>
                  </a:lnTo>
                  <a:lnTo>
                    <a:pt x="2434" y="13725"/>
                  </a:lnTo>
                  <a:lnTo>
                    <a:pt x="2548" y="13706"/>
                  </a:lnTo>
                  <a:lnTo>
                    <a:pt x="2643" y="13668"/>
                  </a:lnTo>
                  <a:lnTo>
                    <a:pt x="2738" y="13611"/>
                  </a:lnTo>
                  <a:lnTo>
                    <a:pt x="16804" y="3631"/>
                  </a:lnTo>
                  <a:lnTo>
                    <a:pt x="16880" y="3555"/>
                  </a:lnTo>
                  <a:lnTo>
                    <a:pt x="16956" y="3479"/>
                  </a:lnTo>
                  <a:lnTo>
                    <a:pt x="17013" y="3384"/>
                  </a:lnTo>
                  <a:lnTo>
                    <a:pt x="17032" y="3289"/>
                  </a:lnTo>
                  <a:lnTo>
                    <a:pt x="17051" y="3194"/>
                  </a:lnTo>
                  <a:lnTo>
                    <a:pt x="17051" y="3099"/>
                  </a:lnTo>
                  <a:lnTo>
                    <a:pt x="17013" y="3023"/>
                  </a:lnTo>
                  <a:lnTo>
                    <a:pt x="16975" y="2928"/>
                  </a:lnTo>
                  <a:lnTo>
                    <a:pt x="16899" y="2871"/>
                  </a:lnTo>
                  <a:lnTo>
                    <a:pt x="16823" y="2814"/>
                  </a:lnTo>
                  <a:lnTo>
                    <a:pt x="16747" y="2776"/>
                  </a:lnTo>
                  <a:lnTo>
                    <a:pt x="16652" y="2757"/>
                  </a:lnTo>
                  <a:close/>
                  <a:moveTo>
                    <a:pt x="18496" y="5494"/>
                  </a:moveTo>
                  <a:lnTo>
                    <a:pt x="18401" y="5513"/>
                  </a:lnTo>
                  <a:lnTo>
                    <a:pt x="18306" y="5551"/>
                  </a:lnTo>
                  <a:lnTo>
                    <a:pt x="18211" y="5608"/>
                  </a:lnTo>
                  <a:lnTo>
                    <a:pt x="4144" y="15588"/>
                  </a:lnTo>
                  <a:lnTo>
                    <a:pt x="4049" y="15664"/>
                  </a:lnTo>
                  <a:lnTo>
                    <a:pt x="3992" y="15740"/>
                  </a:lnTo>
                  <a:lnTo>
                    <a:pt x="3935" y="15835"/>
                  </a:lnTo>
                  <a:lnTo>
                    <a:pt x="3897" y="15930"/>
                  </a:lnTo>
                  <a:lnTo>
                    <a:pt x="3897" y="16025"/>
                  </a:lnTo>
                  <a:lnTo>
                    <a:pt x="3897" y="16120"/>
                  </a:lnTo>
                  <a:lnTo>
                    <a:pt x="3916" y="16215"/>
                  </a:lnTo>
                  <a:lnTo>
                    <a:pt x="3973" y="16291"/>
                  </a:lnTo>
                  <a:lnTo>
                    <a:pt x="4030" y="16367"/>
                  </a:lnTo>
                  <a:lnTo>
                    <a:pt x="4106" y="16424"/>
                  </a:lnTo>
                  <a:lnTo>
                    <a:pt x="4201" y="16443"/>
                  </a:lnTo>
                  <a:lnTo>
                    <a:pt x="4296" y="16462"/>
                  </a:lnTo>
                  <a:lnTo>
                    <a:pt x="4487" y="16462"/>
                  </a:lnTo>
                  <a:lnTo>
                    <a:pt x="4582" y="16424"/>
                  </a:lnTo>
                  <a:lnTo>
                    <a:pt x="4677" y="16367"/>
                  </a:lnTo>
                  <a:lnTo>
                    <a:pt x="18762" y="6369"/>
                  </a:lnTo>
                  <a:lnTo>
                    <a:pt x="18838" y="6312"/>
                  </a:lnTo>
                  <a:lnTo>
                    <a:pt x="18895" y="6217"/>
                  </a:lnTo>
                  <a:lnTo>
                    <a:pt x="18952" y="6141"/>
                  </a:lnTo>
                  <a:lnTo>
                    <a:pt x="18990" y="6045"/>
                  </a:lnTo>
                  <a:lnTo>
                    <a:pt x="18990" y="5950"/>
                  </a:lnTo>
                  <a:lnTo>
                    <a:pt x="18990" y="5855"/>
                  </a:lnTo>
                  <a:lnTo>
                    <a:pt x="18971" y="5760"/>
                  </a:lnTo>
                  <a:lnTo>
                    <a:pt x="18914" y="5684"/>
                  </a:lnTo>
                  <a:lnTo>
                    <a:pt x="18857" y="5608"/>
                  </a:lnTo>
                  <a:lnTo>
                    <a:pt x="18781" y="5551"/>
                  </a:lnTo>
                  <a:lnTo>
                    <a:pt x="18686" y="5513"/>
                  </a:lnTo>
                  <a:lnTo>
                    <a:pt x="18591" y="5494"/>
                  </a:lnTo>
                  <a:close/>
                  <a:moveTo>
                    <a:pt x="20454" y="8250"/>
                  </a:moveTo>
                  <a:lnTo>
                    <a:pt x="20359" y="8269"/>
                  </a:lnTo>
                  <a:lnTo>
                    <a:pt x="20245" y="8288"/>
                  </a:lnTo>
                  <a:lnTo>
                    <a:pt x="20169" y="8346"/>
                  </a:lnTo>
                  <a:lnTo>
                    <a:pt x="6083" y="18344"/>
                  </a:lnTo>
                  <a:lnTo>
                    <a:pt x="6007" y="18420"/>
                  </a:lnTo>
                  <a:lnTo>
                    <a:pt x="5931" y="18496"/>
                  </a:lnTo>
                  <a:lnTo>
                    <a:pt x="5893" y="18572"/>
                  </a:lnTo>
                  <a:lnTo>
                    <a:pt x="5855" y="18667"/>
                  </a:lnTo>
                  <a:lnTo>
                    <a:pt x="5836" y="18762"/>
                  </a:lnTo>
                  <a:lnTo>
                    <a:pt x="5855" y="18857"/>
                  </a:lnTo>
                  <a:lnTo>
                    <a:pt x="5874" y="18952"/>
                  </a:lnTo>
                  <a:lnTo>
                    <a:pt x="5912" y="19028"/>
                  </a:lnTo>
                  <a:lnTo>
                    <a:pt x="5988" y="19104"/>
                  </a:lnTo>
                  <a:lnTo>
                    <a:pt x="6064" y="19161"/>
                  </a:lnTo>
                  <a:lnTo>
                    <a:pt x="6140" y="19199"/>
                  </a:lnTo>
                  <a:lnTo>
                    <a:pt x="6235" y="19218"/>
                  </a:lnTo>
                  <a:lnTo>
                    <a:pt x="6330" y="19218"/>
                  </a:lnTo>
                  <a:lnTo>
                    <a:pt x="6444" y="19199"/>
                  </a:lnTo>
                  <a:lnTo>
                    <a:pt x="6539" y="19161"/>
                  </a:lnTo>
                  <a:lnTo>
                    <a:pt x="6635" y="19104"/>
                  </a:lnTo>
                  <a:lnTo>
                    <a:pt x="20701" y="9125"/>
                  </a:lnTo>
                  <a:lnTo>
                    <a:pt x="20796" y="9049"/>
                  </a:lnTo>
                  <a:lnTo>
                    <a:pt x="20853" y="8973"/>
                  </a:lnTo>
                  <a:lnTo>
                    <a:pt x="20910" y="8878"/>
                  </a:lnTo>
                  <a:lnTo>
                    <a:pt x="20929" y="8783"/>
                  </a:lnTo>
                  <a:lnTo>
                    <a:pt x="20948" y="8688"/>
                  </a:lnTo>
                  <a:lnTo>
                    <a:pt x="20948" y="8593"/>
                  </a:lnTo>
                  <a:lnTo>
                    <a:pt x="20910" y="8517"/>
                  </a:lnTo>
                  <a:lnTo>
                    <a:pt x="20872" y="8422"/>
                  </a:lnTo>
                  <a:lnTo>
                    <a:pt x="20796" y="8346"/>
                  </a:lnTo>
                  <a:lnTo>
                    <a:pt x="20720" y="8307"/>
                  </a:lnTo>
                  <a:lnTo>
                    <a:pt x="20644" y="8269"/>
                  </a:lnTo>
                  <a:lnTo>
                    <a:pt x="20549" y="8250"/>
                  </a:lnTo>
                  <a:close/>
                  <a:moveTo>
                    <a:pt x="22393" y="10988"/>
                  </a:moveTo>
                  <a:lnTo>
                    <a:pt x="22298" y="11007"/>
                  </a:lnTo>
                  <a:lnTo>
                    <a:pt x="22202" y="11045"/>
                  </a:lnTo>
                  <a:lnTo>
                    <a:pt x="22107" y="11102"/>
                  </a:lnTo>
                  <a:lnTo>
                    <a:pt x="8041" y="21081"/>
                  </a:lnTo>
                  <a:lnTo>
                    <a:pt x="7946" y="21157"/>
                  </a:lnTo>
                  <a:lnTo>
                    <a:pt x="7889" y="21233"/>
                  </a:lnTo>
                  <a:lnTo>
                    <a:pt x="7832" y="21328"/>
                  </a:lnTo>
                  <a:lnTo>
                    <a:pt x="7813" y="21423"/>
                  </a:lnTo>
                  <a:lnTo>
                    <a:pt x="7794" y="21518"/>
                  </a:lnTo>
                  <a:lnTo>
                    <a:pt x="7794" y="21613"/>
                  </a:lnTo>
                  <a:lnTo>
                    <a:pt x="7832" y="21689"/>
                  </a:lnTo>
                  <a:lnTo>
                    <a:pt x="7870" y="21785"/>
                  </a:lnTo>
                  <a:lnTo>
                    <a:pt x="7927" y="21861"/>
                  </a:lnTo>
                  <a:lnTo>
                    <a:pt x="8003" y="21899"/>
                  </a:lnTo>
                  <a:lnTo>
                    <a:pt x="8098" y="21937"/>
                  </a:lnTo>
                  <a:lnTo>
                    <a:pt x="8193" y="21956"/>
                  </a:lnTo>
                  <a:lnTo>
                    <a:pt x="8288" y="21956"/>
                  </a:lnTo>
                  <a:lnTo>
                    <a:pt x="8383" y="21937"/>
                  </a:lnTo>
                  <a:lnTo>
                    <a:pt x="8478" y="21918"/>
                  </a:lnTo>
                  <a:lnTo>
                    <a:pt x="8573" y="21861"/>
                  </a:lnTo>
                  <a:lnTo>
                    <a:pt x="22659" y="11862"/>
                  </a:lnTo>
                  <a:lnTo>
                    <a:pt x="22735" y="11786"/>
                  </a:lnTo>
                  <a:lnTo>
                    <a:pt x="22811" y="11710"/>
                  </a:lnTo>
                  <a:lnTo>
                    <a:pt x="22849" y="11634"/>
                  </a:lnTo>
                  <a:lnTo>
                    <a:pt x="22887" y="11539"/>
                  </a:lnTo>
                  <a:lnTo>
                    <a:pt x="22887" y="11444"/>
                  </a:lnTo>
                  <a:lnTo>
                    <a:pt x="22887" y="11349"/>
                  </a:lnTo>
                  <a:lnTo>
                    <a:pt x="22868" y="11254"/>
                  </a:lnTo>
                  <a:lnTo>
                    <a:pt x="22811" y="11178"/>
                  </a:lnTo>
                  <a:lnTo>
                    <a:pt x="22754" y="11102"/>
                  </a:lnTo>
                  <a:lnTo>
                    <a:pt x="22678" y="11045"/>
                  </a:lnTo>
                  <a:lnTo>
                    <a:pt x="22583" y="11007"/>
                  </a:lnTo>
                  <a:lnTo>
                    <a:pt x="22507" y="10988"/>
                  </a:lnTo>
                  <a:close/>
                  <a:moveTo>
                    <a:pt x="24255" y="13744"/>
                  </a:moveTo>
                  <a:lnTo>
                    <a:pt x="24160" y="13782"/>
                  </a:lnTo>
                  <a:lnTo>
                    <a:pt x="24065" y="13839"/>
                  </a:lnTo>
                  <a:lnTo>
                    <a:pt x="9980" y="23837"/>
                  </a:lnTo>
                  <a:lnTo>
                    <a:pt x="9904" y="23913"/>
                  </a:lnTo>
                  <a:lnTo>
                    <a:pt x="9828" y="23990"/>
                  </a:lnTo>
                  <a:lnTo>
                    <a:pt x="9790" y="24066"/>
                  </a:lnTo>
                  <a:lnTo>
                    <a:pt x="9752" y="24161"/>
                  </a:lnTo>
                  <a:lnTo>
                    <a:pt x="9733" y="24256"/>
                  </a:lnTo>
                  <a:lnTo>
                    <a:pt x="9752" y="24351"/>
                  </a:lnTo>
                  <a:lnTo>
                    <a:pt x="9771" y="24446"/>
                  </a:lnTo>
                  <a:lnTo>
                    <a:pt x="9809" y="24522"/>
                  </a:lnTo>
                  <a:lnTo>
                    <a:pt x="9885" y="24598"/>
                  </a:lnTo>
                  <a:lnTo>
                    <a:pt x="9961" y="24655"/>
                  </a:lnTo>
                  <a:lnTo>
                    <a:pt x="10037" y="24693"/>
                  </a:lnTo>
                  <a:lnTo>
                    <a:pt x="10132" y="24712"/>
                  </a:lnTo>
                  <a:lnTo>
                    <a:pt x="10227" y="24712"/>
                  </a:lnTo>
                  <a:lnTo>
                    <a:pt x="10341" y="24693"/>
                  </a:lnTo>
                  <a:lnTo>
                    <a:pt x="10436" y="24655"/>
                  </a:lnTo>
                  <a:lnTo>
                    <a:pt x="10531" y="24598"/>
                  </a:lnTo>
                  <a:lnTo>
                    <a:pt x="24598" y="14618"/>
                  </a:lnTo>
                  <a:lnTo>
                    <a:pt x="24693" y="14542"/>
                  </a:lnTo>
                  <a:lnTo>
                    <a:pt x="24750" y="14466"/>
                  </a:lnTo>
                  <a:lnTo>
                    <a:pt x="24807" y="14371"/>
                  </a:lnTo>
                  <a:lnTo>
                    <a:pt x="24826" y="14276"/>
                  </a:lnTo>
                  <a:lnTo>
                    <a:pt x="24845" y="14181"/>
                  </a:lnTo>
                  <a:lnTo>
                    <a:pt x="24845" y="14086"/>
                  </a:lnTo>
                  <a:lnTo>
                    <a:pt x="24807" y="14010"/>
                  </a:lnTo>
                  <a:lnTo>
                    <a:pt x="24769" y="13915"/>
                  </a:lnTo>
                  <a:lnTo>
                    <a:pt x="24712" y="13839"/>
                  </a:lnTo>
                  <a:lnTo>
                    <a:pt x="24636" y="13801"/>
                  </a:lnTo>
                  <a:lnTo>
                    <a:pt x="24541" y="13763"/>
                  </a:lnTo>
                  <a:lnTo>
                    <a:pt x="24445" y="13744"/>
                  </a:lnTo>
                  <a:close/>
                  <a:moveTo>
                    <a:pt x="26289" y="16481"/>
                  </a:moveTo>
                  <a:lnTo>
                    <a:pt x="26194" y="16500"/>
                  </a:lnTo>
                  <a:lnTo>
                    <a:pt x="26099" y="16538"/>
                  </a:lnTo>
                  <a:lnTo>
                    <a:pt x="26004" y="16595"/>
                  </a:lnTo>
                  <a:lnTo>
                    <a:pt x="11938" y="26575"/>
                  </a:lnTo>
                  <a:lnTo>
                    <a:pt x="11843" y="26651"/>
                  </a:lnTo>
                  <a:lnTo>
                    <a:pt x="11786" y="26727"/>
                  </a:lnTo>
                  <a:lnTo>
                    <a:pt x="11729" y="26822"/>
                  </a:lnTo>
                  <a:lnTo>
                    <a:pt x="11710" y="26917"/>
                  </a:lnTo>
                  <a:lnTo>
                    <a:pt x="11691" y="27012"/>
                  </a:lnTo>
                  <a:lnTo>
                    <a:pt x="11691" y="27107"/>
                  </a:lnTo>
                  <a:lnTo>
                    <a:pt x="11729" y="27183"/>
                  </a:lnTo>
                  <a:lnTo>
                    <a:pt x="11767" y="27278"/>
                  </a:lnTo>
                  <a:lnTo>
                    <a:pt x="11824" y="27335"/>
                  </a:lnTo>
                  <a:lnTo>
                    <a:pt x="11900" y="27392"/>
                  </a:lnTo>
                  <a:lnTo>
                    <a:pt x="11995" y="27430"/>
                  </a:lnTo>
                  <a:lnTo>
                    <a:pt x="12090" y="27449"/>
                  </a:lnTo>
                  <a:lnTo>
                    <a:pt x="12185" y="27449"/>
                  </a:lnTo>
                  <a:lnTo>
                    <a:pt x="12280" y="27430"/>
                  </a:lnTo>
                  <a:lnTo>
                    <a:pt x="12375" y="27392"/>
                  </a:lnTo>
                  <a:lnTo>
                    <a:pt x="12470" y="27354"/>
                  </a:lnTo>
                  <a:lnTo>
                    <a:pt x="26555" y="17356"/>
                  </a:lnTo>
                  <a:lnTo>
                    <a:pt x="26631" y="17280"/>
                  </a:lnTo>
                  <a:lnTo>
                    <a:pt x="26707" y="17203"/>
                  </a:lnTo>
                  <a:lnTo>
                    <a:pt x="26745" y="17108"/>
                  </a:lnTo>
                  <a:lnTo>
                    <a:pt x="26784" y="17032"/>
                  </a:lnTo>
                  <a:lnTo>
                    <a:pt x="26784" y="16937"/>
                  </a:lnTo>
                  <a:lnTo>
                    <a:pt x="26784" y="16842"/>
                  </a:lnTo>
                  <a:lnTo>
                    <a:pt x="26764" y="16747"/>
                  </a:lnTo>
                  <a:lnTo>
                    <a:pt x="26707" y="16671"/>
                  </a:lnTo>
                  <a:lnTo>
                    <a:pt x="26650" y="16595"/>
                  </a:lnTo>
                  <a:lnTo>
                    <a:pt x="26574" y="16538"/>
                  </a:lnTo>
                  <a:lnTo>
                    <a:pt x="26479" y="16500"/>
                  </a:lnTo>
                  <a:lnTo>
                    <a:pt x="26403" y="16481"/>
                  </a:lnTo>
                  <a:close/>
                  <a:moveTo>
                    <a:pt x="28247" y="19218"/>
                  </a:moveTo>
                  <a:lnTo>
                    <a:pt x="28152" y="19237"/>
                  </a:lnTo>
                  <a:lnTo>
                    <a:pt x="28057" y="19275"/>
                  </a:lnTo>
                  <a:lnTo>
                    <a:pt x="27962" y="19332"/>
                  </a:lnTo>
                  <a:lnTo>
                    <a:pt x="13877" y="29331"/>
                  </a:lnTo>
                  <a:lnTo>
                    <a:pt x="13801" y="29388"/>
                  </a:lnTo>
                  <a:lnTo>
                    <a:pt x="13725" y="29483"/>
                  </a:lnTo>
                  <a:lnTo>
                    <a:pt x="13687" y="29559"/>
                  </a:lnTo>
                  <a:lnTo>
                    <a:pt x="13649" y="29654"/>
                  </a:lnTo>
                  <a:lnTo>
                    <a:pt x="13630" y="29749"/>
                  </a:lnTo>
                  <a:lnTo>
                    <a:pt x="13649" y="29844"/>
                  </a:lnTo>
                  <a:lnTo>
                    <a:pt x="13668" y="29939"/>
                  </a:lnTo>
                  <a:lnTo>
                    <a:pt x="13706" y="30015"/>
                  </a:lnTo>
                  <a:lnTo>
                    <a:pt x="13782" y="30091"/>
                  </a:lnTo>
                  <a:lnTo>
                    <a:pt x="13858" y="30148"/>
                  </a:lnTo>
                  <a:lnTo>
                    <a:pt x="13934" y="30186"/>
                  </a:lnTo>
                  <a:lnTo>
                    <a:pt x="14029" y="30205"/>
                  </a:lnTo>
                  <a:lnTo>
                    <a:pt x="14124" y="30205"/>
                  </a:lnTo>
                  <a:lnTo>
                    <a:pt x="14238" y="30186"/>
                  </a:lnTo>
                  <a:lnTo>
                    <a:pt x="14333" y="30148"/>
                  </a:lnTo>
                  <a:lnTo>
                    <a:pt x="14428" y="30091"/>
                  </a:lnTo>
                  <a:lnTo>
                    <a:pt x="28494" y="20093"/>
                  </a:lnTo>
                  <a:lnTo>
                    <a:pt x="28589" y="20036"/>
                  </a:lnTo>
                  <a:lnTo>
                    <a:pt x="28646" y="19960"/>
                  </a:lnTo>
                  <a:lnTo>
                    <a:pt x="28703" y="19865"/>
                  </a:lnTo>
                  <a:lnTo>
                    <a:pt x="28722" y="19770"/>
                  </a:lnTo>
                  <a:lnTo>
                    <a:pt x="28741" y="19675"/>
                  </a:lnTo>
                  <a:lnTo>
                    <a:pt x="28741" y="19580"/>
                  </a:lnTo>
                  <a:lnTo>
                    <a:pt x="28703" y="19485"/>
                  </a:lnTo>
                  <a:lnTo>
                    <a:pt x="28665" y="19408"/>
                  </a:lnTo>
                  <a:lnTo>
                    <a:pt x="28608" y="19332"/>
                  </a:lnTo>
                  <a:lnTo>
                    <a:pt x="28532" y="19275"/>
                  </a:lnTo>
                  <a:lnTo>
                    <a:pt x="28437" y="19256"/>
                  </a:lnTo>
                  <a:lnTo>
                    <a:pt x="28342" y="19237"/>
                  </a:lnTo>
                  <a:lnTo>
                    <a:pt x="28247" y="19218"/>
                  </a:lnTo>
                  <a:close/>
                  <a:moveTo>
                    <a:pt x="30186" y="21975"/>
                  </a:moveTo>
                  <a:lnTo>
                    <a:pt x="30091" y="21994"/>
                  </a:lnTo>
                  <a:lnTo>
                    <a:pt x="29996" y="22032"/>
                  </a:lnTo>
                  <a:lnTo>
                    <a:pt x="29901" y="22089"/>
                  </a:lnTo>
                  <a:lnTo>
                    <a:pt x="15835" y="32068"/>
                  </a:lnTo>
                  <a:lnTo>
                    <a:pt x="15740" y="32144"/>
                  </a:lnTo>
                  <a:lnTo>
                    <a:pt x="15683" y="32220"/>
                  </a:lnTo>
                  <a:lnTo>
                    <a:pt x="15626" y="32315"/>
                  </a:lnTo>
                  <a:lnTo>
                    <a:pt x="15607" y="32410"/>
                  </a:lnTo>
                  <a:lnTo>
                    <a:pt x="15588" y="32505"/>
                  </a:lnTo>
                  <a:lnTo>
                    <a:pt x="15588" y="32600"/>
                  </a:lnTo>
                  <a:lnTo>
                    <a:pt x="15626" y="32676"/>
                  </a:lnTo>
                  <a:lnTo>
                    <a:pt x="15664" y="32771"/>
                  </a:lnTo>
                  <a:lnTo>
                    <a:pt x="15721" y="32828"/>
                  </a:lnTo>
                  <a:lnTo>
                    <a:pt x="15797" y="32886"/>
                  </a:lnTo>
                  <a:lnTo>
                    <a:pt x="15892" y="32924"/>
                  </a:lnTo>
                  <a:lnTo>
                    <a:pt x="15987" y="32943"/>
                  </a:lnTo>
                  <a:lnTo>
                    <a:pt x="16082" y="32943"/>
                  </a:lnTo>
                  <a:lnTo>
                    <a:pt x="16177" y="32924"/>
                  </a:lnTo>
                  <a:lnTo>
                    <a:pt x="16272" y="32886"/>
                  </a:lnTo>
                  <a:lnTo>
                    <a:pt x="16367" y="32828"/>
                  </a:lnTo>
                  <a:lnTo>
                    <a:pt x="30452" y="22849"/>
                  </a:lnTo>
                  <a:lnTo>
                    <a:pt x="30528" y="22773"/>
                  </a:lnTo>
                  <a:lnTo>
                    <a:pt x="30604" y="22697"/>
                  </a:lnTo>
                  <a:lnTo>
                    <a:pt x="30642" y="22602"/>
                  </a:lnTo>
                  <a:lnTo>
                    <a:pt x="30680" y="22507"/>
                  </a:lnTo>
                  <a:lnTo>
                    <a:pt x="30699" y="22431"/>
                  </a:lnTo>
                  <a:lnTo>
                    <a:pt x="30680" y="22336"/>
                  </a:lnTo>
                  <a:lnTo>
                    <a:pt x="30661" y="22241"/>
                  </a:lnTo>
                  <a:lnTo>
                    <a:pt x="30604" y="22146"/>
                  </a:lnTo>
                  <a:lnTo>
                    <a:pt x="30547" y="22089"/>
                  </a:lnTo>
                  <a:lnTo>
                    <a:pt x="30471" y="22032"/>
                  </a:lnTo>
                  <a:lnTo>
                    <a:pt x="30395" y="21994"/>
                  </a:lnTo>
                  <a:lnTo>
                    <a:pt x="30300" y="2197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3"/>
            <p:cNvSpPr/>
            <p:nvPr/>
          </p:nvSpPr>
          <p:spPr>
            <a:xfrm>
              <a:off x="1722625" y="3793175"/>
              <a:ext cx="767000" cy="823575"/>
            </a:xfrm>
            <a:custGeom>
              <a:avLst/>
              <a:gdLst/>
              <a:ahLst/>
              <a:cxnLst/>
              <a:rect l="l" t="t" r="r" b="b"/>
              <a:pathLst>
                <a:path w="30680" h="32943" extrusionOk="0">
                  <a:moveTo>
                    <a:pt x="14599" y="1"/>
                  </a:moveTo>
                  <a:lnTo>
                    <a:pt x="14504" y="20"/>
                  </a:lnTo>
                  <a:lnTo>
                    <a:pt x="14409" y="58"/>
                  </a:lnTo>
                  <a:lnTo>
                    <a:pt x="14314" y="96"/>
                  </a:lnTo>
                  <a:lnTo>
                    <a:pt x="228" y="10094"/>
                  </a:lnTo>
                  <a:lnTo>
                    <a:pt x="152" y="10170"/>
                  </a:lnTo>
                  <a:lnTo>
                    <a:pt x="95" y="10246"/>
                  </a:lnTo>
                  <a:lnTo>
                    <a:pt x="38" y="10341"/>
                  </a:lnTo>
                  <a:lnTo>
                    <a:pt x="0" y="10417"/>
                  </a:lnTo>
                  <a:lnTo>
                    <a:pt x="0" y="10513"/>
                  </a:lnTo>
                  <a:lnTo>
                    <a:pt x="0" y="10608"/>
                  </a:lnTo>
                  <a:lnTo>
                    <a:pt x="19" y="10703"/>
                  </a:lnTo>
                  <a:lnTo>
                    <a:pt x="76" y="10779"/>
                  </a:lnTo>
                  <a:lnTo>
                    <a:pt x="133" y="10855"/>
                  </a:lnTo>
                  <a:lnTo>
                    <a:pt x="209" y="10912"/>
                  </a:lnTo>
                  <a:lnTo>
                    <a:pt x="304" y="10950"/>
                  </a:lnTo>
                  <a:lnTo>
                    <a:pt x="400" y="10969"/>
                  </a:lnTo>
                  <a:lnTo>
                    <a:pt x="495" y="10969"/>
                  </a:lnTo>
                  <a:lnTo>
                    <a:pt x="590" y="10950"/>
                  </a:lnTo>
                  <a:lnTo>
                    <a:pt x="685" y="10912"/>
                  </a:lnTo>
                  <a:lnTo>
                    <a:pt x="780" y="10855"/>
                  </a:lnTo>
                  <a:lnTo>
                    <a:pt x="14865" y="875"/>
                  </a:lnTo>
                  <a:lnTo>
                    <a:pt x="14941" y="799"/>
                  </a:lnTo>
                  <a:lnTo>
                    <a:pt x="14998" y="723"/>
                  </a:lnTo>
                  <a:lnTo>
                    <a:pt x="15055" y="628"/>
                  </a:lnTo>
                  <a:lnTo>
                    <a:pt x="15093" y="533"/>
                  </a:lnTo>
                  <a:lnTo>
                    <a:pt x="15093" y="438"/>
                  </a:lnTo>
                  <a:lnTo>
                    <a:pt x="15093" y="343"/>
                  </a:lnTo>
                  <a:lnTo>
                    <a:pt x="15074" y="267"/>
                  </a:lnTo>
                  <a:lnTo>
                    <a:pt x="15017" y="172"/>
                  </a:lnTo>
                  <a:lnTo>
                    <a:pt x="14960" y="115"/>
                  </a:lnTo>
                  <a:lnTo>
                    <a:pt x="14884" y="58"/>
                  </a:lnTo>
                  <a:lnTo>
                    <a:pt x="14789" y="20"/>
                  </a:lnTo>
                  <a:lnTo>
                    <a:pt x="14694" y="1"/>
                  </a:lnTo>
                  <a:close/>
                  <a:moveTo>
                    <a:pt x="16557" y="2738"/>
                  </a:moveTo>
                  <a:lnTo>
                    <a:pt x="16462" y="2757"/>
                  </a:lnTo>
                  <a:lnTo>
                    <a:pt x="16348" y="2795"/>
                  </a:lnTo>
                  <a:lnTo>
                    <a:pt x="16253" y="2852"/>
                  </a:lnTo>
                  <a:lnTo>
                    <a:pt x="2186" y="12832"/>
                  </a:lnTo>
                  <a:lnTo>
                    <a:pt x="2110" y="12908"/>
                  </a:lnTo>
                  <a:lnTo>
                    <a:pt x="2034" y="12984"/>
                  </a:lnTo>
                  <a:lnTo>
                    <a:pt x="1996" y="13079"/>
                  </a:lnTo>
                  <a:lnTo>
                    <a:pt x="1958" y="13174"/>
                  </a:lnTo>
                  <a:lnTo>
                    <a:pt x="1939" y="13269"/>
                  </a:lnTo>
                  <a:lnTo>
                    <a:pt x="1958" y="13364"/>
                  </a:lnTo>
                  <a:lnTo>
                    <a:pt x="1977" y="13440"/>
                  </a:lnTo>
                  <a:lnTo>
                    <a:pt x="2015" y="13535"/>
                  </a:lnTo>
                  <a:lnTo>
                    <a:pt x="2091" y="13611"/>
                  </a:lnTo>
                  <a:lnTo>
                    <a:pt x="2167" y="13649"/>
                  </a:lnTo>
                  <a:lnTo>
                    <a:pt x="2243" y="13687"/>
                  </a:lnTo>
                  <a:lnTo>
                    <a:pt x="2338" y="13706"/>
                  </a:lnTo>
                  <a:lnTo>
                    <a:pt x="2528" y="13706"/>
                  </a:lnTo>
                  <a:lnTo>
                    <a:pt x="2643" y="13668"/>
                  </a:lnTo>
                  <a:lnTo>
                    <a:pt x="2719" y="13611"/>
                  </a:lnTo>
                  <a:lnTo>
                    <a:pt x="16804" y="3612"/>
                  </a:lnTo>
                  <a:lnTo>
                    <a:pt x="16880" y="3536"/>
                  </a:lnTo>
                  <a:lnTo>
                    <a:pt x="16956" y="3460"/>
                  </a:lnTo>
                  <a:lnTo>
                    <a:pt x="16994" y="3384"/>
                  </a:lnTo>
                  <a:lnTo>
                    <a:pt x="17032" y="3289"/>
                  </a:lnTo>
                  <a:lnTo>
                    <a:pt x="17051" y="3194"/>
                  </a:lnTo>
                  <a:lnTo>
                    <a:pt x="17032" y="3099"/>
                  </a:lnTo>
                  <a:lnTo>
                    <a:pt x="17013" y="3004"/>
                  </a:lnTo>
                  <a:lnTo>
                    <a:pt x="16975" y="2928"/>
                  </a:lnTo>
                  <a:lnTo>
                    <a:pt x="16899" y="2852"/>
                  </a:lnTo>
                  <a:lnTo>
                    <a:pt x="16823" y="2795"/>
                  </a:lnTo>
                  <a:lnTo>
                    <a:pt x="16747" y="2757"/>
                  </a:lnTo>
                  <a:lnTo>
                    <a:pt x="16652" y="2738"/>
                  </a:lnTo>
                  <a:close/>
                  <a:moveTo>
                    <a:pt x="18496" y="5494"/>
                  </a:moveTo>
                  <a:lnTo>
                    <a:pt x="18401" y="5513"/>
                  </a:lnTo>
                  <a:lnTo>
                    <a:pt x="18305" y="5532"/>
                  </a:lnTo>
                  <a:lnTo>
                    <a:pt x="18210" y="5589"/>
                  </a:lnTo>
                  <a:lnTo>
                    <a:pt x="4125" y="15588"/>
                  </a:lnTo>
                  <a:lnTo>
                    <a:pt x="4049" y="15664"/>
                  </a:lnTo>
                  <a:lnTo>
                    <a:pt x="3992" y="15740"/>
                  </a:lnTo>
                  <a:lnTo>
                    <a:pt x="3935" y="15816"/>
                  </a:lnTo>
                  <a:lnTo>
                    <a:pt x="3897" y="15911"/>
                  </a:lnTo>
                  <a:lnTo>
                    <a:pt x="3897" y="16006"/>
                  </a:lnTo>
                  <a:lnTo>
                    <a:pt x="3897" y="16101"/>
                  </a:lnTo>
                  <a:lnTo>
                    <a:pt x="3916" y="16196"/>
                  </a:lnTo>
                  <a:lnTo>
                    <a:pt x="3973" y="16272"/>
                  </a:lnTo>
                  <a:lnTo>
                    <a:pt x="4030" y="16348"/>
                  </a:lnTo>
                  <a:lnTo>
                    <a:pt x="4106" y="16405"/>
                  </a:lnTo>
                  <a:lnTo>
                    <a:pt x="4201" y="16443"/>
                  </a:lnTo>
                  <a:lnTo>
                    <a:pt x="4296" y="16462"/>
                  </a:lnTo>
                  <a:lnTo>
                    <a:pt x="4391" y="16462"/>
                  </a:lnTo>
                  <a:lnTo>
                    <a:pt x="4486" y="16443"/>
                  </a:lnTo>
                  <a:lnTo>
                    <a:pt x="4581" y="16405"/>
                  </a:lnTo>
                  <a:lnTo>
                    <a:pt x="4676" y="16348"/>
                  </a:lnTo>
                  <a:lnTo>
                    <a:pt x="18762" y="6369"/>
                  </a:lnTo>
                  <a:lnTo>
                    <a:pt x="18838" y="6293"/>
                  </a:lnTo>
                  <a:lnTo>
                    <a:pt x="18895" y="6217"/>
                  </a:lnTo>
                  <a:lnTo>
                    <a:pt x="18952" y="6122"/>
                  </a:lnTo>
                  <a:lnTo>
                    <a:pt x="18990" y="6027"/>
                  </a:lnTo>
                  <a:lnTo>
                    <a:pt x="18990" y="5931"/>
                  </a:lnTo>
                  <a:lnTo>
                    <a:pt x="18990" y="5836"/>
                  </a:lnTo>
                  <a:lnTo>
                    <a:pt x="18971" y="5760"/>
                  </a:lnTo>
                  <a:lnTo>
                    <a:pt x="18914" y="5665"/>
                  </a:lnTo>
                  <a:lnTo>
                    <a:pt x="18857" y="5589"/>
                  </a:lnTo>
                  <a:lnTo>
                    <a:pt x="18781" y="5551"/>
                  </a:lnTo>
                  <a:lnTo>
                    <a:pt x="18686" y="5513"/>
                  </a:lnTo>
                  <a:lnTo>
                    <a:pt x="18591" y="5494"/>
                  </a:lnTo>
                  <a:close/>
                  <a:moveTo>
                    <a:pt x="20453" y="8231"/>
                  </a:moveTo>
                  <a:lnTo>
                    <a:pt x="20358" y="8250"/>
                  </a:lnTo>
                  <a:lnTo>
                    <a:pt x="20244" y="8289"/>
                  </a:lnTo>
                  <a:lnTo>
                    <a:pt x="20149" y="8346"/>
                  </a:lnTo>
                  <a:lnTo>
                    <a:pt x="6083" y="18325"/>
                  </a:lnTo>
                  <a:lnTo>
                    <a:pt x="6007" y="18401"/>
                  </a:lnTo>
                  <a:lnTo>
                    <a:pt x="5931" y="18477"/>
                  </a:lnTo>
                  <a:lnTo>
                    <a:pt x="5893" y="18572"/>
                  </a:lnTo>
                  <a:lnTo>
                    <a:pt x="5855" y="18667"/>
                  </a:lnTo>
                  <a:lnTo>
                    <a:pt x="5836" y="18762"/>
                  </a:lnTo>
                  <a:lnTo>
                    <a:pt x="5855" y="18857"/>
                  </a:lnTo>
                  <a:lnTo>
                    <a:pt x="5874" y="18933"/>
                  </a:lnTo>
                  <a:lnTo>
                    <a:pt x="5912" y="19028"/>
                  </a:lnTo>
                  <a:lnTo>
                    <a:pt x="5988" y="19104"/>
                  </a:lnTo>
                  <a:lnTo>
                    <a:pt x="6064" y="19142"/>
                  </a:lnTo>
                  <a:lnTo>
                    <a:pt x="6140" y="19180"/>
                  </a:lnTo>
                  <a:lnTo>
                    <a:pt x="6235" y="19199"/>
                  </a:lnTo>
                  <a:lnTo>
                    <a:pt x="6330" y="19199"/>
                  </a:lnTo>
                  <a:lnTo>
                    <a:pt x="6444" y="19180"/>
                  </a:lnTo>
                  <a:lnTo>
                    <a:pt x="6539" y="19161"/>
                  </a:lnTo>
                  <a:lnTo>
                    <a:pt x="6634" y="19104"/>
                  </a:lnTo>
                  <a:lnTo>
                    <a:pt x="20701" y="9106"/>
                  </a:lnTo>
                  <a:lnTo>
                    <a:pt x="20777" y="9030"/>
                  </a:lnTo>
                  <a:lnTo>
                    <a:pt x="20853" y="8954"/>
                  </a:lnTo>
                  <a:lnTo>
                    <a:pt x="20891" y="8878"/>
                  </a:lnTo>
                  <a:lnTo>
                    <a:pt x="20929" y="8783"/>
                  </a:lnTo>
                  <a:lnTo>
                    <a:pt x="20948" y="8688"/>
                  </a:lnTo>
                  <a:lnTo>
                    <a:pt x="20948" y="8593"/>
                  </a:lnTo>
                  <a:lnTo>
                    <a:pt x="20910" y="8498"/>
                  </a:lnTo>
                  <a:lnTo>
                    <a:pt x="20872" y="8422"/>
                  </a:lnTo>
                  <a:lnTo>
                    <a:pt x="20796" y="8346"/>
                  </a:lnTo>
                  <a:lnTo>
                    <a:pt x="20720" y="8289"/>
                  </a:lnTo>
                  <a:lnTo>
                    <a:pt x="20644" y="8250"/>
                  </a:lnTo>
                  <a:lnTo>
                    <a:pt x="20548" y="8231"/>
                  </a:lnTo>
                  <a:close/>
                  <a:moveTo>
                    <a:pt x="22297" y="10988"/>
                  </a:moveTo>
                  <a:lnTo>
                    <a:pt x="22202" y="11026"/>
                  </a:lnTo>
                  <a:lnTo>
                    <a:pt x="22107" y="11083"/>
                  </a:lnTo>
                  <a:lnTo>
                    <a:pt x="8022" y="21081"/>
                  </a:lnTo>
                  <a:lnTo>
                    <a:pt x="7946" y="21138"/>
                  </a:lnTo>
                  <a:lnTo>
                    <a:pt x="7889" y="21233"/>
                  </a:lnTo>
                  <a:lnTo>
                    <a:pt x="7832" y="21309"/>
                  </a:lnTo>
                  <a:lnTo>
                    <a:pt x="7794" y="21404"/>
                  </a:lnTo>
                  <a:lnTo>
                    <a:pt x="7794" y="21499"/>
                  </a:lnTo>
                  <a:lnTo>
                    <a:pt x="7794" y="21594"/>
                  </a:lnTo>
                  <a:lnTo>
                    <a:pt x="7813" y="21690"/>
                  </a:lnTo>
                  <a:lnTo>
                    <a:pt x="7870" y="21766"/>
                  </a:lnTo>
                  <a:lnTo>
                    <a:pt x="7927" y="21842"/>
                  </a:lnTo>
                  <a:lnTo>
                    <a:pt x="8003" y="21899"/>
                  </a:lnTo>
                  <a:lnTo>
                    <a:pt x="8098" y="21937"/>
                  </a:lnTo>
                  <a:lnTo>
                    <a:pt x="8193" y="21956"/>
                  </a:lnTo>
                  <a:lnTo>
                    <a:pt x="8288" y="21956"/>
                  </a:lnTo>
                  <a:lnTo>
                    <a:pt x="8383" y="21937"/>
                  </a:lnTo>
                  <a:lnTo>
                    <a:pt x="8478" y="21899"/>
                  </a:lnTo>
                  <a:lnTo>
                    <a:pt x="8573" y="21842"/>
                  </a:lnTo>
                  <a:lnTo>
                    <a:pt x="22658" y="11862"/>
                  </a:lnTo>
                  <a:lnTo>
                    <a:pt x="22734" y="11786"/>
                  </a:lnTo>
                  <a:lnTo>
                    <a:pt x="22791" y="11710"/>
                  </a:lnTo>
                  <a:lnTo>
                    <a:pt x="22849" y="11615"/>
                  </a:lnTo>
                  <a:lnTo>
                    <a:pt x="22887" y="11520"/>
                  </a:lnTo>
                  <a:lnTo>
                    <a:pt x="22887" y="11425"/>
                  </a:lnTo>
                  <a:lnTo>
                    <a:pt x="22887" y="11330"/>
                  </a:lnTo>
                  <a:lnTo>
                    <a:pt x="22868" y="11235"/>
                  </a:lnTo>
                  <a:lnTo>
                    <a:pt x="22810" y="11159"/>
                  </a:lnTo>
                  <a:lnTo>
                    <a:pt x="22753" y="11083"/>
                  </a:lnTo>
                  <a:lnTo>
                    <a:pt x="22677" y="11026"/>
                  </a:lnTo>
                  <a:lnTo>
                    <a:pt x="22582" y="11007"/>
                  </a:lnTo>
                  <a:lnTo>
                    <a:pt x="22487" y="10988"/>
                  </a:lnTo>
                  <a:close/>
                  <a:moveTo>
                    <a:pt x="24350" y="13725"/>
                  </a:moveTo>
                  <a:lnTo>
                    <a:pt x="24255" y="13744"/>
                  </a:lnTo>
                  <a:lnTo>
                    <a:pt x="24141" y="13782"/>
                  </a:lnTo>
                  <a:lnTo>
                    <a:pt x="24065" y="13839"/>
                  </a:lnTo>
                  <a:lnTo>
                    <a:pt x="9980" y="23818"/>
                  </a:lnTo>
                  <a:lnTo>
                    <a:pt x="9904" y="23895"/>
                  </a:lnTo>
                  <a:lnTo>
                    <a:pt x="9828" y="23971"/>
                  </a:lnTo>
                  <a:lnTo>
                    <a:pt x="9790" y="24066"/>
                  </a:lnTo>
                  <a:lnTo>
                    <a:pt x="9752" y="24161"/>
                  </a:lnTo>
                  <a:lnTo>
                    <a:pt x="9733" y="24256"/>
                  </a:lnTo>
                  <a:lnTo>
                    <a:pt x="9752" y="24351"/>
                  </a:lnTo>
                  <a:lnTo>
                    <a:pt x="9771" y="24427"/>
                  </a:lnTo>
                  <a:lnTo>
                    <a:pt x="9809" y="24522"/>
                  </a:lnTo>
                  <a:lnTo>
                    <a:pt x="9885" y="24579"/>
                  </a:lnTo>
                  <a:lnTo>
                    <a:pt x="9961" y="24636"/>
                  </a:lnTo>
                  <a:lnTo>
                    <a:pt x="10037" y="24674"/>
                  </a:lnTo>
                  <a:lnTo>
                    <a:pt x="10132" y="24693"/>
                  </a:lnTo>
                  <a:lnTo>
                    <a:pt x="10227" y="24693"/>
                  </a:lnTo>
                  <a:lnTo>
                    <a:pt x="10341" y="24674"/>
                  </a:lnTo>
                  <a:lnTo>
                    <a:pt x="10436" y="24636"/>
                  </a:lnTo>
                  <a:lnTo>
                    <a:pt x="10531" y="24598"/>
                  </a:lnTo>
                  <a:lnTo>
                    <a:pt x="24597" y="14599"/>
                  </a:lnTo>
                  <a:lnTo>
                    <a:pt x="24673" y="14523"/>
                  </a:lnTo>
                  <a:lnTo>
                    <a:pt x="24749" y="14447"/>
                  </a:lnTo>
                  <a:lnTo>
                    <a:pt x="24806" y="14352"/>
                  </a:lnTo>
                  <a:lnTo>
                    <a:pt x="24825" y="14276"/>
                  </a:lnTo>
                  <a:lnTo>
                    <a:pt x="24844" y="14181"/>
                  </a:lnTo>
                  <a:lnTo>
                    <a:pt x="24844" y="14086"/>
                  </a:lnTo>
                  <a:lnTo>
                    <a:pt x="24806" y="13991"/>
                  </a:lnTo>
                  <a:lnTo>
                    <a:pt x="24768" y="13915"/>
                  </a:lnTo>
                  <a:lnTo>
                    <a:pt x="24692" y="13839"/>
                  </a:lnTo>
                  <a:lnTo>
                    <a:pt x="24616" y="13782"/>
                  </a:lnTo>
                  <a:lnTo>
                    <a:pt x="24540" y="13744"/>
                  </a:lnTo>
                  <a:lnTo>
                    <a:pt x="24445" y="13725"/>
                  </a:lnTo>
                  <a:close/>
                  <a:moveTo>
                    <a:pt x="26289" y="16462"/>
                  </a:moveTo>
                  <a:lnTo>
                    <a:pt x="26194" y="16481"/>
                  </a:lnTo>
                  <a:lnTo>
                    <a:pt x="26099" y="16519"/>
                  </a:lnTo>
                  <a:lnTo>
                    <a:pt x="26004" y="16576"/>
                  </a:lnTo>
                  <a:lnTo>
                    <a:pt x="11938" y="26575"/>
                  </a:lnTo>
                  <a:lnTo>
                    <a:pt x="11843" y="26632"/>
                  </a:lnTo>
                  <a:lnTo>
                    <a:pt x="11786" y="26727"/>
                  </a:lnTo>
                  <a:lnTo>
                    <a:pt x="11729" y="26803"/>
                  </a:lnTo>
                  <a:lnTo>
                    <a:pt x="11710" y="26898"/>
                  </a:lnTo>
                  <a:lnTo>
                    <a:pt x="11691" y="26993"/>
                  </a:lnTo>
                  <a:lnTo>
                    <a:pt x="11691" y="27088"/>
                  </a:lnTo>
                  <a:lnTo>
                    <a:pt x="11710" y="27183"/>
                  </a:lnTo>
                  <a:lnTo>
                    <a:pt x="11767" y="27259"/>
                  </a:lnTo>
                  <a:lnTo>
                    <a:pt x="11824" y="27335"/>
                  </a:lnTo>
                  <a:lnTo>
                    <a:pt x="11900" y="27392"/>
                  </a:lnTo>
                  <a:lnTo>
                    <a:pt x="11995" y="27430"/>
                  </a:lnTo>
                  <a:lnTo>
                    <a:pt x="12090" y="27449"/>
                  </a:lnTo>
                  <a:lnTo>
                    <a:pt x="12185" y="27449"/>
                  </a:lnTo>
                  <a:lnTo>
                    <a:pt x="12280" y="27430"/>
                  </a:lnTo>
                  <a:lnTo>
                    <a:pt x="12375" y="27392"/>
                  </a:lnTo>
                  <a:lnTo>
                    <a:pt x="12470" y="27335"/>
                  </a:lnTo>
                  <a:lnTo>
                    <a:pt x="26555" y="17337"/>
                  </a:lnTo>
                  <a:lnTo>
                    <a:pt x="26631" y="17280"/>
                  </a:lnTo>
                  <a:lnTo>
                    <a:pt x="26707" y="17204"/>
                  </a:lnTo>
                  <a:lnTo>
                    <a:pt x="26745" y="17108"/>
                  </a:lnTo>
                  <a:lnTo>
                    <a:pt x="26783" y="17013"/>
                  </a:lnTo>
                  <a:lnTo>
                    <a:pt x="26783" y="16918"/>
                  </a:lnTo>
                  <a:lnTo>
                    <a:pt x="26783" y="16823"/>
                  </a:lnTo>
                  <a:lnTo>
                    <a:pt x="26764" y="16728"/>
                  </a:lnTo>
                  <a:lnTo>
                    <a:pt x="26707" y="16652"/>
                  </a:lnTo>
                  <a:lnTo>
                    <a:pt x="26650" y="16576"/>
                  </a:lnTo>
                  <a:lnTo>
                    <a:pt x="26574" y="16519"/>
                  </a:lnTo>
                  <a:lnTo>
                    <a:pt x="26479" y="16481"/>
                  </a:lnTo>
                  <a:lnTo>
                    <a:pt x="26384" y="16462"/>
                  </a:lnTo>
                  <a:close/>
                  <a:moveTo>
                    <a:pt x="28247" y="19218"/>
                  </a:moveTo>
                  <a:lnTo>
                    <a:pt x="28152" y="19237"/>
                  </a:lnTo>
                  <a:lnTo>
                    <a:pt x="28057" y="19275"/>
                  </a:lnTo>
                  <a:lnTo>
                    <a:pt x="27962" y="19332"/>
                  </a:lnTo>
                  <a:lnTo>
                    <a:pt x="13877" y="29312"/>
                  </a:lnTo>
                  <a:lnTo>
                    <a:pt x="13800" y="29388"/>
                  </a:lnTo>
                  <a:lnTo>
                    <a:pt x="13724" y="29464"/>
                  </a:lnTo>
                  <a:lnTo>
                    <a:pt x="13686" y="29559"/>
                  </a:lnTo>
                  <a:lnTo>
                    <a:pt x="13648" y="29654"/>
                  </a:lnTo>
                  <a:lnTo>
                    <a:pt x="13629" y="29749"/>
                  </a:lnTo>
                  <a:lnTo>
                    <a:pt x="13648" y="29825"/>
                  </a:lnTo>
                  <a:lnTo>
                    <a:pt x="13667" y="29920"/>
                  </a:lnTo>
                  <a:lnTo>
                    <a:pt x="13705" y="30015"/>
                  </a:lnTo>
                  <a:lnTo>
                    <a:pt x="13781" y="30072"/>
                  </a:lnTo>
                  <a:lnTo>
                    <a:pt x="13857" y="30129"/>
                  </a:lnTo>
                  <a:lnTo>
                    <a:pt x="13934" y="30167"/>
                  </a:lnTo>
                  <a:lnTo>
                    <a:pt x="14029" y="30186"/>
                  </a:lnTo>
                  <a:lnTo>
                    <a:pt x="14124" y="30186"/>
                  </a:lnTo>
                  <a:lnTo>
                    <a:pt x="14238" y="30167"/>
                  </a:lnTo>
                  <a:lnTo>
                    <a:pt x="14333" y="30129"/>
                  </a:lnTo>
                  <a:lnTo>
                    <a:pt x="14428" y="30072"/>
                  </a:lnTo>
                  <a:lnTo>
                    <a:pt x="28494" y="20093"/>
                  </a:lnTo>
                  <a:lnTo>
                    <a:pt x="28589" y="20017"/>
                  </a:lnTo>
                  <a:lnTo>
                    <a:pt x="28646" y="19941"/>
                  </a:lnTo>
                  <a:lnTo>
                    <a:pt x="28703" y="19846"/>
                  </a:lnTo>
                  <a:lnTo>
                    <a:pt x="28722" y="19751"/>
                  </a:lnTo>
                  <a:lnTo>
                    <a:pt x="28741" y="19656"/>
                  </a:lnTo>
                  <a:lnTo>
                    <a:pt x="28741" y="19580"/>
                  </a:lnTo>
                  <a:lnTo>
                    <a:pt x="28703" y="19485"/>
                  </a:lnTo>
                  <a:lnTo>
                    <a:pt x="28665" y="19389"/>
                  </a:lnTo>
                  <a:lnTo>
                    <a:pt x="28589" y="19332"/>
                  </a:lnTo>
                  <a:lnTo>
                    <a:pt x="28513" y="19275"/>
                  </a:lnTo>
                  <a:lnTo>
                    <a:pt x="28437" y="19237"/>
                  </a:lnTo>
                  <a:lnTo>
                    <a:pt x="28342" y="19218"/>
                  </a:lnTo>
                  <a:close/>
                  <a:moveTo>
                    <a:pt x="30186" y="21956"/>
                  </a:moveTo>
                  <a:lnTo>
                    <a:pt x="30091" y="21975"/>
                  </a:lnTo>
                  <a:lnTo>
                    <a:pt x="29996" y="22013"/>
                  </a:lnTo>
                  <a:lnTo>
                    <a:pt x="29901" y="22070"/>
                  </a:lnTo>
                  <a:lnTo>
                    <a:pt x="15834" y="32068"/>
                  </a:lnTo>
                  <a:lnTo>
                    <a:pt x="15739" y="32125"/>
                  </a:lnTo>
                  <a:lnTo>
                    <a:pt x="15682" y="32220"/>
                  </a:lnTo>
                  <a:lnTo>
                    <a:pt x="15625" y="32296"/>
                  </a:lnTo>
                  <a:lnTo>
                    <a:pt x="15606" y="32391"/>
                  </a:lnTo>
                  <a:lnTo>
                    <a:pt x="15587" y="32486"/>
                  </a:lnTo>
                  <a:lnTo>
                    <a:pt x="15587" y="32581"/>
                  </a:lnTo>
                  <a:lnTo>
                    <a:pt x="15625" y="32676"/>
                  </a:lnTo>
                  <a:lnTo>
                    <a:pt x="15663" y="32752"/>
                  </a:lnTo>
                  <a:lnTo>
                    <a:pt x="15720" y="32829"/>
                  </a:lnTo>
                  <a:lnTo>
                    <a:pt x="15796" y="32886"/>
                  </a:lnTo>
                  <a:lnTo>
                    <a:pt x="15891" y="32924"/>
                  </a:lnTo>
                  <a:lnTo>
                    <a:pt x="15986" y="32943"/>
                  </a:lnTo>
                  <a:lnTo>
                    <a:pt x="16081" y="32943"/>
                  </a:lnTo>
                  <a:lnTo>
                    <a:pt x="16177" y="32924"/>
                  </a:lnTo>
                  <a:lnTo>
                    <a:pt x="16272" y="32886"/>
                  </a:lnTo>
                  <a:lnTo>
                    <a:pt x="16367" y="32829"/>
                  </a:lnTo>
                  <a:lnTo>
                    <a:pt x="30452" y="22830"/>
                  </a:lnTo>
                  <a:lnTo>
                    <a:pt x="30528" y="22773"/>
                  </a:lnTo>
                  <a:lnTo>
                    <a:pt x="30604" y="22678"/>
                  </a:lnTo>
                  <a:lnTo>
                    <a:pt x="30642" y="22602"/>
                  </a:lnTo>
                  <a:lnTo>
                    <a:pt x="30680" y="22507"/>
                  </a:lnTo>
                  <a:lnTo>
                    <a:pt x="30680" y="22412"/>
                  </a:lnTo>
                  <a:lnTo>
                    <a:pt x="30680" y="22317"/>
                  </a:lnTo>
                  <a:lnTo>
                    <a:pt x="30661" y="22222"/>
                  </a:lnTo>
                  <a:lnTo>
                    <a:pt x="30604" y="22146"/>
                  </a:lnTo>
                  <a:lnTo>
                    <a:pt x="30547" y="22070"/>
                  </a:lnTo>
                  <a:lnTo>
                    <a:pt x="30471" y="22013"/>
                  </a:lnTo>
                  <a:lnTo>
                    <a:pt x="30376" y="21975"/>
                  </a:lnTo>
                  <a:lnTo>
                    <a:pt x="30300" y="2195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3"/>
            <p:cNvSpPr/>
            <p:nvPr/>
          </p:nvSpPr>
          <p:spPr>
            <a:xfrm>
              <a:off x="1024050" y="4261750"/>
              <a:ext cx="517075" cy="663425"/>
            </a:xfrm>
            <a:custGeom>
              <a:avLst/>
              <a:gdLst/>
              <a:ahLst/>
              <a:cxnLst/>
              <a:rect l="l" t="t" r="r" b="b"/>
              <a:pathLst>
                <a:path w="20683" h="26537" extrusionOk="0">
                  <a:moveTo>
                    <a:pt x="3746" y="0"/>
                  </a:moveTo>
                  <a:lnTo>
                    <a:pt x="1" y="2661"/>
                  </a:lnTo>
                  <a:lnTo>
                    <a:pt x="16937" y="26536"/>
                  </a:lnTo>
                  <a:lnTo>
                    <a:pt x="17584" y="23457"/>
                  </a:lnTo>
                  <a:lnTo>
                    <a:pt x="20682" y="23875"/>
                  </a:lnTo>
                  <a:lnTo>
                    <a:pt x="20682" y="23875"/>
                  </a:lnTo>
                  <a:lnTo>
                    <a:pt x="37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0" name="Google Shape;2220;p43"/>
          <p:cNvGrpSpPr/>
          <p:nvPr/>
        </p:nvGrpSpPr>
        <p:grpSpPr>
          <a:xfrm>
            <a:off x="963573" y="2919984"/>
            <a:ext cx="1021672" cy="525102"/>
            <a:chOff x="1429825" y="2930941"/>
            <a:chExt cx="1021672" cy="525102"/>
          </a:xfrm>
        </p:grpSpPr>
        <p:sp>
          <p:nvSpPr>
            <p:cNvPr id="2221" name="Google Shape;2221;p43"/>
            <p:cNvSpPr/>
            <p:nvPr/>
          </p:nvSpPr>
          <p:spPr>
            <a:xfrm>
              <a:off x="1450537" y="3033081"/>
              <a:ext cx="362680" cy="291234"/>
            </a:xfrm>
            <a:custGeom>
              <a:avLst/>
              <a:gdLst/>
              <a:ahLst/>
              <a:cxnLst/>
              <a:rect l="l" t="t" r="r" b="b"/>
              <a:pathLst>
                <a:path w="18630" h="14960" extrusionOk="0">
                  <a:moveTo>
                    <a:pt x="1179" y="0"/>
                  </a:moveTo>
                  <a:lnTo>
                    <a:pt x="1065" y="19"/>
                  </a:lnTo>
                  <a:lnTo>
                    <a:pt x="837" y="95"/>
                  </a:lnTo>
                  <a:lnTo>
                    <a:pt x="628" y="228"/>
                  </a:lnTo>
                  <a:lnTo>
                    <a:pt x="457" y="380"/>
                  </a:lnTo>
                  <a:lnTo>
                    <a:pt x="286" y="589"/>
                  </a:lnTo>
                  <a:lnTo>
                    <a:pt x="210" y="684"/>
                  </a:lnTo>
                  <a:lnTo>
                    <a:pt x="153" y="817"/>
                  </a:lnTo>
                  <a:lnTo>
                    <a:pt x="96" y="931"/>
                  </a:lnTo>
                  <a:lnTo>
                    <a:pt x="58" y="1065"/>
                  </a:lnTo>
                  <a:lnTo>
                    <a:pt x="1" y="1312"/>
                  </a:lnTo>
                  <a:lnTo>
                    <a:pt x="1" y="1559"/>
                  </a:lnTo>
                  <a:lnTo>
                    <a:pt x="39" y="1806"/>
                  </a:lnTo>
                  <a:lnTo>
                    <a:pt x="115" y="2015"/>
                  </a:lnTo>
                  <a:lnTo>
                    <a:pt x="172" y="2110"/>
                  </a:lnTo>
                  <a:lnTo>
                    <a:pt x="229" y="2205"/>
                  </a:lnTo>
                  <a:lnTo>
                    <a:pt x="305" y="2300"/>
                  </a:lnTo>
                  <a:lnTo>
                    <a:pt x="400" y="2376"/>
                  </a:lnTo>
                  <a:lnTo>
                    <a:pt x="476" y="2433"/>
                  </a:lnTo>
                  <a:lnTo>
                    <a:pt x="590" y="2490"/>
                  </a:lnTo>
                  <a:lnTo>
                    <a:pt x="15265" y="9466"/>
                  </a:lnTo>
                  <a:lnTo>
                    <a:pt x="15493" y="9580"/>
                  </a:lnTo>
                  <a:lnTo>
                    <a:pt x="15683" y="9732"/>
                  </a:lnTo>
                  <a:lnTo>
                    <a:pt x="15854" y="9884"/>
                  </a:lnTo>
                  <a:lnTo>
                    <a:pt x="16006" y="10056"/>
                  </a:lnTo>
                  <a:lnTo>
                    <a:pt x="16120" y="10246"/>
                  </a:lnTo>
                  <a:lnTo>
                    <a:pt x="16215" y="10455"/>
                  </a:lnTo>
                  <a:lnTo>
                    <a:pt x="16291" y="10645"/>
                  </a:lnTo>
                  <a:lnTo>
                    <a:pt x="16310" y="10873"/>
                  </a:lnTo>
                  <a:lnTo>
                    <a:pt x="16310" y="11044"/>
                  </a:lnTo>
                  <a:lnTo>
                    <a:pt x="16291" y="11196"/>
                  </a:lnTo>
                  <a:lnTo>
                    <a:pt x="16253" y="11367"/>
                  </a:lnTo>
                  <a:lnTo>
                    <a:pt x="16177" y="11538"/>
                  </a:lnTo>
                  <a:lnTo>
                    <a:pt x="16101" y="11690"/>
                  </a:lnTo>
                  <a:lnTo>
                    <a:pt x="16006" y="11842"/>
                  </a:lnTo>
                  <a:lnTo>
                    <a:pt x="15873" y="12013"/>
                  </a:lnTo>
                  <a:lnTo>
                    <a:pt x="15721" y="12165"/>
                  </a:lnTo>
                  <a:lnTo>
                    <a:pt x="15645" y="12242"/>
                  </a:lnTo>
                  <a:lnTo>
                    <a:pt x="15550" y="12299"/>
                  </a:lnTo>
                  <a:lnTo>
                    <a:pt x="15436" y="12337"/>
                  </a:lnTo>
                  <a:lnTo>
                    <a:pt x="15341" y="12375"/>
                  </a:lnTo>
                  <a:lnTo>
                    <a:pt x="15151" y="12375"/>
                  </a:lnTo>
                  <a:lnTo>
                    <a:pt x="14980" y="12356"/>
                  </a:lnTo>
                  <a:lnTo>
                    <a:pt x="14809" y="12299"/>
                  </a:lnTo>
                  <a:lnTo>
                    <a:pt x="14675" y="12242"/>
                  </a:lnTo>
                  <a:lnTo>
                    <a:pt x="14542" y="12146"/>
                  </a:lnTo>
                  <a:lnTo>
                    <a:pt x="14447" y="12070"/>
                  </a:lnTo>
                  <a:lnTo>
                    <a:pt x="14333" y="12032"/>
                  </a:lnTo>
                  <a:lnTo>
                    <a:pt x="14238" y="11975"/>
                  </a:lnTo>
                  <a:lnTo>
                    <a:pt x="14124" y="11956"/>
                  </a:lnTo>
                  <a:lnTo>
                    <a:pt x="14029" y="11937"/>
                  </a:lnTo>
                  <a:lnTo>
                    <a:pt x="13915" y="11937"/>
                  </a:lnTo>
                  <a:lnTo>
                    <a:pt x="13801" y="11956"/>
                  </a:lnTo>
                  <a:lnTo>
                    <a:pt x="13687" y="11975"/>
                  </a:lnTo>
                  <a:lnTo>
                    <a:pt x="13478" y="12051"/>
                  </a:lnTo>
                  <a:lnTo>
                    <a:pt x="13269" y="12165"/>
                  </a:lnTo>
                  <a:lnTo>
                    <a:pt x="13079" y="12337"/>
                  </a:lnTo>
                  <a:lnTo>
                    <a:pt x="12984" y="12432"/>
                  </a:lnTo>
                  <a:lnTo>
                    <a:pt x="12908" y="12546"/>
                  </a:lnTo>
                  <a:lnTo>
                    <a:pt x="12832" y="12660"/>
                  </a:lnTo>
                  <a:lnTo>
                    <a:pt x="12775" y="12774"/>
                  </a:lnTo>
                  <a:lnTo>
                    <a:pt x="12680" y="13021"/>
                  </a:lnTo>
                  <a:lnTo>
                    <a:pt x="12642" y="13268"/>
                  </a:lnTo>
                  <a:lnTo>
                    <a:pt x="12642" y="13515"/>
                  </a:lnTo>
                  <a:lnTo>
                    <a:pt x="12680" y="13743"/>
                  </a:lnTo>
                  <a:lnTo>
                    <a:pt x="12718" y="13857"/>
                  </a:lnTo>
                  <a:lnTo>
                    <a:pt x="12756" y="13971"/>
                  </a:lnTo>
                  <a:lnTo>
                    <a:pt x="12813" y="14066"/>
                  </a:lnTo>
                  <a:lnTo>
                    <a:pt x="12870" y="14161"/>
                  </a:lnTo>
                  <a:lnTo>
                    <a:pt x="12946" y="14237"/>
                  </a:lnTo>
                  <a:lnTo>
                    <a:pt x="13041" y="14313"/>
                  </a:lnTo>
                  <a:lnTo>
                    <a:pt x="13288" y="14485"/>
                  </a:lnTo>
                  <a:lnTo>
                    <a:pt x="13573" y="14637"/>
                  </a:lnTo>
                  <a:lnTo>
                    <a:pt x="13915" y="14789"/>
                  </a:lnTo>
                  <a:lnTo>
                    <a:pt x="14124" y="14846"/>
                  </a:lnTo>
                  <a:lnTo>
                    <a:pt x="14314" y="14903"/>
                  </a:lnTo>
                  <a:lnTo>
                    <a:pt x="14523" y="14922"/>
                  </a:lnTo>
                  <a:lnTo>
                    <a:pt x="14752" y="14960"/>
                  </a:lnTo>
                  <a:lnTo>
                    <a:pt x="14961" y="14960"/>
                  </a:lnTo>
                  <a:lnTo>
                    <a:pt x="15189" y="14941"/>
                  </a:lnTo>
                  <a:lnTo>
                    <a:pt x="15436" y="14903"/>
                  </a:lnTo>
                  <a:lnTo>
                    <a:pt x="15664" y="14865"/>
                  </a:lnTo>
                  <a:lnTo>
                    <a:pt x="15911" y="14789"/>
                  </a:lnTo>
                  <a:lnTo>
                    <a:pt x="16158" y="14675"/>
                  </a:lnTo>
                  <a:lnTo>
                    <a:pt x="16405" y="14561"/>
                  </a:lnTo>
                  <a:lnTo>
                    <a:pt x="16633" y="14389"/>
                  </a:lnTo>
                  <a:lnTo>
                    <a:pt x="16880" y="14218"/>
                  </a:lnTo>
                  <a:lnTo>
                    <a:pt x="17128" y="13990"/>
                  </a:lnTo>
                  <a:lnTo>
                    <a:pt x="17299" y="13800"/>
                  </a:lnTo>
                  <a:lnTo>
                    <a:pt x="17489" y="13591"/>
                  </a:lnTo>
                  <a:lnTo>
                    <a:pt x="17641" y="13382"/>
                  </a:lnTo>
                  <a:lnTo>
                    <a:pt x="17793" y="13173"/>
                  </a:lnTo>
                  <a:lnTo>
                    <a:pt x="17945" y="12964"/>
                  </a:lnTo>
                  <a:lnTo>
                    <a:pt x="18059" y="12736"/>
                  </a:lnTo>
                  <a:lnTo>
                    <a:pt x="18173" y="12508"/>
                  </a:lnTo>
                  <a:lnTo>
                    <a:pt x="18287" y="12280"/>
                  </a:lnTo>
                  <a:lnTo>
                    <a:pt x="18363" y="12051"/>
                  </a:lnTo>
                  <a:lnTo>
                    <a:pt x="18439" y="11804"/>
                  </a:lnTo>
                  <a:lnTo>
                    <a:pt x="18515" y="11557"/>
                  </a:lnTo>
                  <a:lnTo>
                    <a:pt x="18553" y="11329"/>
                  </a:lnTo>
                  <a:lnTo>
                    <a:pt x="18591" y="11082"/>
                  </a:lnTo>
                  <a:lnTo>
                    <a:pt x="18610" y="10835"/>
                  </a:lnTo>
                  <a:lnTo>
                    <a:pt x="18629" y="10588"/>
                  </a:lnTo>
                  <a:lnTo>
                    <a:pt x="18610" y="10360"/>
                  </a:lnTo>
                  <a:lnTo>
                    <a:pt x="18591" y="10075"/>
                  </a:lnTo>
                  <a:lnTo>
                    <a:pt x="18553" y="9827"/>
                  </a:lnTo>
                  <a:lnTo>
                    <a:pt x="18496" y="9561"/>
                  </a:lnTo>
                  <a:lnTo>
                    <a:pt x="18420" y="9314"/>
                  </a:lnTo>
                  <a:lnTo>
                    <a:pt x="18325" y="9067"/>
                  </a:lnTo>
                  <a:lnTo>
                    <a:pt x="18230" y="8839"/>
                  </a:lnTo>
                  <a:lnTo>
                    <a:pt x="18097" y="8611"/>
                  </a:lnTo>
                  <a:lnTo>
                    <a:pt x="17964" y="8402"/>
                  </a:lnTo>
                  <a:lnTo>
                    <a:pt x="17812" y="8193"/>
                  </a:lnTo>
                  <a:lnTo>
                    <a:pt x="17660" y="8003"/>
                  </a:lnTo>
                  <a:lnTo>
                    <a:pt x="17470" y="7813"/>
                  </a:lnTo>
                  <a:lnTo>
                    <a:pt x="17280" y="7641"/>
                  </a:lnTo>
                  <a:lnTo>
                    <a:pt x="17090" y="7470"/>
                  </a:lnTo>
                  <a:lnTo>
                    <a:pt x="16880" y="7318"/>
                  </a:lnTo>
                  <a:lnTo>
                    <a:pt x="16652" y="7185"/>
                  </a:lnTo>
                  <a:lnTo>
                    <a:pt x="16405" y="7071"/>
                  </a:lnTo>
                  <a:lnTo>
                    <a:pt x="1712" y="95"/>
                  </a:lnTo>
                  <a:lnTo>
                    <a:pt x="1617" y="38"/>
                  </a:lnTo>
                  <a:lnTo>
                    <a:pt x="1503" y="19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3"/>
            <p:cNvSpPr/>
            <p:nvPr/>
          </p:nvSpPr>
          <p:spPr>
            <a:xfrm>
              <a:off x="1429825" y="2930941"/>
              <a:ext cx="300130" cy="300130"/>
            </a:xfrm>
            <a:custGeom>
              <a:avLst/>
              <a:gdLst/>
              <a:ahLst/>
              <a:cxnLst/>
              <a:rect l="l" t="t" r="r" b="b"/>
              <a:pathLst>
                <a:path w="15417" h="15417" extrusionOk="0">
                  <a:moveTo>
                    <a:pt x="7832" y="2187"/>
                  </a:moveTo>
                  <a:lnTo>
                    <a:pt x="8117" y="2206"/>
                  </a:lnTo>
                  <a:lnTo>
                    <a:pt x="8383" y="2225"/>
                  </a:lnTo>
                  <a:lnTo>
                    <a:pt x="8649" y="2263"/>
                  </a:lnTo>
                  <a:lnTo>
                    <a:pt x="8934" y="2320"/>
                  </a:lnTo>
                  <a:lnTo>
                    <a:pt x="9220" y="2396"/>
                  </a:lnTo>
                  <a:lnTo>
                    <a:pt x="9486" y="2472"/>
                  </a:lnTo>
                  <a:lnTo>
                    <a:pt x="9752" y="2586"/>
                  </a:lnTo>
                  <a:lnTo>
                    <a:pt x="9999" y="2681"/>
                  </a:lnTo>
                  <a:lnTo>
                    <a:pt x="10246" y="2814"/>
                  </a:lnTo>
                  <a:lnTo>
                    <a:pt x="10493" y="2947"/>
                  </a:lnTo>
                  <a:lnTo>
                    <a:pt x="10721" y="3080"/>
                  </a:lnTo>
                  <a:lnTo>
                    <a:pt x="10949" y="3232"/>
                  </a:lnTo>
                  <a:lnTo>
                    <a:pt x="11158" y="3403"/>
                  </a:lnTo>
                  <a:lnTo>
                    <a:pt x="11368" y="3574"/>
                  </a:lnTo>
                  <a:lnTo>
                    <a:pt x="11558" y="3745"/>
                  </a:lnTo>
                  <a:lnTo>
                    <a:pt x="11748" y="3954"/>
                  </a:lnTo>
                  <a:lnTo>
                    <a:pt x="11919" y="4145"/>
                  </a:lnTo>
                  <a:lnTo>
                    <a:pt x="12090" y="4354"/>
                  </a:lnTo>
                  <a:lnTo>
                    <a:pt x="12242" y="4563"/>
                  </a:lnTo>
                  <a:lnTo>
                    <a:pt x="12394" y="4791"/>
                  </a:lnTo>
                  <a:lnTo>
                    <a:pt x="12527" y="5019"/>
                  </a:lnTo>
                  <a:lnTo>
                    <a:pt x="12660" y="5247"/>
                  </a:lnTo>
                  <a:lnTo>
                    <a:pt x="12774" y="5494"/>
                  </a:lnTo>
                  <a:lnTo>
                    <a:pt x="12869" y="5741"/>
                  </a:lnTo>
                  <a:lnTo>
                    <a:pt x="12964" y="5988"/>
                  </a:lnTo>
                  <a:lnTo>
                    <a:pt x="13040" y="6235"/>
                  </a:lnTo>
                  <a:lnTo>
                    <a:pt x="13097" y="6502"/>
                  </a:lnTo>
                  <a:lnTo>
                    <a:pt x="13154" y="6768"/>
                  </a:lnTo>
                  <a:lnTo>
                    <a:pt x="13192" y="7034"/>
                  </a:lnTo>
                  <a:lnTo>
                    <a:pt x="13211" y="7300"/>
                  </a:lnTo>
                  <a:lnTo>
                    <a:pt x="13230" y="7566"/>
                  </a:lnTo>
                  <a:lnTo>
                    <a:pt x="13230" y="7832"/>
                  </a:lnTo>
                  <a:lnTo>
                    <a:pt x="13230" y="8117"/>
                  </a:lnTo>
                  <a:lnTo>
                    <a:pt x="13192" y="8383"/>
                  </a:lnTo>
                  <a:lnTo>
                    <a:pt x="13154" y="8669"/>
                  </a:lnTo>
                  <a:lnTo>
                    <a:pt x="13097" y="8935"/>
                  </a:lnTo>
                  <a:lnTo>
                    <a:pt x="13021" y="9220"/>
                  </a:lnTo>
                  <a:lnTo>
                    <a:pt x="12945" y="9486"/>
                  </a:lnTo>
                  <a:lnTo>
                    <a:pt x="12850" y="9752"/>
                  </a:lnTo>
                  <a:lnTo>
                    <a:pt x="12736" y="10018"/>
                  </a:lnTo>
                  <a:lnTo>
                    <a:pt x="12622" y="10265"/>
                  </a:lnTo>
                  <a:lnTo>
                    <a:pt x="12489" y="10493"/>
                  </a:lnTo>
                  <a:lnTo>
                    <a:pt x="12337" y="10721"/>
                  </a:lnTo>
                  <a:lnTo>
                    <a:pt x="12185" y="10950"/>
                  </a:lnTo>
                  <a:lnTo>
                    <a:pt x="12033" y="11178"/>
                  </a:lnTo>
                  <a:lnTo>
                    <a:pt x="11843" y="11368"/>
                  </a:lnTo>
                  <a:lnTo>
                    <a:pt x="11672" y="11577"/>
                  </a:lnTo>
                  <a:lnTo>
                    <a:pt x="11482" y="11748"/>
                  </a:lnTo>
                  <a:lnTo>
                    <a:pt x="11272" y="11938"/>
                  </a:lnTo>
                  <a:lnTo>
                    <a:pt x="11063" y="12109"/>
                  </a:lnTo>
                  <a:lnTo>
                    <a:pt x="10854" y="12261"/>
                  </a:lnTo>
                  <a:lnTo>
                    <a:pt x="10645" y="12394"/>
                  </a:lnTo>
                  <a:lnTo>
                    <a:pt x="10417" y="12546"/>
                  </a:lnTo>
                  <a:lnTo>
                    <a:pt x="10170" y="12660"/>
                  </a:lnTo>
                  <a:lnTo>
                    <a:pt x="9942" y="12774"/>
                  </a:lnTo>
                  <a:lnTo>
                    <a:pt x="9695" y="12869"/>
                  </a:lnTo>
                  <a:lnTo>
                    <a:pt x="9429" y="12964"/>
                  </a:lnTo>
                  <a:lnTo>
                    <a:pt x="9182" y="13041"/>
                  </a:lnTo>
                  <a:lnTo>
                    <a:pt x="8915" y="13098"/>
                  </a:lnTo>
                  <a:lnTo>
                    <a:pt x="8668" y="13155"/>
                  </a:lnTo>
                  <a:lnTo>
                    <a:pt x="8402" y="13193"/>
                  </a:lnTo>
                  <a:lnTo>
                    <a:pt x="8136" y="13231"/>
                  </a:lnTo>
                  <a:lnTo>
                    <a:pt x="7851" y="13250"/>
                  </a:lnTo>
                  <a:lnTo>
                    <a:pt x="7585" y="13250"/>
                  </a:lnTo>
                  <a:lnTo>
                    <a:pt x="7319" y="13231"/>
                  </a:lnTo>
                  <a:lnTo>
                    <a:pt x="7034" y="13193"/>
                  </a:lnTo>
                  <a:lnTo>
                    <a:pt x="6767" y="13155"/>
                  </a:lnTo>
                  <a:lnTo>
                    <a:pt x="6482" y="13098"/>
                  </a:lnTo>
                  <a:lnTo>
                    <a:pt x="6216" y="13041"/>
                  </a:lnTo>
                  <a:lnTo>
                    <a:pt x="5931" y="12945"/>
                  </a:lnTo>
                  <a:lnTo>
                    <a:pt x="5665" y="12850"/>
                  </a:lnTo>
                  <a:lnTo>
                    <a:pt x="5418" y="12736"/>
                  </a:lnTo>
                  <a:lnTo>
                    <a:pt x="5171" y="12622"/>
                  </a:lnTo>
                  <a:lnTo>
                    <a:pt x="4924" y="12489"/>
                  </a:lnTo>
                  <a:lnTo>
                    <a:pt x="4696" y="12356"/>
                  </a:lnTo>
                  <a:lnTo>
                    <a:pt x="4467" y="12185"/>
                  </a:lnTo>
                  <a:lnTo>
                    <a:pt x="4258" y="12033"/>
                  </a:lnTo>
                  <a:lnTo>
                    <a:pt x="4049" y="11862"/>
                  </a:lnTo>
                  <a:lnTo>
                    <a:pt x="3859" y="11672"/>
                  </a:lnTo>
                  <a:lnTo>
                    <a:pt x="3669" y="11482"/>
                  </a:lnTo>
                  <a:lnTo>
                    <a:pt x="3498" y="11292"/>
                  </a:lnTo>
                  <a:lnTo>
                    <a:pt x="3327" y="11083"/>
                  </a:lnTo>
                  <a:lnTo>
                    <a:pt x="3175" y="10855"/>
                  </a:lnTo>
                  <a:lnTo>
                    <a:pt x="3023" y="10645"/>
                  </a:lnTo>
                  <a:lnTo>
                    <a:pt x="2890" y="10417"/>
                  </a:lnTo>
                  <a:lnTo>
                    <a:pt x="2757" y="10170"/>
                  </a:lnTo>
                  <a:lnTo>
                    <a:pt x="2643" y="9942"/>
                  </a:lnTo>
                  <a:lnTo>
                    <a:pt x="2548" y="9695"/>
                  </a:lnTo>
                  <a:lnTo>
                    <a:pt x="2453" y="9448"/>
                  </a:lnTo>
                  <a:lnTo>
                    <a:pt x="2377" y="9182"/>
                  </a:lnTo>
                  <a:lnTo>
                    <a:pt x="2319" y="8935"/>
                  </a:lnTo>
                  <a:lnTo>
                    <a:pt x="2262" y="8669"/>
                  </a:lnTo>
                  <a:lnTo>
                    <a:pt x="2224" y="8402"/>
                  </a:lnTo>
                  <a:lnTo>
                    <a:pt x="2205" y="8136"/>
                  </a:lnTo>
                  <a:lnTo>
                    <a:pt x="2186" y="7870"/>
                  </a:lnTo>
                  <a:lnTo>
                    <a:pt x="2186" y="7585"/>
                  </a:lnTo>
                  <a:lnTo>
                    <a:pt x="2205" y="7319"/>
                  </a:lnTo>
                  <a:lnTo>
                    <a:pt x="2224" y="7034"/>
                  </a:lnTo>
                  <a:lnTo>
                    <a:pt x="2262" y="6768"/>
                  </a:lnTo>
                  <a:lnTo>
                    <a:pt x="2319" y="6483"/>
                  </a:lnTo>
                  <a:lnTo>
                    <a:pt x="2396" y="6216"/>
                  </a:lnTo>
                  <a:lnTo>
                    <a:pt x="2472" y="5950"/>
                  </a:lnTo>
                  <a:lnTo>
                    <a:pt x="2567" y="5684"/>
                  </a:lnTo>
                  <a:lnTo>
                    <a:pt x="2681" y="5418"/>
                  </a:lnTo>
                  <a:lnTo>
                    <a:pt x="2795" y="5171"/>
                  </a:lnTo>
                  <a:lnTo>
                    <a:pt x="2928" y="4924"/>
                  </a:lnTo>
                  <a:lnTo>
                    <a:pt x="3080" y="4696"/>
                  </a:lnTo>
                  <a:lnTo>
                    <a:pt x="3232" y="4468"/>
                  </a:lnTo>
                  <a:lnTo>
                    <a:pt x="3384" y="4259"/>
                  </a:lnTo>
                  <a:lnTo>
                    <a:pt x="3574" y="4049"/>
                  </a:lnTo>
                  <a:lnTo>
                    <a:pt x="3745" y="3859"/>
                  </a:lnTo>
                  <a:lnTo>
                    <a:pt x="3935" y="3669"/>
                  </a:lnTo>
                  <a:lnTo>
                    <a:pt x="4144" y="3498"/>
                  </a:lnTo>
                  <a:lnTo>
                    <a:pt x="4353" y="3327"/>
                  </a:lnTo>
                  <a:lnTo>
                    <a:pt x="4562" y="3175"/>
                  </a:lnTo>
                  <a:lnTo>
                    <a:pt x="4791" y="3023"/>
                  </a:lnTo>
                  <a:lnTo>
                    <a:pt x="5019" y="2890"/>
                  </a:lnTo>
                  <a:lnTo>
                    <a:pt x="5247" y="2776"/>
                  </a:lnTo>
                  <a:lnTo>
                    <a:pt x="5494" y="2662"/>
                  </a:lnTo>
                  <a:lnTo>
                    <a:pt x="5722" y="2548"/>
                  </a:lnTo>
                  <a:lnTo>
                    <a:pt x="5988" y="2472"/>
                  </a:lnTo>
                  <a:lnTo>
                    <a:pt x="6235" y="2396"/>
                  </a:lnTo>
                  <a:lnTo>
                    <a:pt x="6501" y="2320"/>
                  </a:lnTo>
                  <a:lnTo>
                    <a:pt x="6748" y="2263"/>
                  </a:lnTo>
                  <a:lnTo>
                    <a:pt x="7015" y="2225"/>
                  </a:lnTo>
                  <a:lnTo>
                    <a:pt x="7300" y="2206"/>
                  </a:lnTo>
                  <a:lnTo>
                    <a:pt x="7566" y="2187"/>
                  </a:lnTo>
                  <a:close/>
                  <a:moveTo>
                    <a:pt x="7509" y="1"/>
                  </a:moveTo>
                  <a:lnTo>
                    <a:pt x="7129" y="20"/>
                  </a:lnTo>
                  <a:lnTo>
                    <a:pt x="6748" y="58"/>
                  </a:lnTo>
                  <a:lnTo>
                    <a:pt x="6387" y="115"/>
                  </a:lnTo>
                  <a:lnTo>
                    <a:pt x="6007" y="191"/>
                  </a:lnTo>
                  <a:lnTo>
                    <a:pt x="5646" y="286"/>
                  </a:lnTo>
                  <a:lnTo>
                    <a:pt x="5304" y="381"/>
                  </a:lnTo>
                  <a:lnTo>
                    <a:pt x="4943" y="514"/>
                  </a:lnTo>
                  <a:lnTo>
                    <a:pt x="4601" y="647"/>
                  </a:lnTo>
                  <a:lnTo>
                    <a:pt x="4277" y="818"/>
                  </a:lnTo>
                  <a:lnTo>
                    <a:pt x="3935" y="989"/>
                  </a:lnTo>
                  <a:lnTo>
                    <a:pt x="3631" y="1179"/>
                  </a:lnTo>
                  <a:lnTo>
                    <a:pt x="3308" y="1369"/>
                  </a:lnTo>
                  <a:lnTo>
                    <a:pt x="3023" y="1597"/>
                  </a:lnTo>
                  <a:lnTo>
                    <a:pt x="2719" y="1825"/>
                  </a:lnTo>
                  <a:lnTo>
                    <a:pt x="2453" y="2073"/>
                  </a:lnTo>
                  <a:lnTo>
                    <a:pt x="2186" y="2339"/>
                  </a:lnTo>
                  <a:lnTo>
                    <a:pt x="1920" y="2605"/>
                  </a:lnTo>
                  <a:lnTo>
                    <a:pt x="1692" y="2890"/>
                  </a:lnTo>
                  <a:lnTo>
                    <a:pt x="1464" y="3194"/>
                  </a:lnTo>
                  <a:lnTo>
                    <a:pt x="1236" y="3498"/>
                  </a:lnTo>
                  <a:lnTo>
                    <a:pt x="1046" y="3821"/>
                  </a:lnTo>
                  <a:lnTo>
                    <a:pt x="856" y="4164"/>
                  </a:lnTo>
                  <a:lnTo>
                    <a:pt x="685" y="4506"/>
                  </a:lnTo>
                  <a:lnTo>
                    <a:pt x="533" y="4867"/>
                  </a:lnTo>
                  <a:lnTo>
                    <a:pt x="400" y="5247"/>
                  </a:lnTo>
                  <a:lnTo>
                    <a:pt x="286" y="5627"/>
                  </a:lnTo>
                  <a:lnTo>
                    <a:pt x="191" y="6007"/>
                  </a:lnTo>
                  <a:lnTo>
                    <a:pt x="115" y="6388"/>
                  </a:lnTo>
                  <a:lnTo>
                    <a:pt x="57" y="6768"/>
                  </a:lnTo>
                  <a:lnTo>
                    <a:pt x="19" y="7148"/>
                  </a:lnTo>
                  <a:lnTo>
                    <a:pt x="0" y="7547"/>
                  </a:lnTo>
                  <a:lnTo>
                    <a:pt x="0" y="7927"/>
                  </a:lnTo>
                  <a:lnTo>
                    <a:pt x="19" y="8288"/>
                  </a:lnTo>
                  <a:lnTo>
                    <a:pt x="57" y="8669"/>
                  </a:lnTo>
                  <a:lnTo>
                    <a:pt x="115" y="9049"/>
                  </a:lnTo>
                  <a:lnTo>
                    <a:pt x="191" y="9410"/>
                  </a:lnTo>
                  <a:lnTo>
                    <a:pt x="286" y="9771"/>
                  </a:lnTo>
                  <a:lnTo>
                    <a:pt x="381" y="10132"/>
                  </a:lnTo>
                  <a:lnTo>
                    <a:pt x="514" y="10474"/>
                  </a:lnTo>
                  <a:lnTo>
                    <a:pt x="647" y="10817"/>
                  </a:lnTo>
                  <a:lnTo>
                    <a:pt x="799" y="11159"/>
                  </a:lnTo>
                  <a:lnTo>
                    <a:pt x="989" y="11482"/>
                  </a:lnTo>
                  <a:lnTo>
                    <a:pt x="1160" y="11805"/>
                  </a:lnTo>
                  <a:lnTo>
                    <a:pt x="1369" y="12109"/>
                  </a:lnTo>
                  <a:lnTo>
                    <a:pt x="1597" y="12413"/>
                  </a:lnTo>
                  <a:lnTo>
                    <a:pt x="1825" y="12698"/>
                  </a:lnTo>
                  <a:lnTo>
                    <a:pt x="2072" y="12984"/>
                  </a:lnTo>
                  <a:lnTo>
                    <a:pt x="2338" y="13250"/>
                  </a:lnTo>
                  <a:lnTo>
                    <a:pt x="2605" y="13497"/>
                  </a:lnTo>
                  <a:lnTo>
                    <a:pt x="2890" y="13744"/>
                  </a:lnTo>
                  <a:lnTo>
                    <a:pt x="3194" y="13972"/>
                  </a:lnTo>
                  <a:lnTo>
                    <a:pt x="3498" y="14181"/>
                  </a:lnTo>
                  <a:lnTo>
                    <a:pt x="3821" y="14371"/>
                  </a:lnTo>
                  <a:lnTo>
                    <a:pt x="4163" y="14561"/>
                  </a:lnTo>
                  <a:lnTo>
                    <a:pt x="4505" y="14732"/>
                  </a:lnTo>
                  <a:lnTo>
                    <a:pt x="4867" y="14884"/>
                  </a:lnTo>
                  <a:lnTo>
                    <a:pt x="5228" y="15017"/>
                  </a:lnTo>
                  <a:lnTo>
                    <a:pt x="5608" y="15131"/>
                  </a:lnTo>
                  <a:lnTo>
                    <a:pt x="6007" y="15227"/>
                  </a:lnTo>
                  <a:lnTo>
                    <a:pt x="6387" y="15303"/>
                  </a:lnTo>
                  <a:lnTo>
                    <a:pt x="6767" y="15360"/>
                  </a:lnTo>
                  <a:lnTo>
                    <a:pt x="7148" y="15398"/>
                  </a:lnTo>
                  <a:lnTo>
                    <a:pt x="7528" y="15417"/>
                  </a:lnTo>
                  <a:lnTo>
                    <a:pt x="7908" y="15417"/>
                  </a:lnTo>
                  <a:lnTo>
                    <a:pt x="8288" y="15398"/>
                  </a:lnTo>
                  <a:lnTo>
                    <a:pt x="8668" y="15360"/>
                  </a:lnTo>
                  <a:lnTo>
                    <a:pt x="9029" y="15303"/>
                  </a:lnTo>
                  <a:lnTo>
                    <a:pt x="9410" y="15246"/>
                  </a:lnTo>
                  <a:lnTo>
                    <a:pt x="9771" y="15150"/>
                  </a:lnTo>
                  <a:lnTo>
                    <a:pt x="10113" y="15036"/>
                  </a:lnTo>
                  <a:lnTo>
                    <a:pt x="10474" y="14922"/>
                  </a:lnTo>
                  <a:lnTo>
                    <a:pt x="10816" y="14770"/>
                  </a:lnTo>
                  <a:lnTo>
                    <a:pt x="11139" y="14618"/>
                  </a:lnTo>
                  <a:lnTo>
                    <a:pt x="11482" y="14447"/>
                  </a:lnTo>
                  <a:lnTo>
                    <a:pt x="11786" y="14257"/>
                  </a:lnTo>
                  <a:lnTo>
                    <a:pt x="12109" y="14048"/>
                  </a:lnTo>
                  <a:lnTo>
                    <a:pt x="12394" y="13839"/>
                  </a:lnTo>
                  <a:lnTo>
                    <a:pt x="12698" y="13592"/>
                  </a:lnTo>
                  <a:lnTo>
                    <a:pt x="12964" y="13345"/>
                  </a:lnTo>
                  <a:lnTo>
                    <a:pt x="13230" y="13098"/>
                  </a:lnTo>
                  <a:lnTo>
                    <a:pt x="13496" y="12812"/>
                  </a:lnTo>
                  <a:lnTo>
                    <a:pt x="13725" y="12527"/>
                  </a:lnTo>
                  <a:lnTo>
                    <a:pt x="13953" y="12242"/>
                  </a:lnTo>
                  <a:lnTo>
                    <a:pt x="14181" y="11919"/>
                  </a:lnTo>
                  <a:lnTo>
                    <a:pt x="14371" y="11596"/>
                  </a:lnTo>
                  <a:lnTo>
                    <a:pt x="14561" y="11254"/>
                  </a:lnTo>
                  <a:lnTo>
                    <a:pt x="14732" y="10912"/>
                  </a:lnTo>
                  <a:lnTo>
                    <a:pt x="14884" y="10550"/>
                  </a:lnTo>
                  <a:lnTo>
                    <a:pt x="15017" y="10189"/>
                  </a:lnTo>
                  <a:lnTo>
                    <a:pt x="15131" y="9809"/>
                  </a:lnTo>
                  <a:lnTo>
                    <a:pt x="15226" y="9429"/>
                  </a:lnTo>
                  <a:lnTo>
                    <a:pt x="15302" y="9049"/>
                  </a:lnTo>
                  <a:lnTo>
                    <a:pt x="15359" y="8650"/>
                  </a:lnTo>
                  <a:lnTo>
                    <a:pt x="15397" y="8269"/>
                  </a:lnTo>
                  <a:lnTo>
                    <a:pt x="15416" y="7889"/>
                  </a:lnTo>
                  <a:lnTo>
                    <a:pt x="15416" y="7509"/>
                  </a:lnTo>
                  <a:lnTo>
                    <a:pt x="15397" y="7129"/>
                  </a:lnTo>
                  <a:lnTo>
                    <a:pt x="15359" y="6749"/>
                  </a:lnTo>
                  <a:lnTo>
                    <a:pt x="15302" y="6388"/>
                  </a:lnTo>
                  <a:lnTo>
                    <a:pt x="15226" y="6026"/>
                  </a:lnTo>
                  <a:lnTo>
                    <a:pt x="15150" y="5665"/>
                  </a:lnTo>
                  <a:lnTo>
                    <a:pt x="15036" y="5304"/>
                  </a:lnTo>
                  <a:lnTo>
                    <a:pt x="14903" y="4962"/>
                  </a:lnTo>
                  <a:lnTo>
                    <a:pt x="14770" y="4620"/>
                  </a:lnTo>
                  <a:lnTo>
                    <a:pt x="14618" y="4278"/>
                  </a:lnTo>
                  <a:lnTo>
                    <a:pt x="14428" y="3954"/>
                  </a:lnTo>
                  <a:lnTo>
                    <a:pt x="14257" y="3631"/>
                  </a:lnTo>
                  <a:lnTo>
                    <a:pt x="14048" y="3327"/>
                  </a:lnTo>
                  <a:lnTo>
                    <a:pt x="13820" y="3023"/>
                  </a:lnTo>
                  <a:lnTo>
                    <a:pt x="13592" y="2738"/>
                  </a:lnTo>
                  <a:lnTo>
                    <a:pt x="13344" y="2453"/>
                  </a:lnTo>
                  <a:lnTo>
                    <a:pt x="13097" y="2187"/>
                  </a:lnTo>
                  <a:lnTo>
                    <a:pt x="12812" y="1940"/>
                  </a:lnTo>
                  <a:lnTo>
                    <a:pt x="12527" y="1692"/>
                  </a:lnTo>
                  <a:lnTo>
                    <a:pt x="12223" y="1464"/>
                  </a:lnTo>
                  <a:lnTo>
                    <a:pt x="11919" y="1255"/>
                  </a:lnTo>
                  <a:lnTo>
                    <a:pt x="11596" y="1046"/>
                  </a:lnTo>
                  <a:lnTo>
                    <a:pt x="11253" y="875"/>
                  </a:lnTo>
                  <a:lnTo>
                    <a:pt x="10911" y="704"/>
                  </a:lnTo>
                  <a:lnTo>
                    <a:pt x="10550" y="552"/>
                  </a:lnTo>
                  <a:lnTo>
                    <a:pt x="10189" y="419"/>
                  </a:lnTo>
                  <a:lnTo>
                    <a:pt x="9809" y="286"/>
                  </a:lnTo>
                  <a:lnTo>
                    <a:pt x="9410" y="191"/>
                  </a:lnTo>
                  <a:lnTo>
                    <a:pt x="9029" y="115"/>
                  </a:lnTo>
                  <a:lnTo>
                    <a:pt x="8649" y="58"/>
                  </a:lnTo>
                  <a:lnTo>
                    <a:pt x="8269" y="20"/>
                  </a:lnTo>
                  <a:lnTo>
                    <a:pt x="788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3"/>
            <p:cNvSpPr/>
            <p:nvPr/>
          </p:nvSpPr>
          <p:spPr>
            <a:xfrm>
              <a:off x="1813915" y="3019746"/>
              <a:ext cx="300130" cy="300130"/>
            </a:xfrm>
            <a:custGeom>
              <a:avLst/>
              <a:gdLst/>
              <a:ahLst/>
              <a:cxnLst/>
              <a:rect l="l" t="t" r="r" b="b"/>
              <a:pathLst>
                <a:path w="15417" h="15417" extrusionOk="0">
                  <a:moveTo>
                    <a:pt x="8098" y="2187"/>
                  </a:moveTo>
                  <a:lnTo>
                    <a:pt x="8383" y="2225"/>
                  </a:lnTo>
                  <a:lnTo>
                    <a:pt x="8649" y="2263"/>
                  </a:lnTo>
                  <a:lnTo>
                    <a:pt x="8934" y="2320"/>
                  </a:lnTo>
                  <a:lnTo>
                    <a:pt x="9200" y="2396"/>
                  </a:lnTo>
                  <a:lnTo>
                    <a:pt x="9466" y="2472"/>
                  </a:lnTo>
                  <a:lnTo>
                    <a:pt x="9733" y="2567"/>
                  </a:lnTo>
                  <a:lnTo>
                    <a:pt x="9999" y="2681"/>
                  </a:lnTo>
                  <a:lnTo>
                    <a:pt x="10246" y="2795"/>
                  </a:lnTo>
                  <a:lnTo>
                    <a:pt x="10493" y="2928"/>
                  </a:lnTo>
                  <a:lnTo>
                    <a:pt x="10721" y="3080"/>
                  </a:lnTo>
                  <a:lnTo>
                    <a:pt x="10949" y="3232"/>
                  </a:lnTo>
                  <a:lnTo>
                    <a:pt x="11158" y="3384"/>
                  </a:lnTo>
                  <a:lnTo>
                    <a:pt x="11367" y="3574"/>
                  </a:lnTo>
                  <a:lnTo>
                    <a:pt x="11557" y="3745"/>
                  </a:lnTo>
                  <a:lnTo>
                    <a:pt x="11747" y="3935"/>
                  </a:lnTo>
                  <a:lnTo>
                    <a:pt x="11919" y="4145"/>
                  </a:lnTo>
                  <a:lnTo>
                    <a:pt x="12090" y="4354"/>
                  </a:lnTo>
                  <a:lnTo>
                    <a:pt x="12242" y="4563"/>
                  </a:lnTo>
                  <a:lnTo>
                    <a:pt x="12394" y="4791"/>
                  </a:lnTo>
                  <a:lnTo>
                    <a:pt x="12527" y="5019"/>
                  </a:lnTo>
                  <a:lnTo>
                    <a:pt x="12641" y="5247"/>
                  </a:lnTo>
                  <a:lnTo>
                    <a:pt x="12755" y="5475"/>
                  </a:lnTo>
                  <a:lnTo>
                    <a:pt x="12869" y="5722"/>
                  </a:lnTo>
                  <a:lnTo>
                    <a:pt x="12945" y="5988"/>
                  </a:lnTo>
                  <a:lnTo>
                    <a:pt x="13021" y="6236"/>
                  </a:lnTo>
                  <a:lnTo>
                    <a:pt x="13097" y="6502"/>
                  </a:lnTo>
                  <a:lnTo>
                    <a:pt x="13154" y="6749"/>
                  </a:lnTo>
                  <a:lnTo>
                    <a:pt x="13192" y="7015"/>
                  </a:lnTo>
                  <a:lnTo>
                    <a:pt x="13211" y="7281"/>
                  </a:lnTo>
                  <a:lnTo>
                    <a:pt x="13230" y="7566"/>
                  </a:lnTo>
                  <a:lnTo>
                    <a:pt x="13230" y="7832"/>
                  </a:lnTo>
                  <a:lnTo>
                    <a:pt x="13211" y="8098"/>
                  </a:lnTo>
                  <a:lnTo>
                    <a:pt x="13192" y="8383"/>
                  </a:lnTo>
                  <a:lnTo>
                    <a:pt x="13154" y="8650"/>
                  </a:lnTo>
                  <a:lnTo>
                    <a:pt x="13097" y="8935"/>
                  </a:lnTo>
                  <a:lnTo>
                    <a:pt x="13021" y="9201"/>
                  </a:lnTo>
                  <a:lnTo>
                    <a:pt x="12945" y="9486"/>
                  </a:lnTo>
                  <a:lnTo>
                    <a:pt x="12831" y="9752"/>
                  </a:lnTo>
                  <a:lnTo>
                    <a:pt x="12736" y="9999"/>
                  </a:lnTo>
                  <a:lnTo>
                    <a:pt x="12603" y="10246"/>
                  </a:lnTo>
                  <a:lnTo>
                    <a:pt x="12470" y="10493"/>
                  </a:lnTo>
                  <a:lnTo>
                    <a:pt x="12337" y="10722"/>
                  </a:lnTo>
                  <a:lnTo>
                    <a:pt x="12185" y="10950"/>
                  </a:lnTo>
                  <a:lnTo>
                    <a:pt x="12014" y="11159"/>
                  </a:lnTo>
                  <a:lnTo>
                    <a:pt x="11843" y="11368"/>
                  </a:lnTo>
                  <a:lnTo>
                    <a:pt x="11671" y="11558"/>
                  </a:lnTo>
                  <a:lnTo>
                    <a:pt x="11481" y="11748"/>
                  </a:lnTo>
                  <a:lnTo>
                    <a:pt x="11272" y="11919"/>
                  </a:lnTo>
                  <a:lnTo>
                    <a:pt x="11063" y="12090"/>
                  </a:lnTo>
                  <a:lnTo>
                    <a:pt x="10854" y="12242"/>
                  </a:lnTo>
                  <a:lnTo>
                    <a:pt x="10626" y="12394"/>
                  </a:lnTo>
                  <a:lnTo>
                    <a:pt x="10398" y="12527"/>
                  </a:lnTo>
                  <a:lnTo>
                    <a:pt x="10170" y="12660"/>
                  </a:lnTo>
                  <a:lnTo>
                    <a:pt x="9923" y="12774"/>
                  </a:lnTo>
                  <a:lnTo>
                    <a:pt x="9676" y="12869"/>
                  </a:lnTo>
                  <a:lnTo>
                    <a:pt x="9428" y="12965"/>
                  </a:lnTo>
                  <a:lnTo>
                    <a:pt x="9181" y="13041"/>
                  </a:lnTo>
                  <a:lnTo>
                    <a:pt x="8915" y="13098"/>
                  </a:lnTo>
                  <a:lnTo>
                    <a:pt x="8649" y="13155"/>
                  </a:lnTo>
                  <a:lnTo>
                    <a:pt x="8383" y="13193"/>
                  </a:lnTo>
                  <a:lnTo>
                    <a:pt x="8117" y="13212"/>
                  </a:lnTo>
                  <a:lnTo>
                    <a:pt x="7851" y="13231"/>
                  </a:lnTo>
                  <a:lnTo>
                    <a:pt x="7585" y="13231"/>
                  </a:lnTo>
                  <a:lnTo>
                    <a:pt x="7299" y="13212"/>
                  </a:lnTo>
                  <a:lnTo>
                    <a:pt x="7033" y="13193"/>
                  </a:lnTo>
                  <a:lnTo>
                    <a:pt x="6748" y="13155"/>
                  </a:lnTo>
                  <a:lnTo>
                    <a:pt x="6482" y="13098"/>
                  </a:lnTo>
                  <a:lnTo>
                    <a:pt x="6197" y="13022"/>
                  </a:lnTo>
                  <a:lnTo>
                    <a:pt x="5931" y="12946"/>
                  </a:lnTo>
                  <a:lnTo>
                    <a:pt x="5665" y="12850"/>
                  </a:lnTo>
                  <a:lnTo>
                    <a:pt x="5418" y="12736"/>
                  </a:lnTo>
                  <a:lnTo>
                    <a:pt x="5152" y="12622"/>
                  </a:lnTo>
                  <a:lnTo>
                    <a:pt x="4923" y="12489"/>
                  </a:lnTo>
                  <a:lnTo>
                    <a:pt x="4695" y="12337"/>
                  </a:lnTo>
                  <a:lnTo>
                    <a:pt x="4467" y="12185"/>
                  </a:lnTo>
                  <a:lnTo>
                    <a:pt x="4258" y="12033"/>
                  </a:lnTo>
                  <a:lnTo>
                    <a:pt x="4049" y="11843"/>
                  </a:lnTo>
                  <a:lnTo>
                    <a:pt x="3840" y="11672"/>
                  </a:lnTo>
                  <a:lnTo>
                    <a:pt x="3669" y="11482"/>
                  </a:lnTo>
                  <a:lnTo>
                    <a:pt x="3479" y="11273"/>
                  </a:lnTo>
                  <a:lnTo>
                    <a:pt x="3327" y="11064"/>
                  </a:lnTo>
                  <a:lnTo>
                    <a:pt x="3156" y="10855"/>
                  </a:lnTo>
                  <a:lnTo>
                    <a:pt x="3023" y="10626"/>
                  </a:lnTo>
                  <a:lnTo>
                    <a:pt x="2890" y="10398"/>
                  </a:lnTo>
                  <a:lnTo>
                    <a:pt x="2756" y="10170"/>
                  </a:lnTo>
                  <a:lnTo>
                    <a:pt x="2642" y="9923"/>
                  </a:lnTo>
                  <a:lnTo>
                    <a:pt x="2547" y="9695"/>
                  </a:lnTo>
                  <a:lnTo>
                    <a:pt x="2452" y="9429"/>
                  </a:lnTo>
                  <a:lnTo>
                    <a:pt x="2376" y="9182"/>
                  </a:lnTo>
                  <a:lnTo>
                    <a:pt x="2319" y="8916"/>
                  </a:lnTo>
                  <a:lnTo>
                    <a:pt x="2262" y="8669"/>
                  </a:lnTo>
                  <a:lnTo>
                    <a:pt x="2224" y="8402"/>
                  </a:lnTo>
                  <a:lnTo>
                    <a:pt x="2186" y="8117"/>
                  </a:lnTo>
                  <a:lnTo>
                    <a:pt x="2186" y="7851"/>
                  </a:lnTo>
                  <a:lnTo>
                    <a:pt x="2167" y="7585"/>
                  </a:lnTo>
                  <a:lnTo>
                    <a:pt x="2186" y="7300"/>
                  </a:lnTo>
                  <a:lnTo>
                    <a:pt x="2224" y="7034"/>
                  </a:lnTo>
                  <a:lnTo>
                    <a:pt x="2262" y="6768"/>
                  </a:lnTo>
                  <a:lnTo>
                    <a:pt x="2319" y="6483"/>
                  </a:lnTo>
                  <a:lnTo>
                    <a:pt x="2376" y="6217"/>
                  </a:lnTo>
                  <a:lnTo>
                    <a:pt x="2471" y="5931"/>
                  </a:lnTo>
                  <a:lnTo>
                    <a:pt x="2566" y="5665"/>
                  </a:lnTo>
                  <a:lnTo>
                    <a:pt x="2680" y="5418"/>
                  </a:lnTo>
                  <a:lnTo>
                    <a:pt x="2794" y="5171"/>
                  </a:lnTo>
                  <a:lnTo>
                    <a:pt x="2928" y="4924"/>
                  </a:lnTo>
                  <a:lnTo>
                    <a:pt x="3061" y="4696"/>
                  </a:lnTo>
                  <a:lnTo>
                    <a:pt x="3232" y="4468"/>
                  </a:lnTo>
                  <a:lnTo>
                    <a:pt x="3384" y="4259"/>
                  </a:lnTo>
                  <a:lnTo>
                    <a:pt x="3555" y="4050"/>
                  </a:lnTo>
                  <a:lnTo>
                    <a:pt x="3745" y="3859"/>
                  </a:lnTo>
                  <a:lnTo>
                    <a:pt x="3935" y="3669"/>
                  </a:lnTo>
                  <a:lnTo>
                    <a:pt x="4125" y="3498"/>
                  </a:lnTo>
                  <a:lnTo>
                    <a:pt x="4334" y="3327"/>
                  </a:lnTo>
                  <a:lnTo>
                    <a:pt x="4562" y="3175"/>
                  </a:lnTo>
                  <a:lnTo>
                    <a:pt x="4771" y="3023"/>
                  </a:lnTo>
                  <a:lnTo>
                    <a:pt x="4999" y="2890"/>
                  </a:lnTo>
                  <a:lnTo>
                    <a:pt x="5247" y="2757"/>
                  </a:lnTo>
                  <a:lnTo>
                    <a:pt x="5475" y="2643"/>
                  </a:lnTo>
                  <a:lnTo>
                    <a:pt x="5722" y="2548"/>
                  </a:lnTo>
                  <a:lnTo>
                    <a:pt x="5969" y="2453"/>
                  </a:lnTo>
                  <a:lnTo>
                    <a:pt x="6235" y="2377"/>
                  </a:lnTo>
                  <a:lnTo>
                    <a:pt x="6482" y="2320"/>
                  </a:lnTo>
                  <a:lnTo>
                    <a:pt x="6748" y="2263"/>
                  </a:lnTo>
                  <a:lnTo>
                    <a:pt x="7014" y="2225"/>
                  </a:lnTo>
                  <a:lnTo>
                    <a:pt x="7280" y="2206"/>
                  </a:lnTo>
                  <a:lnTo>
                    <a:pt x="7547" y="2187"/>
                  </a:lnTo>
                  <a:close/>
                  <a:moveTo>
                    <a:pt x="7490" y="1"/>
                  </a:moveTo>
                  <a:lnTo>
                    <a:pt x="7109" y="20"/>
                  </a:lnTo>
                  <a:lnTo>
                    <a:pt x="6748" y="58"/>
                  </a:lnTo>
                  <a:lnTo>
                    <a:pt x="6368" y="115"/>
                  </a:lnTo>
                  <a:lnTo>
                    <a:pt x="6007" y="191"/>
                  </a:lnTo>
                  <a:lnTo>
                    <a:pt x="5646" y="267"/>
                  </a:lnTo>
                  <a:lnTo>
                    <a:pt x="5285" y="381"/>
                  </a:lnTo>
                  <a:lnTo>
                    <a:pt x="4942" y="514"/>
                  </a:lnTo>
                  <a:lnTo>
                    <a:pt x="4600" y="647"/>
                  </a:lnTo>
                  <a:lnTo>
                    <a:pt x="4258" y="799"/>
                  </a:lnTo>
                  <a:lnTo>
                    <a:pt x="3935" y="989"/>
                  </a:lnTo>
                  <a:lnTo>
                    <a:pt x="3612" y="1160"/>
                  </a:lnTo>
                  <a:lnTo>
                    <a:pt x="3308" y="1369"/>
                  </a:lnTo>
                  <a:lnTo>
                    <a:pt x="3004" y="1597"/>
                  </a:lnTo>
                  <a:lnTo>
                    <a:pt x="2718" y="1826"/>
                  </a:lnTo>
                  <a:lnTo>
                    <a:pt x="2433" y="2073"/>
                  </a:lnTo>
                  <a:lnTo>
                    <a:pt x="2167" y="2320"/>
                  </a:lnTo>
                  <a:lnTo>
                    <a:pt x="1920" y="2605"/>
                  </a:lnTo>
                  <a:lnTo>
                    <a:pt x="1673" y="2890"/>
                  </a:lnTo>
                  <a:lnTo>
                    <a:pt x="1445" y="3194"/>
                  </a:lnTo>
                  <a:lnTo>
                    <a:pt x="1236" y="3498"/>
                  </a:lnTo>
                  <a:lnTo>
                    <a:pt x="1046" y="3821"/>
                  </a:lnTo>
                  <a:lnTo>
                    <a:pt x="856" y="4164"/>
                  </a:lnTo>
                  <a:lnTo>
                    <a:pt x="685" y="4506"/>
                  </a:lnTo>
                  <a:lnTo>
                    <a:pt x="532" y="4867"/>
                  </a:lnTo>
                  <a:lnTo>
                    <a:pt x="399" y="5228"/>
                  </a:lnTo>
                  <a:lnTo>
                    <a:pt x="285" y="5608"/>
                  </a:lnTo>
                  <a:lnTo>
                    <a:pt x="190" y="5988"/>
                  </a:lnTo>
                  <a:lnTo>
                    <a:pt x="114" y="6388"/>
                  </a:lnTo>
                  <a:lnTo>
                    <a:pt x="57" y="6768"/>
                  </a:lnTo>
                  <a:lnTo>
                    <a:pt x="19" y="7148"/>
                  </a:lnTo>
                  <a:lnTo>
                    <a:pt x="0" y="7528"/>
                  </a:lnTo>
                  <a:lnTo>
                    <a:pt x="0" y="7908"/>
                  </a:lnTo>
                  <a:lnTo>
                    <a:pt x="19" y="8288"/>
                  </a:lnTo>
                  <a:lnTo>
                    <a:pt x="57" y="8669"/>
                  </a:lnTo>
                  <a:lnTo>
                    <a:pt x="114" y="9030"/>
                  </a:lnTo>
                  <a:lnTo>
                    <a:pt x="171" y="9410"/>
                  </a:lnTo>
                  <a:lnTo>
                    <a:pt x="266" y="9771"/>
                  </a:lnTo>
                  <a:lnTo>
                    <a:pt x="380" y="10113"/>
                  </a:lnTo>
                  <a:lnTo>
                    <a:pt x="494" y="10474"/>
                  </a:lnTo>
                  <a:lnTo>
                    <a:pt x="647" y="10817"/>
                  </a:lnTo>
                  <a:lnTo>
                    <a:pt x="799" y="11140"/>
                  </a:lnTo>
                  <a:lnTo>
                    <a:pt x="970" y="11482"/>
                  </a:lnTo>
                  <a:lnTo>
                    <a:pt x="1160" y="11786"/>
                  </a:lnTo>
                  <a:lnTo>
                    <a:pt x="1369" y="12109"/>
                  </a:lnTo>
                  <a:lnTo>
                    <a:pt x="1578" y="12394"/>
                  </a:lnTo>
                  <a:lnTo>
                    <a:pt x="1825" y="12698"/>
                  </a:lnTo>
                  <a:lnTo>
                    <a:pt x="2072" y="12965"/>
                  </a:lnTo>
                  <a:lnTo>
                    <a:pt x="2319" y="13231"/>
                  </a:lnTo>
                  <a:lnTo>
                    <a:pt x="2604" y="13497"/>
                  </a:lnTo>
                  <a:lnTo>
                    <a:pt x="2890" y="13725"/>
                  </a:lnTo>
                  <a:lnTo>
                    <a:pt x="3175" y="13953"/>
                  </a:lnTo>
                  <a:lnTo>
                    <a:pt x="3498" y="14181"/>
                  </a:lnTo>
                  <a:lnTo>
                    <a:pt x="3821" y="14371"/>
                  </a:lnTo>
                  <a:lnTo>
                    <a:pt x="4163" y="14561"/>
                  </a:lnTo>
                  <a:lnTo>
                    <a:pt x="4505" y="14732"/>
                  </a:lnTo>
                  <a:lnTo>
                    <a:pt x="4866" y="14884"/>
                  </a:lnTo>
                  <a:lnTo>
                    <a:pt x="5228" y="15017"/>
                  </a:lnTo>
                  <a:lnTo>
                    <a:pt x="5608" y="15132"/>
                  </a:lnTo>
                  <a:lnTo>
                    <a:pt x="5988" y="15227"/>
                  </a:lnTo>
                  <a:lnTo>
                    <a:pt x="6368" y="15303"/>
                  </a:lnTo>
                  <a:lnTo>
                    <a:pt x="6767" y="15360"/>
                  </a:lnTo>
                  <a:lnTo>
                    <a:pt x="7147" y="15398"/>
                  </a:lnTo>
                  <a:lnTo>
                    <a:pt x="7528" y="15417"/>
                  </a:lnTo>
                  <a:lnTo>
                    <a:pt x="7908" y="15417"/>
                  </a:lnTo>
                  <a:lnTo>
                    <a:pt x="8288" y="15398"/>
                  </a:lnTo>
                  <a:lnTo>
                    <a:pt x="8668" y="15360"/>
                  </a:lnTo>
                  <a:lnTo>
                    <a:pt x="9029" y="15303"/>
                  </a:lnTo>
                  <a:lnTo>
                    <a:pt x="9390" y="15227"/>
                  </a:lnTo>
                  <a:lnTo>
                    <a:pt x="9752" y="15132"/>
                  </a:lnTo>
                  <a:lnTo>
                    <a:pt x="10113" y="15036"/>
                  </a:lnTo>
                  <a:lnTo>
                    <a:pt x="10455" y="14903"/>
                  </a:lnTo>
                  <a:lnTo>
                    <a:pt x="10797" y="14770"/>
                  </a:lnTo>
                  <a:lnTo>
                    <a:pt x="11139" y="14618"/>
                  </a:lnTo>
                  <a:lnTo>
                    <a:pt x="11462" y="14428"/>
                  </a:lnTo>
                  <a:lnTo>
                    <a:pt x="11785" y="14257"/>
                  </a:lnTo>
                  <a:lnTo>
                    <a:pt x="12090" y="14048"/>
                  </a:lnTo>
                  <a:lnTo>
                    <a:pt x="12394" y="13820"/>
                  </a:lnTo>
                  <a:lnTo>
                    <a:pt x="12679" y="13592"/>
                  </a:lnTo>
                  <a:lnTo>
                    <a:pt x="12964" y="13345"/>
                  </a:lnTo>
                  <a:lnTo>
                    <a:pt x="13230" y="13079"/>
                  </a:lnTo>
                  <a:lnTo>
                    <a:pt x="13477" y="12812"/>
                  </a:lnTo>
                  <a:lnTo>
                    <a:pt x="13724" y="12527"/>
                  </a:lnTo>
                  <a:lnTo>
                    <a:pt x="13952" y="12223"/>
                  </a:lnTo>
                  <a:lnTo>
                    <a:pt x="14162" y="11919"/>
                  </a:lnTo>
                  <a:lnTo>
                    <a:pt x="14371" y="11596"/>
                  </a:lnTo>
                  <a:lnTo>
                    <a:pt x="14542" y="11254"/>
                  </a:lnTo>
                  <a:lnTo>
                    <a:pt x="14713" y="10912"/>
                  </a:lnTo>
                  <a:lnTo>
                    <a:pt x="14865" y="10550"/>
                  </a:lnTo>
                  <a:lnTo>
                    <a:pt x="14998" y="10189"/>
                  </a:lnTo>
                  <a:lnTo>
                    <a:pt x="15131" y="9809"/>
                  </a:lnTo>
                  <a:lnTo>
                    <a:pt x="15226" y="9410"/>
                  </a:lnTo>
                  <a:lnTo>
                    <a:pt x="15302" y="9030"/>
                  </a:lnTo>
                  <a:lnTo>
                    <a:pt x="15359" y="8650"/>
                  </a:lnTo>
                  <a:lnTo>
                    <a:pt x="15397" y="8269"/>
                  </a:lnTo>
                  <a:lnTo>
                    <a:pt x="15416" y="7889"/>
                  </a:lnTo>
                  <a:lnTo>
                    <a:pt x="15416" y="7509"/>
                  </a:lnTo>
                  <a:lnTo>
                    <a:pt x="15397" y="7129"/>
                  </a:lnTo>
                  <a:lnTo>
                    <a:pt x="15359" y="6749"/>
                  </a:lnTo>
                  <a:lnTo>
                    <a:pt x="15302" y="6388"/>
                  </a:lnTo>
                  <a:lnTo>
                    <a:pt x="15226" y="6007"/>
                  </a:lnTo>
                  <a:lnTo>
                    <a:pt x="15131" y="5646"/>
                  </a:lnTo>
                  <a:lnTo>
                    <a:pt x="15036" y="5304"/>
                  </a:lnTo>
                  <a:lnTo>
                    <a:pt x="14903" y="4943"/>
                  </a:lnTo>
                  <a:lnTo>
                    <a:pt x="14770" y="4601"/>
                  </a:lnTo>
                  <a:lnTo>
                    <a:pt x="14599" y="4278"/>
                  </a:lnTo>
                  <a:lnTo>
                    <a:pt x="14428" y="3935"/>
                  </a:lnTo>
                  <a:lnTo>
                    <a:pt x="14238" y="3631"/>
                  </a:lnTo>
                  <a:lnTo>
                    <a:pt x="14047" y="3308"/>
                  </a:lnTo>
                  <a:lnTo>
                    <a:pt x="13819" y="3023"/>
                  </a:lnTo>
                  <a:lnTo>
                    <a:pt x="13591" y="2719"/>
                  </a:lnTo>
                  <a:lnTo>
                    <a:pt x="13344" y="2453"/>
                  </a:lnTo>
                  <a:lnTo>
                    <a:pt x="13078" y="2187"/>
                  </a:lnTo>
                  <a:lnTo>
                    <a:pt x="12812" y="1921"/>
                  </a:lnTo>
                  <a:lnTo>
                    <a:pt x="12527" y="1692"/>
                  </a:lnTo>
                  <a:lnTo>
                    <a:pt x="12223" y="1464"/>
                  </a:lnTo>
                  <a:lnTo>
                    <a:pt x="11919" y="1236"/>
                  </a:lnTo>
                  <a:lnTo>
                    <a:pt x="11576" y="1046"/>
                  </a:lnTo>
                  <a:lnTo>
                    <a:pt x="11253" y="856"/>
                  </a:lnTo>
                  <a:lnTo>
                    <a:pt x="10911" y="685"/>
                  </a:lnTo>
                  <a:lnTo>
                    <a:pt x="10550" y="533"/>
                  </a:lnTo>
                  <a:lnTo>
                    <a:pt x="10170" y="400"/>
                  </a:lnTo>
                  <a:lnTo>
                    <a:pt x="9790" y="286"/>
                  </a:lnTo>
                  <a:lnTo>
                    <a:pt x="9409" y="191"/>
                  </a:lnTo>
                  <a:lnTo>
                    <a:pt x="9029" y="115"/>
                  </a:lnTo>
                  <a:lnTo>
                    <a:pt x="8649" y="58"/>
                  </a:lnTo>
                  <a:lnTo>
                    <a:pt x="8250" y="20"/>
                  </a:lnTo>
                  <a:lnTo>
                    <a:pt x="78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4" name="Google Shape;2224;p43"/>
            <p:cNvSpPr/>
            <p:nvPr/>
          </p:nvSpPr>
          <p:spPr>
            <a:xfrm>
              <a:off x="1693652" y="3071916"/>
              <a:ext cx="156928" cy="101426"/>
            </a:xfrm>
            <a:custGeom>
              <a:avLst/>
              <a:gdLst/>
              <a:ahLst/>
              <a:cxnLst/>
              <a:rect l="l" t="t" r="r" b="b"/>
              <a:pathLst>
                <a:path w="8061" h="5210" extrusionOk="0">
                  <a:moveTo>
                    <a:pt x="3270" y="1"/>
                  </a:moveTo>
                  <a:lnTo>
                    <a:pt x="2890" y="39"/>
                  </a:lnTo>
                  <a:lnTo>
                    <a:pt x="2510" y="96"/>
                  </a:lnTo>
                  <a:lnTo>
                    <a:pt x="2148" y="191"/>
                  </a:lnTo>
                  <a:lnTo>
                    <a:pt x="1825" y="324"/>
                  </a:lnTo>
                  <a:lnTo>
                    <a:pt x="1502" y="476"/>
                  </a:lnTo>
                  <a:lnTo>
                    <a:pt x="1198" y="647"/>
                  </a:lnTo>
                  <a:lnTo>
                    <a:pt x="932" y="856"/>
                  </a:lnTo>
                  <a:lnTo>
                    <a:pt x="685" y="1084"/>
                  </a:lnTo>
                  <a:lnTo>
                    <a:pt x="476" y="1332"/>
                  </a:lnTo>
                  <a:lnTo>
                    <a:pt x="286" y="1617"/>
                  </a:lnTo>
                  <a:lnTo>
                    <a:pt x="134" y="1902"/>
                  </a:lnTo>
                  <a:lnTo>
                    <a:pt x="20" y="2225"/>
                  </a:lnTo>
                  <a:lnTo>
                    <a:pt x="0" y="2339"/>
                  </a:lnTo>
                  <a:lnTo>
                    <a:pt x="0" y="2434"/>
                  </a:lnTo>
                  <a:lnTo>
                    <a:pt x="0" y="2548"/>
                  </a:lnTo>
                  <a:lnTo>
                    <a:pt x="20" y="2662"/>
                  </a:lnTo>
                  <a:lnTo>
                    <a:pt x="39" y="2776"/>
                  </a:lnTo>
                  <a:lnTo>
                    <a:pt x="77" y="2871"/>
                  </a:lnTo>
                  <a:lnTo>
                    <a:pt x="210" y="3080"/>
                  </a:lnTo>
                  <a:lnTo>
                    <a:pt x="362" y="3251"/>
                  </a:lnTo>
                  <a:lnTo>
                    <a:pt x="552" y="3422"/>
                  </a:lnTo>
                  <a:lnTo>
                    <a:pt x="799" y="3556"/>
                  </a:lnTo>
                  <a:lnTo>
                    <a:pt x="1046" y="3651"/>
                  </a:lnTo>
                  <a:lnTo>
                    <a:pt x="1331" y="3708"/>
                  </a:lnTo>
                  <a:lnTo>
                    <a:pt x="1597" y="3708"/>
                  </a:lnTo>
                  <a:lnTo>
                    <a:pt x="1844" y="3670"/>
                  </a:lnTo>
                  <a:lnTo>
                    <a:pt x="2072" y="3594"/>
                  </a:lnTo>
                  <a:lnTo>
                    <a:pt x="2282" y="3498"/>
                  </a:lnTo>
                  <a:lnTo>
                    <a:pt x="2377" y="3422"/>
                  </a:lnTo>
                  <a:lnTo>
                    <a:pt x="2453" y="3346"/>
                  </a:lnTo>
                  <a:lnTo>
                    <a:pt x="2529" y="3270"/>
                  </a:lnTo>
                  <a:lnTo>
                    <a:pt x="2586" y="3175"/>
                  </a:lnTo>
                  <a:lnTo>
                    <a:pt x="2624" y="3080"/>
                  </a:lnTo>
                  <a:lnTo>
                    <a:pt x="2662" y="2966"/>
                  </a:lnTo>
                  <a:lnTo>
                    <a:pt x="2700" y="2871"/>
                  </a:lnTo>
                  <a:lnTo>
                    <a:pt x="2757" y="2757"/>
                  </a:lnTo>
                  <a:lnTo>
                    <a:pt x="2814" y="2681"/>
                  </a:lnTo>
                  <a:lnTo>
                    <a:pt x="2890" y="2586"/>
                  </a:lnTo>
                  <a:lnTo>
                    <a:pt x="2966" y="2510"/>
                  </a:lnTo>
                  <a:lnTo>
                    <a:pt x="3061" y="2453"/>
                  </a:lnTo>
                  <a:lnTo>
                    <a:pt x="3270" y="2339"/>
                  </a:lnTo>
                  <a:lnTo>
                    <a:pt x="3498" y="2263"/>
                  </a:lnTo>
                  <a:lnTo>
                    <a:pt x="3745" y="2225"/>
                  </a:lnTo>
                  <a:lnTo>
                    <a:pt x="4011" y="2244"/>
                  </a:lnTo>
                  <a:lnTo>
                    <a:pt x="4296" y="2282"/>
                  </a:lnTo>
                  <a:lnTo>
                    <a:pt x="4544" y="2377"/>
                  </a:lnTo>
                  <a:lnTo>
                    <a:pt x="4772" y="2510"/>
                  </a:lnTo>
                  <a:lnTo>
                    <a:pt x="4981" y="2681"/>
                  </a:lnTo>
                  <a:lnTo>
                    <a:pt x="5133" y="2852"/>
                  </a:lnTo>
                  <a:lnTo>
                    <a:pt x="5247" y="3061"/>
                  </a:lnTo>
                  <a:lnTo>
                    <a:pt x="5304" y="3175"/>
                  </a:lnTo>
                  <a:lnTo>
                    <a:pt x="5323" y="3270"/>
                  </a:lnTo>
                  <a:lnTo>
                    <a:pt x="5342" y="3384"/>
                  </a:lnTo>
                  <a:lnTo>
                    <a:pt x="5342" y="3498"/>
                  </a:lnTo>
                  <a:lnTo>
                    <a:pt x="5342" y="3613"/>
                  </a:lnTo>
                  <a:lnTo>
                    <a:pt x="5304" y="3708"/>
                  </a:lnTo>
                  <a:lnTo>
                    <a:pt x="5285" y="3822"/>
                  </a:lnTo>
                  <a:lnTo>
                    <a:pt x="5285" y="3936"/>
                  </a:lnTo>
                  <a:lnTo>
                    <a:pt x="5285" y="4050"/>
                  </a:lnTo>
                  <a:lnTo>
                    <a:pt x="5304" y="4145"/>
                  </a:lnTo>
                  <a:lnTo>
                    <a:pt x="5323" y="4259"/>
                  </a:lnTo>
                  <a:lnTo>
                    <a:pt x="5380" y="4373"/>
                  </a:lnTo>
                  <a:lnTo>
                    <a:pt x="5494" y="4563"/>
                  </a:lnTo>
                  <a:lnTo>
                    <a:pt x="5646" y="4753"/>
                  </a:lnTo>
                  <a:lnTo>
                    <a:pt x="5855" y="4905"/>
                  </a:lnTo>
                  <a:lnTo>
                    <a:pt x="6083" y="5038"/>
                  </a:lnTo>
                  <a:lnTo>
                    <a:pt x="6330" y="5133"/>
                  </a:lnTo>
                  <a:lnTo>
                    <a:pt x="6615" y="5190"/>
                  </a:lnTo>
                  <a:lnTo>
                    <a:pt x="6882" y="5209"/>
                  </a:lnTo>
                  <a:lnTo>
                    <a:pt x="7129" y="5171"/>
                  </a:lnTo>
                  <a:lnTo>
                    <a:pt x="7357" y="5095"/>
                  </a:lnTo>
                  <a:lnTo>
                    <a:pt x="7566" y="4981"/>
                  </a:lnTo>
                  <a:lnTo>
                    <a:pt x="7661" y="4924"/>
                  </a:lnTo>
                  <a:lnTo>
                    <a:pt x="7737" y="4848"/>
                  </a:lnTo>
                  <a:lnTo>
                    <a:pt x="7813" y="4753"/>
                  </a:lnTo>
                  <a:lnTo>
                    <a:pt x="7870" y="4658"/>
                  </a:lnTo>
                  <a:lnTo>
                    <a:pt x="7927" y="4563"/>
                  </a:lnTo>
                  <a:lnTo>
                    <a:pt x="7965" y="4468"/>
                  </a:lnTo>
                  <a:lnTo>
                    <a:pt x="8022" y="4126"/>
                  </a:lnTo>
                  <a:lnTo>
                    <a:pt x="8060" y="3803"/>
                  </a:lnTo>
                  <a:lnTo>
                    <a:pt x="8041" y="3479"/>
                  </a:lnTo>
                  <a:lnTo>
                    <a:pt x="7984" y="3137"/>
                  </a:lnTo>
                  <a:lnTo>
                    <a:pt x="7908" y="2814"/>
                  </a:lnTo>
                  <a:lnTo>
                    <a:pt x="7775" y="2510"/>
                  </a:lnTo>
                  <a:lnTo>
                    <a:pt x="7623" y="2206"/>
                  </a:lnTo>
                  <a:lnTo>
                    <a:pt x="7414" y="1902"/>
                  </a:lnTo>
                  <a:lnTo>
                    <a:pt x="7205" y="1617"/>
                  </a:lnTo>
                  <a:lnTo>
                    <a:pt x="6939" y="1351"/>
                  </a:lnTo>
                  <a:lnTo>
                    <a:pt x="6653" y="1103"/>
                  </a:lnTo>
                  <a:lnTo>
                    <a:pt x="6349" y="875"/>
                  </a:lnTo>
                  <a:lnTo>
                    <a:pt x="6026" y="666"/>
                  </a:lnTo>
                  <a:lnTo>
                    <a:pt x="5665" y="476"/>
                  </a:lnTo>
                  <a:lnTo>
                    <a:pt x="5285" y="324"/>
                  </a:lnTo>
                  <a:lnTo>
                    <a:pt x="4886" y="191"/>
                  </a:lnTo>
                  <a:lnTo>
                    <a:pt x="4467" y="96"/>
                  </a:lnTo>
                  <a:lnTo>
                    <a:pt x="4068" y="20"/>
                  </a:lnTo>
                  <a:lnTo>
                    <a:pt x="36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3"/>
            <p:cNvSpPr/>
            <p:nvPr/>
          </p:nvSpPr>
          <p:spPr>
            <a:xfrm>
              <a:off x="2089207" y="3164809"/>
              <a:ext cx="362290" cy="291234"/>
            </a:xfrm>
            <a:custGeom>
              <a:avLst/>
              <a:gdLst/>
              <a:ahLst/>
              <a:cxnLst/>
              <a:rect l="l" t="t" r="r" b="b"/>
              <a:pathLst>
                <a:path w="18610" h="14960" extrusionOk="0">
                  <a:moveTo>
                    <a:pt x="1160" y="0"/>
                  </a:moveTo>
                  <a:lnTo>
                    <a:pt x="1065" y="19"/>
                  </a:lnTo>
                  <a:lnTo>
                    <a:pt x="837" y="95"/>
                  </a:lnTo>
                  <a:lnTo>
                    <a:pt x="628" y="228"/>
                  </a:lnTo>
                  <a:lnTo>
                    <a:pt x="438" y="380"/>
                  </a:lnTo>
                  <a:lnTo>
                    <a:pt x="286" y="570"/>
                  </a:lnTo>
                  <a:lnTo>
                    <a:pt x="210" y="684"/>
                  </a:lnTo>
                  <a:lnTo>
                    <a:pt x="134" y="817"/>
                  </a:lnTo>
                  <a:lnTo>
                    <a:pt x="96" y="931"/>
                  </a:lnTo>
                  <a:lnTo>
                    <a:pt x="39" y="1065"/>
                  </a:lnTo>
                  <a:lnTo>
                    <a:pt x="1" y="1312"/>
                  </a:lnTo>
                  <a:lnTo>
                    <a:pt x="1" y="1559"/>
                  </a:lnTo>
                  <a:lnTo>
                    <a:pt x="39" y="1806"/>
                  </a:lnTo>
                  <a:lnTo>
                    <a:pt x="115" y="2015"/>
                  </a:lnTo>
                  <a:lnTo>
                    <a:pt x="172" y="2110"/>
                  </a:lnTo>
                  <a:lnTo>
                    <a:pt x="229" y="2205"/>
                  </a:lnTo>
                  <a:lnTo>
                    <a:pt x="305" y="2281"/>
                  </a:lnTo>
                  <a:lnTo>
                    <a:pt x="381" y="2357"/>
                  </a:lnTo>
                  <a:lnTo>
                    <a:pt x="476" y="2433"/>
                  </a:lnTo>
                  <a:lnTo>
                    <a:pt x="571" y="2490"/>
                  </a:lnTo>
                  <a:lnTo>
                    <a:pt x="15264" y="9466"/>
                  </a:lnTo>
                  <a:lnTo>
                    <a:pt x="15473" y="9580"/>
                  </a:lnTo>
                  <a:lnTo>
                    <a:pt x="15683" y="9713"/>
                  </a:lnTo>
                  <a:lnTo>
                    <a:pt x="15854" y="9885"/>
                  </a:lnTo>
                  <a:lnTo>
                    <a:pt x="16006" y="10056"/>
                  </a:lnTo>
                  <a:lnTo>
                    <a:pt x="16120" y="10246"/>
                  </a:lnTo>
                  <a:lnTo>
                    <a:pt x="16215" y="10436"/>
                  </a:lnTo>
                  <a:lnTo>
                    <a:pt x="16272" y="10645"/>
                  </a:lnTo>
                  <a:lnTo>
                    <a:pt x="16310" y="10873"/>
                  </a:lnTo>
                  <a:lnTo>
                    <a:pt x="16310" y="11025"/>
                  </a:lnTo>
                  <a:lnTo>
                    <a:pt x="16291" y="11196"/>
                  </a:lnTo>
                  <a:lnTo>
                    <a:pt x="16234" y="11367"/>
                  </a:lnTo>
                  <a:lnTo>
                    <a:pt x="16177" y="11519"/>
                  </a:lnTo>
                  <a:lnTo>
                    <a:pt x="16101" y="11690"/>
                  </a:lnTo>
                  <a:lnTo>
                    <a:pt x="15987" y="11842"/>
                  </a:lnTo>
                  <a:lnTo>
                    <a:pt x="15873" y="12013"/>
                  </a:lnTo>
                  <a:lnTo>
                    <a:pt x="15721" y="12166"/>
                  </a:lnTo>
                  <a:lnTo>
                    <a:pt x="15626" y="12242"/>
                  </a:lnTo>
                  <a:lnTo>
                    <a:pt x="15530" y="12299"/>
                  </a:lnTo>
                  <a:lnTo>
                    <a:pt x="15435" y="12337"/>
                  </a:lnTo>
                  <a:lnTo>
                    <a:pt x="15340" y="12375"/>
                  </a:lnTo>
                  <a:lnTo>
                    <a:pt x="15150" y="12375"/>
                  </a:lnTo>
                  <a:lnTo>
                    <a:pt x="14960" y="12356"/>
                  </a:lnTo>
                  <a:lnTo>
                    <a:pt x="14808" y="12299"/>
                  </a:lnTo>
                  <a:lnTo>
                    <a:pt x="14675" y="12223"/>
                  </a:lnTo>
                  <a:lnTo>
                    <a:pt x="14523" y="12147"/>
                  </a:lnTo>
                  <a:lnTo>
                    <a:pt x="14428" y="12070"/>
                  </a:lnTo>
                  <a:lnTo>
                    <a:pt x="14333" y="12013"/>
                  </a:lnTo>
                  <a:lnTo>
                    <a:pt x="14238" y="11975"/>
                  </a:lnTo>
                  <a:lnTo>
                    <a:pt x="14124" y="11956"/>
                  </a:lnTo>
                  <a:lnTo>
                    <a:pt x="14010" y="11937"/>
                  </a:lnTo>
                  <a:lnTo>
                    <a:pt x="13915" y="11937"/>
                  </a:lnTo>
                  <a:lnTo>
                    <a:pt x="13801" y="11956"/>
                  </a:lnTo>
                  <a:lnTo>
                    <a:pt x="13687" y="11975"/>
                  </a:lnTo>
                  <a:lnTo>
                    <a:pt x="13478" y="12051"/>
                  </a:lnTo>
                  <a:lnTo>
                    <a:pt x="13268" y="12166"/>
                  </a:lnTo>
                  <a:lnTo>
                    <a:pt x="13078" y="12337"/>
                  </a:lnTo>
                  <a:lnTo>
                    <a:pt x="12983" y="12432"/>
                  </a:lnTo>
                  <a:lnTo>
                    <a:pt x="12907" y="12546"/>
                  </a:lnTo>
                  <a:lnTo>
                    <a:pt x="12831" y="12660"/>
                  </a:lnTo>
                  <a:lnTo>
                    <a:pt x="12774" y="12774"/>
                  </a:lnTo>
                  <a:lnTo>
                    <a:pt x="12679" y="13021"/>
                  </a:lnTo>
                  <a:lnTo>
                    <a:pt x="12641" y="13268"/>
                  </a:lnTo>
                  <a:lnTo>
                    <a:pt x="12622" y="13515"/>
                  </a:lnTo>
                  <a:lnTo>
                    <a:pt x="12679" y="13743"/>
                  </a:lnTo>
                  <a:lnTo>
                    <a:pt x="12698" y="13857"/>
                  </a:lnTo>
                  <a:lnTo>
                    <a:pt x="12755" y="13971"/>
                  </a:lnTo>
                  <a:lnTo>
                    <a:pt x="12812" y="14066"/>
                  </a:lnTo>
                  <a:lnTo>
                    <a:pt x="12869" y="14161"/>
                  </a:lnTo>
                  <a:lnTo>
                    <a:pt x="12945" y="14237"/>
                  </a:lnTo>
                  <a:lnTo>
                    <a:pt x="13040" y="14313"/>
                  </a:lnTo>
                  <a:lnTo>
                    <a:pt x="13268" y="14485"/>
                  </a:lnTo>
                  <a:lnTo>
                    <a:pt x="13573" y="14637"/>
                  </a:lnTo>
                  <a:lnTo>
                    <a:pt x="13915" y="14789"/>
                  </a:lnTo>
                  <a:lnTo>
                    <a:pt x="14105" y="14846"/>
                  </a:lnTo>
                  <a:lnTo>
                    <a:pt x="14314" y="14884"/>
                  </a:lnTo>
                  <a:lnTo>
                    <a:pt x="14523" y="14922"/>
                  </a:lnTo>
                  <a:lnTo>
                    <a:pt x="14732" y="14941"/>
                  </a:lnTo>
                  <a:lnTo>
                    <a:pt x="14960" y="14960"/>
                  </a:lnTo>
                  <a:lnTo>
                    <a:pt x="15188" y="14941"/>
                  </a:lnTo>
                  <a:lnTo>
                    <a:pt x="15435" y="14903"/>
                  </a:lnTo>
                  <a:lnTo>
                    <a:pt x="15664" y="14865"/>
                  </a:lnTo>
                  <a:lnTo>
                    <a:pt x="15911" y="14770"/>
                  </a:lnTo>
                  <a:lnTo>
                    <a:pt x="16139" y="14675"/>
                  </a:lnTo>
                  <a:lnTo>
                    <a:pt x="16386" y="14542"/>
                  </a:lnTo>
                  <a:lnTo>
                    <a:pt x="16633" y="14390"/>
                  </a:lnTo>
                  <a:lnTo>
                    <a:pt x="16880" y="14199"/>
                  </a:lnTo>
                  <a:lnTo>
                    <a:pt x="17108" y="13990"/>
                  </a:lnTo>
                  <a:lnTo>
                    <a:pt x="17298" y="13800"/>
                  </a:lnTo>
                  <a:lnTo>
                    <a:pt x="17469" y="13591"/>
                  </a:lnTo>
                  <a:lnTo>
                    <a:pt x="17640" y="13382"/>
                  </a:lnTo>
                  <a:lnTo>
                    <a:pt x="17792" y="13173"/>
                  </a:lnTo>
                  <a:lnTo>
                    <a:pt x="17926" y="12964"/>
                  </a:lnTo>
                  <a:lnTo>
                    <a:pt x="18059" y="12736"/>
                  </a:lnTo>
                  <a:lnTo>
                    <a:pt x="18173" y="12508"/>
                  </a:lnTo>
                  <a:lnTo>
                    <a:pt x="18268" y="12280"/>
                  </a:lnTo>
                  <a:lnTo>
                    <a:pt x="18363" y="12032"/>
                  </a:lnTo>
                  <a:lnTo>
                    <a:pt x="18439" y="11804"/>
                  </a:lnTo>
                  <a:lnTo>
                    <a:pt x="18496" y="11557"/>
                  </a:lnTo>
                  <a:lnTo>
                    <a:pt x="18553" y="11329"/>
                  </a:lnTo>
                  <a:lnTo>
                    <a:pt x="18591" y="11082"/>
                  </a:lnTo>
                  <a:lnTo>
                    <a:pt x="18610" y="10835"/>
                  </a:lnTo>
                  <a:lnTo>
                    <a:pt x="18610" y="10588"/>
                  </a:lnTo>
                  <a:lnTo>
                    <a:pt x="18610" y="10341"/>
                  </a:lnTo>
                  <a:lnTo>
                    <a:pt x="18591" y="10075"/>
                  </a:lnTo>
                  <a:lnTo>
                    <a:pt x="18553" y="9808"/>
                  </a:lnTo>
                  <a:lnTo>
                    <a:pt x="18477" y="9561"/>
                  </a:lnTo>
                  <a:lnTo>
                    <a:pt x="18420" y="9314"/>
                  </a:lnTo>
                  <a:lnTo>
                    <a:pt x="18325" y="9067"/>
                  </a:lnTo>
                  <a:lnTo>
                    <a:pt x="18211" y="8839"/>
                  </a:lnTo>
                  <a:lnTo>
                    <a:pt x="18097" y="8611"/>
                  </a:lnTo>
                  <a:lnTo>
                    <a:pt x="17964" y="8402"/>
                  </a:lnTo>
                  <a:lnTo>
                    <a:pt x="17811" y="8193"/>
                  </a:lnTo>
                  <a:lnTo>
                    <a:pt x="17640" y="8003"/>
                  </a:lnTo>
                  <a:lnTo>
                    <a:pt x="17469" y="7813"/>
                  </a:lnTo>
                  <a:lnTo>
                    <a:pt x="17279" y="7642"/>
                  </a:lnTo>
                  <a:lnTo>
                    <a:pt x="17089" y="7470"/>
                  </a:lnTo>
                  <a:lnTo>
                    <a:pt x="16861" y="7318"/>
                  </a:lnTo>
                  <a:lnTo>
                    <a:pt x="16633" y="7185"/>
                  </a:lnTo>
                  <a:lnTo>
                    <a:pt x="16405" y="7071"/>
                  </a:lnTo>
                  <a:lnTo>
                    <a:pt x="1711" y="95"/>
                  </a:lnTo>
                  <a:lnTo>
                    <a:pt x="1616" y="38"/>
                  </a:lnTo>
                  <a:lnTo>
                    <a:pt x="1502" y="19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334A990-120C-0FCE-4722-275265E47E26}"/>
              </a:ext>
            </a:extLst>
          </p:cNvPr>
          <p:cNvSpPr txBox="1"/>
          <p:nvPr/>
        </p:nvSpPr>
        <p:spPr>
          <a:xfrm>
            <a:off x="1497728" y="437916"/>
            <a:ext cx="55802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nb-NO" b="1" dirty="0"/>
              <a:t>📊 Dataset Name:</a:t>
            </a:r>
          </a:p>
          <a:p>
            <a:pPr>
              <a:buNone/>
            </a:pPr>
            <a:r>
              <a:rPr lang="nb-NO" dirty="0">
                <a:latin typeface="Courier New" panose="02070309020205020404" pitchFamily="49" charset="0"/>
              </a:rPr>
              <a:t>student_dropout_dataset_v3.csv </a:t>
            </a:r>
            <a:r>
              <a:rPr lang="nb-NO" b="1" dirty="0">
                <a:latin typeface="Cambria" panose="02040503050406030204" pitchFamily="18" charset="0"/>
                <a:ea typeface="Cambria" panose="02040503050406030204" pitchFamily="18" charset="0"/>
              </a:rPr>
              <a:t>(kaggle.com)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83DDEC-452D-14E6-3525-630419A96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182887"/>
              </p:ext>
            </p:extLst>
          </p:nvPr>
        </p:nvGraphicFramePr>
        <p:xfrm>
          <a:off x="2402496" y="990333"/>
          <a:ext cx="6040934" cy="3579808"/>
        </p:xfrm>
        <a:graphic>
          <a:graphicData uri="http://schemas.openxmlformats.org/drawingml/2006/table">
            <a:tbl>
              <a:tblPr/>
              <a:tblGrid>
                <a:gridCol w="3020467">
                  <a:extLst>
                    <a:ext uri="{9D8B030D-6E8A-4147-A177-3AD203B41FA5}">
                      <a16:colId xmlns:a16="http://schemas.microsoft.com/office/drawing/2014/main" val="1824314687"/>
                    </a:ext>
                  </a:extLst>
                </a:gridCol>
                <a:gridCol w="3020467">
                  <a:extLst>
                    <a:ext uri="{9D8B030D-6E8A-4147-A177-3AD203B41FA5}">
                      <a16:colId xmlns:a16="http://schemas.microsoft.com/office/drawing/2014/main" val="4139492469"/>
                    </a:ext>
                  </a:extLst>
                </a:gridCol>
              </a:tblGrid>
              <a:tr h="223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Feature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Meaning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44011917"/>
                  </a:ext>
                </a:extLst>
              </a:tr>
              <a:tr h="223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Age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Student age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4074144127"/>
                  </a:ext>
                </a:extLst>
              </a:tr>
              <a:tr h="223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Gender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Male/Female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211905880"/>
                  </a:ext>
                </a:extLst>
              </a:tr>
              <a:tr h="223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 err="1"/>
                        <a:t>Family_Income</a:t>
                      </a:r>
                      <a:endParaRPr lang="en-IN" sz="1000" dirty="0"/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Financial background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85051669"/>
                  </a:ext>
                </a:extLst>
              </a:tr>
              <a:tr h="223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 err="1"/>
                        <a:t>Internet_Access</a:t>
                      </a:r>
                      <a:endParaRPr lang="en-IN" sz="1000" dirty="0"/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Yes/No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769637778"/>
                  </a:ext>
                </a:extLst>
              </a:tr>
              <a:tr h="223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 err="1"/>
                        <a:t>Study_Hours_per_Day</a:t>
                      </a:r>
                      <a:endParaRPr lang="en-IN" sz="1000" dirty="0"/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Daily study time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665109275"/>
                  </a:ext>
                </a:extLst>
              </a:tr>
              <a:tr h="223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 err="1"/>
                        <a:t>Attendance_Rate</a:t>
                      </a:r>
                      <a:endParaRPr lang="en-IN" sz="1000" dirty="0"/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% attendance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861615997"/>
                  </a:ext>
                </a:extLst>
              </a:tr>
              <a:tr h="223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 err="1"/>
                        <a:t>Assignment_Delay_Days</a:t>
                      </a:r>
                      <a:endParaRPr lang="en-IN" sz="1000" dirty="0"/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Delay in submissions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4119310525"/>
                  </a:ext>
                </a:extLst>
              </a:tr>
              <a:tr h="223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 err="1"/>
                        <a:t>Travel_Time_Minutes</a:t>
                      </a:r>
                      <a:endParaRPr lang="en-IN" sz="1000" dirty="0"/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Time to reach college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308993879"/>
                  </a:ext>
                </a:extLst>
              </a:tr>
              <a:tr h="223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 err="1"/>
                        <a:t>Part_Time_Job</a:t>
                      </a:r>
                      <a:endParaRPr lang="en-IN" sz="1000" dirty="0"/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Yes/No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37018219"/>
                  </a:ext>
                </a:extLst>
              </a:tr>
              <a:tr h="223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Scholarship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Yes/No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773491191"/>
                  </a:ext>
                </a:extLst>
              </a:tr>
              <a:tr h="223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Stress_Index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Mental stress level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616262379"/>
                  </a:ext>
                </a:extLst>
              </a:tr>
              <a:tr h="223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GPA / Semester_GPA / CGPA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Academic performance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4200323471"/>
                  </a:ext>
                </a:extLst>
              </a:tr>
              <a:tr h="223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Semester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Year level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4093002224"/>
                  </a:ext>
                </a:extLst>
              </a:tr>
              <a:tr h="223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Department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Field of study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25424110"/>
                  </a:ext>
                </a:extLst>
              </a:tr>
              <a:tr h="223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 err="1"/>
                        <a:t>Parental_Education</a:t>
                      </a:r>
                      <a:endParaRPr lang="en-IN" sz="1000" dirty="0"/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Education level of parents</a:t>
                      </a:r>
                    </a:p>
                  </a:txBody>
                  <a:tcPr marL="67121" marR="67121" marT="33561" marB="335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90">
                      <a:fgClr>
                        <a:schemeClr val="bg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8581545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177F439-4FDD-2817-2A4C-897AC30D2EEF}"/>
              </a:ext>
            </a:extLst>
          </p:cNvPr>
          <p:cNvSpPr txBox="1"/>
          <p:nvPr/>
        </p:nvSpPr>
        <p:spPr>
          <a:xfrm>
            <a:off x="2127204" y="463280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Target Variable: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Dropout</a:t>
            </a:r>
            <a:r>
              <a:rPr lang="en-IN" dirty="0"/>
              <a:t> (1 = Dropout, 0 = Retained)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E3D1F5E-4124-5779-0B41-84A0F2AC8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024" y="404450"/>
            <a:ext cx="22748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10000 → Rows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19 → Columns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p44"/>
          <p:cNvSpPr txBox="1">
            <a:spLocks noGrp="1"/>
          </p:cNvSpPr>
          <p:nvPr>
            <p:ph type="title"/>
          </p:nvPr>
        </p:nvSpPr>
        <p:spPr>
          <a:xfrm>
            <a:off x="355500" y="165974"/>
            <a:ext cx="304785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Understanding Data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FDEA68-9606-672B-A1B4-AF246E04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4826"/>
          <a:stretch>
            <a:fillRect/>
          </a:stretch>
        </p:blipFill>
        <p:spPr>
          <a:xfrm>
            <a:off x="182136" y="696836"/>
            <a:ext cx="1278705" cy="1638529"/>
          </a:xfrm>
          <a:prstGeom prst="rect">
            <a:avLst/>
          </a:prstGeom>
          <a:ln w="41275">
            <a:solidFill>
              <a:schemeClr val="dk2"/>
            </a:solidFill>
          </a:ln>
          <a:effectLst>
            <a:softEdge rad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32A1BD-69F3-99E1-1924-2F850F0B8E2A}"/>
              </a:ext>
            </a:extLst>
          </p:cNvPr>
          <p:cNvSpPr txBox="1"/>
          <p:nvPr/>
        </p:nvSpPr>
        <p:spPr>
          <a:xfrm>
            <a:off x="0" y="2369490"/>
            <a:ext cx="22190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dirty="0"/>
              <a:t>👉</a:t>
            </a:r>
            <a:r>
              <a:rPr lang="en-US" sz="1100" dirty="0"/>
              <a:t>Used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View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Check types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Understand distribution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0E0E4E-14B5-7566-606A-694605627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365" y="691517"/>
            <a:ext cx="2581635" cy="4344006"/>
          </a:xfrm>
          <a:prstGeom prst="rect">
            <a:avLst/>
          </a:prstGeom>
          <a:ln w="41275">
            <a:solidFill>
              <a:schemeClr val="dk2"/>
            </a:solidFill>
          </a:ln>
          <a:effectLst>
            <a:softEdge rad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10270E-E8BC-C396-97C3-C3EFAD323BC4}"/>
              </a:ext>
            </a:extLst>
          </p:cNvPr>
          <p:cNvSpPr txBox="1"/>
          <p:nvPr/>
        </p:nvSpPr>
        <p:spPr>
          <a:xfrm>
            <a:off x="-904243" y="3848441"/>
            <a:ext cx="289460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sz="1100" dirty="0"/>
              <a:t>Used to:</a:t>
            </a:r>
            <a:r>
              <a:rPr lang="en-IN" sz="1100" dirty="0"/>
              <a:t>👈</a:t>
            </a:r>
            <a:endParaRPr lang="en-US" sz="1100" dirty="0"/>
          </a:p>
          <a:p>
            <a:pPr algn="r"/>
            <a:r>
              <a:rPr lang="en-US" sz="1100" dirty="0"/>
              <a:t>------------Find null values-------- </a:t>
            </a:r>
          </a:p>
          <a:p>
            <a:pPr algn="r">
              <a:buFont typeface="Arial" panose="020B0604020202020204" pitchFamily="34" charset="0"/>
              <a:buChar char="•"/>
            </a:pPr>
            <a:r>
              <a:rPr lang="en-US" sz="1100" dirty="0" err="1"/>
              <a:t>Family_income</a:t>
            </a:r>
            <a:r>
              <a:rPr lang="en-US" sz="1100" dirty="0"/>
              <a:t> </a:t>
            </a:r>
            <a:r>
              <a:rPr lang="en-US" sz="1100" dirty="0">
                <a:sym typeface="Wingdings" panose="05000000000000000000" pitchFamily="2" charset="2"/>
              </a:rPr>
              <a:t> 500</a:t>
            </a:r>
            <a:endParaRPr lang="en-US" sz="1100" dirty="0"/>
          </a:p>
          <a:p>
            <a:pPr algn="r">
              <a:buFont typeface="Arial" panose="020B0604020202020204" pitchFamily="34" charset="0"/>
              <a:buChar char="•"/>
            </a:pPr>
            <a:r>
              <a:rPr lang="en-US" sz="1100" dirty="0" err="1"/>
              <a:t>Study_hours_per_day</a:t>
            </a:r>
            <a:r>
              <a:rPr lang="en-US" sz="1100" dirty="0"/>
              <a:t> </a:t>
            </a:r>
            <a:r>
              <a:rPr lang="en-US" sz="1100" dirty="0">
                <a:sym typeface="Wingdings" panose="05000000000000000000" pitchFamily="2" charset="2"/>
              </a:rPr>
              <a:t>500</a:t>
            </a:r>
          </a:p>
          <a:p>
            <a:pPr algn="r">
              <a:buFont typeface="Arial" panose="020B0604020202020204" pitchFamily="34" charset="0"/>
              <a:buChar char="•"/>
            </a:pPr>
            <a:r>
              <a:rPr lang="en-US" sz="1100" dirty="0">
                <a:sym typeface="Wingdings" panose="05000000000000000000" pitchFamily="2" charset="2"/>
              </a:rPr>
              <a:t>Stress_index500</a:t>
            </a:r>
          </a:p>
          <a:p>
            <a:pPr algn="r">
              <a:buFont typeface="Arial" panose="020B0604020202020204" pitchFamily="34" charset="0"/>
              <a:buChar char="•"/>
            </a:pPr>
            <a:r>
              <a:rPr lang="en-US" sz="1100" dirty="0" err="1">
                <a:sym typeface="Wingdings" panose="05000000000000000000" pitchFamily="2" charset="2"/>
              </a:rPr>
              <a:t>Parental_education</a:t>
            </a:r>
            <a:r>
              <a:rPr lang="en-US" sz="1100" dirty="0">
                <a:sym typeface="Wingdings" panose="05000000000000000000" pitchFamily="2" charset="2"/>
              </a:rPr>
              <a:t> 511</a:t>
            </a:r>
            <a:r>
              <a:rPr lang="en-US" sz="1100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141A0F-86FD-D310-3F80-0D57E3EA61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086" y="691517"/>
            <a:ext cx="2602713" cy="3419565"/>
          </a:xfrm>
          <a:prstGeom prst="rect">
            <a:avLst/>
          </a:prstGeom>
          <a:ln w="41275">
            <a:solidFill>
              <a:schemeClr val="dk2"/>
            </a:solidFill>
          </a:ln>
          <a:effectLst>
            <a:softEdge rad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974821-0282-0C79-D9FA-A09E0A88AF8C}"/>
              </a:ext>
            </a:extLst>
          </p:cNvPr>
          <p:cNvSpPr txBox="1"/>
          <p:nvPr/>
        </p:nvSpPr>
        <p:spPr>
          <a:xfrm>
            <a:off x="7352656" y="1303393"/>
            <a:ext cx="22190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dirty="0"/>
              <a:t>👉</a:t>
            </a:r>
            <a:r>
              <a:rPr lang="en-US" sz="1100" dirty="0"/>
              <a:t>Used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Find data </a:t>
            </a:r>
            <a:r>
              <a:rPr lang="en-US" sz="1100" dirty="0" err="1"/>
              <a:t>dtypes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 err="1"/>
              <a:t>Identifie</a:t>
            </a:r>
            <a:r>
              <a:rPr lang="en-US" sz="1100" dirty="0"/>
              <a:t> objects &amp; numeric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Helps in label encoding</a:t>
            </a:r>
          </a:p>
        </p:txBody>
      </p:sp>
      <p:grpSp>
        <p:nvGrpSpPr>
          <p:cNvPr id="2210" name="Group 2209">
            <a:extLst>
              <a:ext uri="{FF2B5EF4-FFF2-40B4-BE49-F238E27FC236}">
                <a16:creationId xmlns:a16="http://schemas.microsoft.com/office/drawing/2014/main" id="{39E85E4D-D022-0F50-F7D8-C9072C9981C4}"/>
              </a:ext>
            </a:extLst>
          </p:cNvPr>
          <p:cNvGrpSpPr/>
          <p:nvPr/>
        </p:nvGrpSpPr>
        <p:grpSpPr>
          <a:xfrm flipH="1">
            <a:off x="7211122" y="2369490"/>
            <a:ext cx="3044769" cy="2761837"/>
            <a:chOff x="-702404" y="1723625"/>
            <a:chExt cx="3062124" cy="3419873"/>
          </a:xfrm>
        </p:grpSpPr>
        <p:sp>
          <p:nvSpPr>
            <p:cNvPr id="57" name="Google Shape;1680;p52">
              <a:extLst>
                <a:ext uri="{FF2B5EF4-FFF2-40B4-BE49-F238E27FC236}">
                  <a16:creationId xmlns:a16="http://schemas.microsoft.com/office/drawing/2014/main" id="{E4EB37DB-98DB-EDA4-2705-DB9D8E6A4A64}"/>
                </a:ext>
              </a:extLst>
            </p:cNvPr>
            <p:cNvSpPr/>
            <p:nvPr/>
          </p:nvSpPr>
          <p:spPr>
            <a:xfrm>
              <a:off x="-702404" y="2092947"/>
              <a:ext cx="3062124" cy="3050551"/>
            </a:xfrm>
            <a:custGeom>
              <a:avLst/>
              <a:gdLst/>
              <a:ahLst/>
              <a:cxnLst/>
              <a:rect l="l" t="t" r="r" b="b"/>
              <a:pathLst>
                <a:path w="21167" h="21087" extrusionOk="0">
                  <a:moveTo>
                    <a:pt x="11325" y="1"/>
                  </a:moveTo>
                  <a:cubicBezTo>
                    <a:pt x="9645" y="1"/>
                    <a:pt x="7889" y="466"/>
                    <a:pt x="6335" y="1436"/>
                  </a:cubicBezTo>
                  <a:cubicBezTo>
                    <a:pt x="2455" y="3856"/>
                    <a:pt x="1408" y="6969"/>
                    <a:pt x="1408" y="6969"/>
                  </a:cubicBezTo>
                  <a:cubicBezTo>
                    <a:pt x="1408" y="6969"/>
                    <a:pt x="1" y="10606"/>
                    <a:pt x="1979" y="14268"/>
                  </a:cubicBezTo>
                  <a:cubicBezTo>
                    <a:pt x="3789" y="17618"/>
                    <a:pt x="7353" y="19521"/>
                    <a:pt x="10444" y="21087"/>
                  </a:cubicBezTo>
                  <a:lnTo>
                    <a:pt x="18349" y="21087"/>
                  </a:lnTo>
                  <a:cubicBezTo>
                    <a:pt x="18816" y="20695"/>
                    <a:pt x="19224" y="20217"/>
                    <a:pt x="19557" y="19657"/>
                  </a:cubicBezTo>
                  <a:cubicBezTo>
                    <a:pt x="21167" y="16948"/>
                    <a:pt x="18958" y="15015"/>
                    <a:pt x="18955" y="11151"/>
                  </a:cubicBezTo>
                  <a:cubicBezTo>
                    <a:pt x="18953" y="7288"/>
                    <a:pt x="19534" y="6265"/>
                    <a:pt x="17443" y="3000"/>
                  </a:cubicBezTo>
                  <a:cubicBezTo>
                    <a:pt x="16189" y="1044"/>
                    <a:pt x="13841" y="1"/>
                    <a:pt x="113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" name="Google Shape;1683;p52">
              <a:extLst>
                <a:ext uri="{FF2B5EF4-FFF2-40B4-BE49-F238E27FC236}">
                  <a16:creationId xmlns:a16="http://schemas.microsoft.com/office/drawing/2014/main" id="{9CFC9C59-4051-45BA-C7DF-48D581A068E7}"/>
                </a:ext>
              </a:extLst>
            </p:cNvPr>
            <p:cNvGrpSpPr/>
            <p:nvPr/>
          </p:nvGrpSpPr>
          <p:grpSpPr>
            <a:xfrm>
              <a:off x="473038" y="1723625"/>
              <a:ext cx="1634700" cy="3243575"/>
              <a:chOff x="473038" y="1723625"/>
              <a:chExt cx="1634700" cy="3243575"/>
            </a:xfrm>
          </p:grpSpPr>
          <p:cxnSp>
            <p:nvCxnSpPr>
              <p:cNvPr id="59" name="Google Shape;1684;p52">
                <a:extLst>
                  <a:ext uri="{FF2B5EF4-FFF2-40B4-BE49-F238E27FC236}">
                    <a16:creationId xmlns:a16="http://schemas.microsoft.com/office/drawing/2014/main" id="{9F044D51-EDAE-E313-47FC-FF5D548EEB2A}"/>
                  </a:ext>
                </a:extLst>
              </p:cNvPr>
              <p:cNvCxnSpPr/>
              <p:nvPr/>
            </p:nvCxnSpPr>
            <p:spPr>
              <a:xfrm>
                <a:off x="473038" y="4782163"/>
                <a:ext cx="1634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0" name="Google Shape;1685;p52">
                <a:extLst>
                  <a:ext uri="{FF2B5EF4-FFF2-40B4-BE49-F238E27FC236}">
                    <a16:creationId xmlns:a16="http://schemas.microsoft.com/office/drawing/2014/main" id="{37447FEB-3321-3E5C-4D03-8DC370F6A57A}"/>
                  </a:ext>
                </a:extLst>
              </p:cNvPr>
              <p:cNvSpPr/>
              <p:nvPr/>
            </p:nvSpPr>
            <p:spPr>
              <a:xfrm flipH="1">
                <a:off x="952556" y="1729457"/>
                <a:ext cx="427944" cy="551570"/>
              </a:xfrm>
              <a:custGeom>
                <a:avLst/>
                <a:gdLst/>
                <a:ahLst/>
                <a:cxnLst/>
                <a:rect l="l" t="t" r="r" b="b"/>
                <a:pathLst>
                  <a:path w="3742" h="4823" extrusionOk="0">
                    <a:moveTo>
                      <a:pt x="1946" y="1"/>
                    </a:moveTo>
                    <a:cubicBezTo>
                      <a:pt x="1555" y="1"/>
                      <a:pt x="1185" y="121"/>
                      <a:pt x="968" y="298"/>
                    </a:cubicBezTo>
                    <a:cubicBezTo>
                      <a:pt x="499" y="683"/>
                      <a:pt x="669" y="825"/>
                      <a:pt x="669" y="825"/>
                    </a:cubicBezTo>
                    <a:cubicBezTo>
                      <a:pt x="669" y="825"/>
                      <a:pt x="399" y="1366"/>
                      <a:pt x="371" y="1522"/>
                    </a:cubicBezTo>
                    <a:cubicBezTo>
                      <a:pt x="342" y="1679"/>
                      <a:pt x="414" y="1963"/>
                      <a:pt x="384" y="2091"/>
                    </a:cubicBezTo>
                    <a:cubicBezTo>
                      <a:pt x="356" y="2219"/>
                      <a:pt x="30" y="2603"/>
                      <a:pt x="15" y="2703"/>
                    </a:cubicBezTo>
                    <a:cubicBezTo>
                      <a:pt x="0" y="2803"/>
                      <a:pt x="286" y="2988"/>
                      <a:pt x="314" y="3044"/>
                    </a:cubicBezTo>
                    <a:cubicBezTo>
                      <a:pt x="342" y="3101"/>
                      <a:pt x="371" y="3428"/>
                      <a:pt x="384" y="3613"/>
                    </a:cubicBezTo>
                    <a:cubicBezTo>
                      <a:pt x="399" y="3798"/>
                      <a:pt x="399" y="3884"/>
                      <a:pt x="414" y="4012"/>
                    </a:cubicBezTo>
                    <a:cubicBezTo>
                      <a:pt x="426" y="4129"/>
                      <a:pt x="676" y="4257"/>
                      <a:pt x="785" y="4257"/>
                    </a:cubicBezTo>
                    <a:cubicBezTo>
                      <a:pt x="795" y="4257"/>
                      <a:pt x="804" y="4256"/>
                      <a:pt x="812" y="4253"/>
                    </a:cubicBezTo>
                    <a:cubicBezTo>
                      <a:pt x="897" y="4225"/>
                      <a:pt x="1181" y="4125"/>
                      <a:pt x="1181" y="4125"/>
                    </a:cubicBezTo>
                    <a:cubicBezTo>
                      <a:pt x="1181" y="4125"/>
                      <a:pt x="1252" y="4396"/>
                      <a:pt x="1295" y="4495"/>
                    </a:cubicBezTo>
                    <a:cubicBezTo>
                      <a:pt x="1337" y="4594"/>
                      <a:pt x="1295" y="4822"/>
                      <a:pt x="1295" y="4822"/>
                    </a:cubicBezTo>
                    <a:lnTo>
                      <a:pt x="3145" y="4197"/>
                    </a:lnTo>
                    <a:cubicBezTo>
                      <a:pt x="3145" y="4197"/>
                      <a:pt x="2846" y="3485"/>
                      <a:pt x="2974" y="3186"/>
                    </a:cubicBezTo>
                    <a:cubicBezTo>
                      <a:pt x="3102" y="2888"/>
                      <a:pt x="3657" y="1877"/>
                      <a:pt x="3700" y="1465"/>
                    </a:cubicBezTo>
                    <a:cubicBezTo>
                      <a:pt x="3742" y="1052"/>
                      <a:pt x="3188" y="583"/>
                      <a:pt x="3188" y="583"/>
                    </a:cubicBezTo>
                    <a:cubicBezTo>
                      <a:pt x="2882" y="162"/>
                      <a:pt x="2399" y="1"/>
                      <a:pt x="19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686;p52">
                <a:extLst>
                  <a:ext uri="{FF2B5EF4-FFF2-40B4-BE49-F238E27FC236}">
                    <a16:creationId xmlns:a16="http://schemas.microsoft.com/office/drawing/2014/main" id="{9F8AFE78-DAFA-A4DC-1837-D39048912BAB}"/>
                  </a:ext>
                </a:extLst>
              </p:cNvPr>
              <p:cNvSpPr/>
              <p:nvPr/>
            </p:nvSpPr>
            <p:spPr>
              <a:xfrm flipH="1">
                <a:off x="946609" y="1723625"/>
                <a:ext cx="439495" cy="563235"/>
              </a:xfrm>
              <a:custGeom>
                <a:avLst/>
                <a:gdLst/>
                <a:ahLst/>
                <a:cxnLst/>
                <a:rect l="l" t="t" r="r" b="b"/>
                <a:pathLst>
                  <a:path w="3843" h="4925" extrusionOk="0">
                    <a:moveTo>
                      <a:pt x="1993" y="103"/>
                    </a:moveTo>
                    <a:cubicBezTo>
                      <a:pt x="2070" y="103"/>
                      <a:pt x="2148" y="108"/>
                      <a:pt x="2225" y="118"/>
                    </a:cubicBezTo>
                    <a:cubicBezTo>
                      <a:pt x="2514" y="154"/>
                      <a:pt x="2916" y="279"/>
                      <a:pt x="3195" y="664"/>
                    </a:cubicBezTo>
                    <a:cubicBezTo>
                      <a:pt x="3197" y="668"/>
                      <a:pt x="3200" y="671"/>
                      <a:pt x="3203" y="673"/>
                    </a:cubicBezTo>
                    <a:cubicBezTo>
                      <a:pt x="3208" y="677"/>
                      <a:pt x="3736" y="1129"/>
                      <a:pt x="3698" y="1510"/>
                    </a:cubicBezTo>
                    <a:cubicBezTo>
                      <a:pt x="3667" y="1807"/>
                      <a:pt x="3353" y="2442"/>
                      <a:pt x="3146" y="2863"/>
                    </a:cubicBezTo>
                    <a:cubicBezTo>
                      <a:pt x="3072" y="3011"/>
                      <a:pt x="3009" y="3138"/>
                      <a:pt x="2975" y="3217"/>
                    </a:cubicBezTo>
                    <a:cubicBezTo>
                      <a:pt x="2860" y="3487"/>
                      <a:pt x="3058" y="4044"/>
                      <a:pt x="3126" y="4216"/>
                    </a:cubicBezTo>
                    <a:lnTo>
                      <a:pt x="1407" y="4798"/>
                    </a:lnTo>
                    <a:cubicBezTo>
                      <a:pt x="1416" y="4717"/>
                      <a:pt x="1422" y="4598"/>
                      <a:pt x="1392" y="4526"/>
                    </a:cubicBezTo>
                    <a:cubicBezTo>
                      <a:pt x="1351" y="4431"/>
                      <a:pt x="1280" y="4166"/>
                      <a:pt x="1280" y="4164"/>
                    </a:cubicBezTo>
                    <a:cubicBezTo>
                      <a:pt x="1276" y="4149"/>
                      <a:pt x="1267" y="4137"/>
                      <a:pt x="1254" y="4131"/>
                    </a:cubicBezTo>
                    <a:cubicBezTo>
                      <a:pt x="1247" y="4127"/>
                      <a:pt x="1238" y="4125"/>
                      <a:pt x="1230" y="4125"/>
                    </a:cubicBezTo>
                    <a:cubicBezTo>
                      <a:pt x="1225" y="4125"/>
                      <a:pt x="1218" y="4126"/>
                      <a:pt x="1213" y="4128"/>
                    </a:cubicBezTo>
                    <a:cubicBezTo>
                      <a:pt x="1213" y="4128"/>
                      <a:pt x="929" y="4227"/>
                      <a:pt x="844" y="4256"/>
                    </a:cubicBezTo>
                    <a:cubicBezTo>
                      <a:pt x="841" y="4257"/>
                      <a:pt x="838" y="4257"/>
                      <a:pt x="834" y="4257"/>
                    </a:cubicBezTo>
                    <a:cubicBezTo>
                      <a:pt x="801" y="4257"/>
                      <a:pt x="715" y="4234"/>
                      <a:pt x="624" y="4176"/>
                    </a:cubicBezTo>
                    <a:cubicBezTo>
                      <a:pt x="547" y="4127"/>
                      <a:pt x="515" y="4081"/>
                      <a:pt x="513" y="4057"/>
                    </a:cubicBezTo>
                    <a:cubicBezTo>
                      <a:pt x="505" y="3983"/>
                      <a:pt x="502" y="3924"/>
                      <a:pt x="497" y="3852"/>
                    </a:cubicBezTo>
                    <a:cubicBezTo>
                      <a:pt x="494" y="3798"/>
                      <a:pt x="491" y="3738"/>
                      <a:pt x="485" y="3660"/>
                    </a:cubicBezTo>
                    <a:cubicBezTo>
                      <a:pt x="445" y="3146"/>
                      <a:pt x="418" y="3090"/>
                      <a:pt x="408" y="3072"/>
                    </a:cubicBezTo>
                    <a:cubicBezTo>
                      <a:pt x="395" y="3044"/>
                      <a:pt x="360" y="3014"/>
                      <a:pt x="296" y="2959"/>
                    </a:cubicBezTo>
                    <a:cubicBezTo>
                      <a:pt x="246" y="2915"/>
                      <a:pt x="111" y="2799"/>
                      <a:pt x="114" y="2760"/>
                    </a:cubicBezTo>
                    <a:cubicBezTo>
                      <a:pt x="120" y="2725"/>
                      <a:pt x="212" y="2593"/>
                      <a:pt x="279" y="2497"/>
                    </a:cubicBezTo>
                    <a:cubicBezTo>
                      <a:pt x="376" y="2359"/>
                      <a:pt x="467" y="2228"/>
                      <a:pt x="484" y="2153"/>
                    </a:cubicBezTo>
                    <a:cubicBezTo>
                      <a:pt x="500" y="2082"/>
                      <a:pt x="489" y="1978"/>
                      <a:pt x="479" y="1868"/>
                    </a:cubicBezTo>
                    <a:cubicBezTo>
                      <a:pt x="468" y="1763"/>
                      <a:pt x="456" y="1654"/>
                      <a:pt x="470" y="1582"/>
                    </a:cubicBezTo>
                    <a:cubicBezTo>
                      <a:pt x="492" y="1460"/>
                      <a:pt x="689" y="1047"/>
                      <a:pt x="764" y="898"/>
                    </a:cubicBezTo>
                    <a:cubicBezTo>
                      <a:pt x="773" y="878"/>
                      <a:pt x="768" y="853"/>
                      <a:pt x="752" y="838"/>
                    </a:cubicBezTo>
                    <a:cubicBezTo>
                      <a:pt x="752" y="836"/>
                      <a:pt x="738" y="822"/>
                      <a:pt x="740" y="786"/>
                    </a:cubicBezTo>
                    <a:cubicBezTo>
                      <a:pt x="742" y="730"/>
                      <a:pt x="787" y="603"/>
                      <a:pt x="1050" y="389"/>
                    </a:cubicBezTo>
                    <a:cubicBezTo>
                      <a:pt x="1269" y="209"/>
                      <a:pt x="1629" y="103"/>
                      <a:pt x="1993" y="103"/>
                    </a:cubicBezTo>
                    <a:close/>
                    <a:moveTo>
                      <a:pt x="1997" y="0"/>
                    </a:moveTo>
                    <a:cubicBezTo>
                      <a:pt x="1609" y="0"/>
                      <a:pt x="1222" y="115"/>
                      <a:pt x="984" y="310"/>
                    </a:cubicBezTo>
                    <a:cubicBezTo>
                      <a:pt x="755" y="497"/>
                      <a:pt x="637" y="660"/>
                      <a:pt x="637" y="791"/>
                    </a:cubicBezTo>
                    <a:cubicBezTo>
                      <a:pt x="636" y="831"/>
                      <a:pt x="648" y="861"/>
                      <a:pt x="658" y="881"/>
                    </a:cubicBezTo>
                    <a:cubicBezTo>
                      <a:pt x="601" y="995"/>
                      <a:pt x="395" y="1421"/>
                      <a:pt x="369" y="1564"/>
                    </a:cubicBezTo>
                    <a:cubicBezTo>
                      <a:pt x="354" y="1650"/>
                      <a:pt x="365" y="1766"/>
                      <a:pt x="376" y="1879"/>
                    </a:cubicBezTo>
                    <a:cubicBezTo>
                      <a:pt x="386" y="1975"/>
                      <a:pt x="396" y="2076"/>
                      <a:pt x="384" y="2131"/>
                    </a:cubicBezTo>
                    <a:cubicBezTo>
                      <a:pt x="371" y="2186"/>
                      <a:pt x="274" y="2326"/>
                      <a:pt x="195" y="2438"/>
                    </a:cubicBezTo>
                    <a:cubicBezTo>
                      <a:pt x="87" y="2591"/>
                      <a:pt x="21" y="2689"/>
                      <a:pt x="13" y="2747"/>
                    </a:cubicBezTo>
                    <a:cubicBezTo>
                      <a:pt x="1" y="2832"/>
                      <a:pt x="94" y="2921"/>
                      <a:pt x="229" y="3036"/>
                    </a:cubicBezTo>
                    <a:cubicBezTo>
                      <a:pt x="262" y="3066"/>
                      <a:pt x="310" y="3106"/>
                      <a:pt x="317" y="3118"/>
                    </a:cubicBezTo>
                    <a:cubicBezTo>
                      <a:pt x="321" y="3128"/>
                      <a:pt x="346" y="3198"/>
                      <a:pt x="383" y="3668"/>
                    </a:cubicBezTo>
                    <a:cubicBezTo>
                      <a:pt x="388" y="3745"/>
                      <a:pt x="392" y="3805"/>
                      <a:pt x="395" y="3857"/>
                    </a:cubicBezTo>
                    <a:cubicBezTo>
                      <a:pt x="400" y="3932"/>
                      <a:pt x="403" y="3993"/>
                      <a:pt x="411" y="4068"/>
                    </a:cubicBezTo>
                    <a:cubicBezTo>
                      <a:pt x="421" y="4151"/>
                      <a:pt x="503" y="4220"/>
                      <a:pt x="570" y="4263"/>
                    </a:cubicBezTo>
                    <a:cubicBezTo>
                      <a:pt x="636" y="4306"/>
                      <a:pt x="751" y="4359"/>
                      <a:pt x="833" y="4359"/>
                    </a:cubicBezTo>
                    <a:cubicBezTo>
                      <a:pt x="849" y="4359"/>
                      <a:pt x="863" y="4357"/>
                      <a:pt x="876" y="4353"/>
                    </a:cubicBezTo>
                    <a:cubicBezTo>
                      <a:pt x="939" y="4332"/>
                      <a:pt x="1108" y="4273"/>
                      <a:pt x="1195" y="4242"/>
                    </a:cubicBezTo>
                    <a:cubicBezTo>
                      <a:pt x="1218" y="4328"/>
                      <a:pt x="1265" y="4491"/>
                      <a:pt x="1297" y="4567"/>
                    </a:cubicBezTo>
                    <a:cubicBezTo>
                      <a:pt x="1323" y="4629"/>
                      <a:pt x="1309" y="4782"/>
                      <a:pt x="1294" y="4864"/>
                    </a:cubicBezTo>
                    <a:cubicBezTo>
                      <a:pt x="1290" y="4882"/>
                      <a:pt x="1297" y="4900"/>
                      <a:pt x="1311" y="4912"/>
                    </a:cubicBezTo>
                    <a:cubicBezTo>
                      <a:pt x="1320" y="4920"/>
                      <a:pt x="1332" y="4925"/>
                      <a:pt x="1344" y="4925"/>
                    </a:cubicBezTo>
                    <a:cubicBezTo>
                      <a:pt x="1350" y="4925"/>
                      <a:pt x="1355" y="4924"/>
                      <a:pt x="1360" y="4921"/>
                    </a:cubicBezTo>
                    <a:lnTo>
                      <a:pt x="3211" y="4296"/>
                    </a:lnTo>
                    <a:cubicBezTo>
                      <a:pt x="3223" y="4291"/>
                      <a:pt x="3235" y="4281"/>
                      <a:pt x="3240" y="4268"/>
                    </a:cubicBezTo>
                    <a:cubicBezTo>
                      <a:pt x="3246" y="4255"/>
                      <a:pt x="3246" y="4240"/>
                      <a:pt x="3241" y="4227"/>
                    </a:cubicBezTo>
                    <a:cubicBezTo>
                      <a:pt x="3160" y="4035"/>
                      <a:pt x="2972" y="3486"/>
                      <a:pt x="3070" y="3257"/>
                    </a:cubicBezTo>
                    <a:cubicBezTo>
                      <a:pt x="3102" y="3181"/>
                      <a:pt x="3165" y="3055"/>
                      <a:pt x="3238" y="2908"/>
                    </a:cubicBezTo>
                    <a:cubicBezTo>
                      <a:pt x="3449" y="2481"/>
                      <a:pt x="3767" y="1836"/>
                      <a:pt x="3799" y="1521"/>
                    </a:cubicBezTo>
                    <a:cubicBezTo>
                      <a:pt x="3842" y="1103"/>
                      <a:pt x="3333" y="650"/>
                      <a:pt x="3275" y="598"/>
                    </a:cubicBezTo>
                    <a:cubicBezTo>
                      <a:pt x="2973" y="189"/>
                      <a:pt x="2545" y="56"/>
                      <a:pt x="2239" y="16"/>
                    </a:cubicBezTo>
                    <a:cubicBezTo>
                      <a:pt x="2159" y="5"/>
                      <a:pt x="2078" y="0"/>
                      <a:pt x="19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687;p52">
                <a:extLst>
                  <a:ext uri="{FF2B5EF4-FFF2-40B4-BE49-F238E27FC236}">
                    <a16:creationId xmlns:a16="http://schemas.microsoft.com/office/drawing/2014/main" id="{57036B96-4D80-5F47-2CD7-246FEB9E2573}"/>
                  </a:ext>
                </a:extLst>
              </p:cNvPr>
              <p:cNvSpPr/>
              <p:nvPr/>
            </p:nvSpPr>
            <p:spPr>
              <a:xfrm flipH="1">
                <a:off x="952556" y="1729457"/>
                <a:ext cx="398668" cy="512001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4477" extrusionOk="0">
                    <a:moveTo>
                      <a:pt x="1690" y="1"/>
                    </a:moveTo>
                    <a:cubicBezTo>
                      <a:pt x="1299" y="1"/>
                      <a:pt x="929" y="121"/>
                      <a:pt x="712" y="298"/>
                    </a:cubicBezTo>
                    <a:cubicBezTo>
                      <a:pt x="243" y="683"/>
                      <a:pt x="413" y="824"/>
                      <a:pt x="413" y="824"/>
                    </a:cubicBezTo>
                    <a:lnTo>
                      <a:pt x="840" y="1152"/>
                    </a:lnTo>
                    <a:cubicBezTo>
                      <a:pt x="840" y="1152"/>
                      <a:pt x="442" y="1607"/>
                      <a:pt x="499" y="1664"/>
                    </a:cubicBezTo>
                    <a:cubicBezTo>
                      <a:pt x="556" y="1721"/>
                      <a:pt x="868" y="2120"/>
                      <a:pt x="868" y="2120"/>
                    </a:cubicBezTo>
                    <a:lnTo>
                      <a:pt x="841" y="2252"/>
                    </a:lnTo>
                    <a:lnTo>
                      <a:pt x="784" y="2037"/>
                    </a:lnTo>
                    <a:cubicBezTo>
                      <a:pt x="784" y="2037"/>
                      <a:pt x="608" y="2744"/>
                      <a:pt x="574" y="2921"/>
                    </a:cubicBezTo>
                    <a:cubicBezTo>
                      <a:pt x="542" y="3098"/>
                      <a:pt x="542" y="3164"/>
                      <a:pt x="464" y="3186"/>
                    </a:cubicBezTo>
                    <a:cubicBezTo>
                      <a:pt x="459" y="3187"/>
                      <a:pt x="453" y="3188"/>
                      <a:pt x="446" y="3188"/>
                    </a:cubicBezTo>
                    <a:cubicBezTo>
                      <a:pt x="345" y="3188"/>
                      <a:pt x="58" y="3044"/>
                      <a:pt x="58" y="3044"/>
                    </a:cubicBezTo>
                    <a:cubicBezTo>
                      <a:pt x="58" y="3044"/>
                      <a:pt x="55" y="3463"/>
                      <a:pt x="44" y="3639"/>
                    </a:cubicBezTo>
                    <a:cubicBezTo>
                      <a:pt x="33" y="3817"/>
                      <a:pt x="22" y="3960"/>
                      <a:pt x="11" y="4115"/>
                    </a:cubicBezTo>
                    <a:cubicBezTo>
                      <a:pt x="0" y="4255"/>
                      <a:pt x="190" y="4476"/>
                      <a:pt x="430" y="4476"/>
                    </a:cubicBezTo>
                    <a:cubicBezTo>
                      <a:pt x="456" y="4476"/>
                      <a:pt x="482" y="4474"/>
                      <a:pt x="508" y="4468"/>
                    </a:cubicBezTo>
                    <a:cubicBezTo>
                      <a:pt x="784" y="4414"/>
                      <a:pt x="933" y="4268"/>
                      <a:pt x="925" y="4125"/>
                    </a:cubicBezTo>
                    <a:cubicBezTo>
                      <a:pt x="918" y="3983"/>
                      <a:pt x="1016" y="3485"/>
                      <a:pt x="972" y="3385"/>
                    </a:cubicBezTo>
                    <a:cubicBezTo>
                      <a:pt x="928" y="3286"/>
                      <a:pt x="845" y="2792"/>
                      <a:pt x="925" y="2575"/>
                    </a:cubicBezTo>
                    <a:cubicBezTo>
                      <a:pt x="925" y="2575"/>
                      <a:pt x="1111" y="2176"/>
                      <a:pt x="1309" y="2176"/>
                    </a:cubicBezTo>
                    <a:cubicBezTo>
                      <a:pt x="1509" y="2176"/>
                      <a:pt x="1537" y="2717"/>
                      <a:pt x="1480" y="2845"/>
                    </a:cubicBezTo>
                    <a:cubicBezTo>
                      <a:pt x="1424" y="2973"/>
                      <a:pt x="1395" y="3044"/>
                      <a:pt x="1395" y="3044"/>
                    </a:cubicBezTo>
                    <a:cubicBezTo>
                      <a:pt x="1395" y="3044"/>
                      <a:pt x="1395" y="3129"/>
                      <a:pt x="1949" y="3314"/>
                    </a:cubicBezTo>
                    <a:cubicBezTo>
                      <a:pt x="2126" y="3373"/>
                      <a:pt x="2269" y="3393"/>
                      <a:pt x="2383" y="3393"/>
                    </a:cubicBezTo>
                    <a:cubicBezTo>
                      <a:pt x="2537" y="3393"/>
                      <a:pt x="2636" y="3356"/>
                      <a:pt x="2688" y="3329"/>
                    </a:cubicBezTo>
                    <a:cubicBezTo>
                      <a:pt x="2691" y="3275"/>
                      <a:pt x="2701" y="3227"/>
                      <a:pt x="2718" y="3186"/>
                    </a:cubicBezTo>
                    <a:cubicBezTo>
                      <a:pt x="2846" y="2888"/>
                      <a:pt x="3401" y="1877"/>
                      <a:pt x="3443" y="1465"/>
                    </a:cubicBezTo>
                    <a:cubicBezTo>
                      <a:pt x="3486" y="1052"/>
                      <a:pt x="2932" y="583"/>
                      <a:pt x="2932" y="583"/>
                    </a:cubicBezTo>
                    <a:cubicBezTo>
                      <a:pt x="2626" y="162"/>
                      <a:pt x="2143" y="1"/>
                      <a:pt x="16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688;p52">
                <a:extLst>
                  <a:ext uri="{FF2B5EF4-FFF2-40B4-BE49-F238E27FC236}">
                    <a16:creationId xmlns:a16="http://schemas.microsoft.com/office/drawing/2014/main" id="{D4BAD704-3D89-48CD-5376-71A32076C94F}"/>
                  </a:ext>
                </a:extLst>
              </p:cNvPr>
              <p:cNvSpPr/>
              <p:nvPr/>
            </p:nvSpPr>
            <p:spPr>
              <a:xfrm flipH="1">
                <a:off x="946609" y="1723625"/>
                <a:ext cx="409990" cy="523780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4580" extrusionOk="0">
                    <a:moveTo>
                      <a:pt x="1735" y="103"/>
                    </a:moveTo>
                    <a:cubicBezTo>
                      <a:pt x="1812" y="103"/>
                      <a:pt x="1890" y="108"/>
                      <a:pt x="1967" y="118"/>
                    </a:cubicBezTo>
                    <a:cubicBezTo>
                      <a:pt x="2256" y="155"/>
                      <a:pt x="2658" y="280"/>
                      <a:pt x="2937" y="664"/>
                    </a:cubicBezTo>
                    <a:cubicBezTo>
                      <a:pt x="2939" y="668"/>
                      <a:pt x="2942" y="671"/>
                      <a:pt x="2945" y="673"/>
                    </a:cubicBezTo>
                    <a:cubicBezTo>
                      <a:pt x="2950" y="678"/>
                      <a:pt x="3478" y="1129"/>
                      <a:pt x="3440" y="1510"/>
                    </a:cubicBezTo>
                    <a:cubicBezTo>
                      <a:pt x="3409" y="1807"/>
                      <a:pt x="3095" y="2442"/>
                      <a:pt x="2888" y="2863"/>
                    </a:cubicBezTo>
                    <a:cubicBezTo>
                      <a:pt x="2814" y="3011"/>
                      <a:pt x="2751" y="3138"/>
                      <a:pt x="2717" y="3217"/>
                    </a:cubicBezTo>
                    <a:cubicBezTo>
                      <a:pt x="2703" y="3254"/>
                      <a:pt x="2692" y="3296"/>
                      <a:pt x="2687" y="3346"/>
                    </a:cubicBezTo>
                    <a:cubicBezTo>
                      <a:pt x="2637" y="3367"/>
                      <a:pt x="2552" y="3393"/>
                      <a:pt x="2428" y="3393"/>
                    </a:cubicBezTo>
                    <a:cubicBezTo>
                      <a:pt x="2321" y="3393"/>
                      <a:pt x="2183" y="3374"/>
                      <a:pt x="2013" y="3317"/>
                    </a:cubicBezTo>
                    <a:cubicBezTo>
                      <a:pt x="1639" y="3192"/>
                      <a:pt x="1529" y="3116"/>
                      <a:pt x="1500" y="3089"/>
                    </a:cubicBezTo>
                    <a:cubicBezTo>
                      <a:pt x="1513" y="3058"/>
                      <a:pt x="1538" y="3000"/>
                      <a:pt x="1574" y="2917"/>
                    </a:cubicBezTo>
                    <a:cubicBezTo>
                      <a:pt x="1627" y="2798"/>
                      <a:pt x="1615" y="2434"/>
                      <a:pt x="1509" y="2270"/>
                    </a:cubicBezTo>
                    <a:cubicBezTo>
                      <a:pt x="1458" y="2193"/>
                      <a:pt x="1398" y="2176"/>
                      <a:pt x="1356" y="2176"/>
                    </a:cubicBezTo>
                    <a:cubicBezTo>
                      <a:pt x="1132" y="2176"/>
                      <a:pt x="946" y="2560"/>
                      <a:pt x="925" y="2608"/>
                    </a:cubicBezTo>
                    <a:cubicBezTo>
                      <a:pt x="837" y="2844"/>
                      <a:pt x="925" y="3349"/>
                      <a:pt x="973" y="3457"/>
                    </a:cubicBezTo>
                    <a:cubicBezTo>
                      <a:pt x="993" y="3503"/>
                      <a:pt x="966" y="3727"/>
                      <a:pt x="948" y="3874"/>
                    </a:cubicBezTo>
                    <a:cubicBezTo>
                      <a:pt x="931" y="4004"/>
                      <a:pt x="917" y="4117"/>
                      <a:pt x="922" y="4179"/>
                    </a:cubicBezTo>
                    <a:cubicBezTo>
                      <a:pt x="928" y="4304"/>
                      <a:pt x="774" y="4424"/>
                      <a:pt x="545" y="4469"/>
                    </a:cubicBezTo>
                    <a:cubicBezTo>
                      <a:pt x="523" y="4474"/>
                      <a:pt x="500" y="4476"/>
                      <a:pt x="477" y="4476"/>
                    </a:cubicBezTo>
                    <a:cubicBezTo>
                      <a:pt x="387" y="4476"/>
                      <a:pt x="297" y="4440"/>
                      <a:pt x="223" y="4375"/>
                    </a:cubicBezTo>
                    <a:cubicBezTo>
                      <a:pt x="151" y="4312"/>
                      <a:pt x="105" y="4228"/>
                      <a:pt x="109" y="4170"/>
                    </a:cubicBezTo>
                    <a:lnTo>
                      <a:pt x="117" y="4065"/>
                    </a:lnTo>
                    <a:cubicBezTo>
                      <a:pt x="125" y="3947"/>
                      <a:pt x="133" y="3831"/>
                      <a:pt x="142" y="3693"/>
                    </a:cubicBezTo>
                    <a:cubicBezTo>
                      <a:pt x="150" y="3563"/>
                      <a:pt x="154" y="3307"/>
                      <a:pt x="155" y="3177"/>
                    </a:cubicBezTo>
                    <a:cubicBezTo>
                      <a:pt x="262" y="3226"/>
                      <a:pt x="415" y="3291"/>
                      <a:pt x="497" y="3291"/>
                    </a:cubicBezTo>
                    <a:cubicBezTo>
                      <a:pt x="508" y="3291"/>
                      <a:pt x="517" y="3290"/>
                      <a:pt x="525" y="3287"/>
                    </a:cubicBezTo>
                    <a:cubicBezTo>
                      <a:pt x="623" y="3259"/>
                      <a:pt x="637" y="3179"/>
                      <a:pt x="660" y="3048"/>
                    </a:cubicBezTo>
                    <a:lnTo>
                      <a:pt x="672" y="2982"/>
                    </a:lnTo>
                    <a:cubicBezTo>
                      <a:pt x="694" y="2866"/>
                      <a:pt x="778" y="2519"/>
                      <a:pt x="833" y="2295"/>
                    </a:cubicBezTo>
                    <a:lnTo>
                      <a:pt x="839" y="2316"/>
                    </a:lnTo>
                    <a:cubicBezTo>
                      <a:pt x="845" y="2339"/>
                      <a:pt x="864" y="2354"/>
                      <a:pt x="887" y="2354"/>
                    </a:cubicBezTo>
                    <a:cubicBezTo>
                      <a:pt x="888" y="2354"/>
                      <a:pt x="888" y="2354"/>
                      <a:pt x="889" y="2354"/>
                    </a:cubicBezTo>
                    <a:cubicBezTo>
                      <a:pt x="913" y="2354"/>
                      <a:pt x="933" y="2336"/>
                      <a:pt x="938" y="2313"/>
                    </a:cubicBezTo>
                    <a:lnTo>
                      <a:pt x="966" y="2181"/>
                    </a:lnTo>
                    <a:cubicBezTo>
                      <a:pt x="969" y="2166"/>
                      <a:pt x="966" y="2151"/>
                      <a:pt x="956" y="2139"/>
                    </a:cubicBezTo>
                    <a:cubicBezTo>
                      <a:pt x="944" y="2123"/>
                      <a:pt x="671" y="1776"/>
                      <a:pt x="593" y="1691"/>
                    </a:cubicBezTo>
                    <a:cubicBezTo>
                      <a:pt x="611" y="1626"/>
                      <a:pt x="775" y="1410"/>
                      <a:pt x="926" y="1236"/>
                    </a:cubicBezTo>
                    <a:cubicBezTo>
                      <a:pt x="935" y="1226"/>
                      <a:pt x="939" y="1212"/>
                      <a:pt x="938" y="1198"/>
                    </a:cubicBezTo>
                    <a:cubicBezTo>
                      <a:pt x="936" y="1184"/>
                      <a:pt x="930" y="1171"/>
                      <a:pt x="919" y="1162"/>
                    </a:cubicBezTo>
                    <a:lnTo>
                      <a:pt x="494" y="838"/>
                    </a:lnTo>
                    <a:cubicBezTo>
                      <a:pt x="494" y="838"/>
                      <a:pt x="480" y="822"/>
                      <a:pt x="482" y="786"/>
                    </a:cubicBezTo>
                    <a:cubicBezTo>
                      <a:pt x="485" y="730"/>
                      <a:pt x="529" y="605"/>
                      <a:pt x="792" y="389"/>
                    </a:cubicBezTo>
                    <a:cubicBezTo>
                      <a:pt x="1012" y="209"/>
                      <a:pt x="1371" y="103"/>
                      <a:pt x="1735" y="103"/>
                    </a:cubicBezTo>
                    <a:close/>
                    <a:moveTo>
                      <a:pt x="1738" y="0"/>
                    </a:moveTo>
                    <a:cubicBezTo>
                      <a:pt x="1350" y="0"/>
                      <a:pt x="964" y="115"/>
                      <a:pt x="726" y="310"/>
                    </a:cubicBezTo>
                    <a:cubicBezTo>
                      <a:pt x="497" y="499"/>
                      <a:pt x="379" y="660"/>
                      <a:pt x="379" y="791"/>
                    </a:cubicBezTo>
                    <a:cubicBezTo>
                      <a:pt x="378" y="872"/>
                      <a:pt x="422" y="911"/>
                      <a:pt x="428" y="916"/>
                    </a:cubicBezTo>
                    <a:lnTo>
                      <a:pt x="812" y="1210"/>
                    </a:lnTo>
                    <a:cubicBezTo>
                      <a:pt x="422" y="1665"/>
                      <a:pt x="481" y="1722"/>
                      <a:pt x="509" y="1752"/>
                    </a:cubicBezTo>
                    <a:cubicBezTo>
                      <a:pt x="542" y="1784"/>
                      <a:pt x="676" y="1951"/>
                      <a:pt x="780" y="2082"/>
                    </a:cubicBezTo>
                    <a:cubicBezTo>
                      <a:pt x="761" y="2160"/>
                      <a:pt x="603" y="2794"/>
                      <a:pt x="571" y="2963"/>
                    </a:cubicBezTo>
                    <a:lnTo>
                      <a:pt x="558" y="3030"/>
                    </a:lnTo>
                    <a:cubicBezTo>
                      <a:pt x="535" y="3161"/>
                      <a:pt x="529" y="3179"/>
                      <a:pt x="498" y="3188"/>
                    </a:cubicBezTo>
                    <a:cubicBezTo>
                      <a:pt x="496" y="3188"/>
                      <a:pt x="493" y="3188"/>
                      <a:pt x="491" y="3188"/>
                    </a:cubicBezTo>
                    <a:cubicBezTo>
                      <a:pt x="439" y="3188"/>
                      <a:pt x="266" y="3119"/>
                      <a:pt x="127" y="3049"/>
                    </a:cubicBezTo>
                    <a:cubicBezTo>
                      <a:pt x="120" y="3046"/>
                      <a:pt x="112" y="3044"/>
                      <a:pt x="104" y="3044"/>
                    </a:cubicBezTo>
                    <a:cubicBezTo>
                      <a:pt x="95" y="3044"/>
                      <a:pt x="86" y="3046"/>
                      <a:pt x="78" y="3051"/>
                    </a:cubicBezTo>
                    <a:cubicBezTo>
                      <a:pt x="62" y="3061"/>
                      <a:pt x="54" y="3077"/>
                      <a:pt x="54" y="3095"/>
                    </a:cubicBezTo>
                    <a:cubicBezTo>
                      <a:pt x="54" y="3099"/>
                      <a:pt x="51" y="3514"/>
                      <a:pt x="40" y="3687"/>
                    </a:cubicBezTo>
                    <a:cubicBezTo>
                      <a:pt x="31" y="3825"/>
                      <a:pt x="22" y="3941"/>
                      <a:pt x="14" y="4059"/>
                    </a:cubicBezTo>
                    <a:lnTo>
                      <a:pt x="6" y="4163"/>
                    </a:lnTo>
                    <a:cubicBezTo>
                      <a:pt x="0" y="4255"/>
                      <a:pt x="57" y="4365"/>
                      <a:pt x="154" y="4451"/>
                    </a:cubicBezTo>
                    <a:cubicBezTo>
                      <a:pt x="249" y="4534"/>
                      <a:pt x="363" y="4579"/>
                      <a:pt x="478" y="4579"/>
                    </a:cubicBezTo>
                    <a:cubicBezTo>
                      <a:pt x="507" y="4579"/>
                      <a:pt x="536" y="4576"/>
                      <a:pt x="565" y="4570"/>
                    </a:cubicBezTo>
                    <a:cubicBezTo>
                      <a:pt x="849" y="4513"/>
                      <a:pt x="1034" y="4354"/>
                      <a:pt x="1023" y="4173"/>
                    </a:cubicBezTo>
                    <a:cubicBezTo>
                      <a:pt x="1020" y="4121"/>
                      <a:pt x="1035" y="4007"/>
                      <a:pt x="1050" y="3887"/>
                    </a:cubicBezTo>
                    <a:cubicBezTo>
                      <a:pt x="1080" y="3639"/>
                      <a:pt x="1096" y="3484"/>
                      <a:pt x="1066" y="3415"/>
                    </a:cubicBezTo>
                    <a:cubicBezTo>
                      <a:pt x="1023" y="3319"/>
                      <a:pt x="948" y="2840"/>
                      <a:pt x="1018" y="2647"/>
                    </a:cubicBezTo>
                    <a:cubicBezTo>
                      <a:pt x="1085" y="2504"/>
                      <a:pt x="1235" y="2279"/>
                      <a:pt x="1356" y="2279"/>
                    </a:cubicBezTo>
                    <a:cubicBezTo>
                      <a:pt x="1365" y="2279"/>
                      <a:pt x="1392" y="2279"/>
                      <a:pt x="1422" y="2327"/>
                    </a:cubicBezTo>
                    <a:cubicBezTo>
                      <a:pt x="1510" y="2460"/>
                      <a:pt x="1517" y="2792"/>
                      <a:pt x="1480" y="2875"/>
                    </a:cubicBezTo>
                    <a:cubicBezTo>
                      <a:pt x="1422" y="3004"/>
                      <a:pt x="1394" y="3076"/>
                      <a:pt x="1394" y="3076"/>
                    </a:cubicBezTo>
                    <a:cubicBezTo>
                      <a:pt x="1392" y="3083"/>
                      <a:pt x="1391" y="3089"/>
                      <a:pt x="1391" y="3095"/>
                    </a:cubicBezTo>
                    <a:cubicBezTo>
                      <a:pt x="1391" y="3176"/>
                      <a:pt x="1589" y="3284"/>
                      <a:pt x="1981" y="3414"/>
                    </a:cubicBezTo>
                    <a:cubicBezTo>
                      <a:pt x="2162" y="3475"/>
                      <a:pt x="2310" y="3496"/>
                      <a:pt x="2429" y="3496"/>
                    </a:cubicBezTo>
                    <a:cubicBezTo>
                      <a:pt x="2589" y="3496"/>
                      <a:pt x="2696" y="3457"/>
                      <a:pt x="2758" y="3425"/>
                    </a:cubicBezTo>
                    <a:cubicBezTo>
                      <a:pt x="2774" y="3416"/>
                      <a:pt x="2785" y="3401"/>
                      <a:pt x="2786" y="3383"/>
                    </a:cubicBezTo>
                    <a:cubicBezTo>
                      <a:pt x="2790" y="3331"/>
                      <a:pt x="2798" y="3289"/>
                      <a:pt x="2812" y="3258"/>
                    </a:cubicBezTo>
                    <a:cubicBezTo>
                      <a:pt x="2844" y="3181"/>
                      <a:pt x="2907" y="3055"/>
                      <a:pt x="2979" y="2908"/>
                    </a:cubicBezTo>
                    <a:cubicBezTo>
                      <a:pt x="3190" y="2482"/>
                      <a:pt x="3509" y="1837"/>
                      <a:pt x="3541" y="1521"/>
                    </a:cubicBezTo>
                    <a:cubicBezTo>
                      <a:pt x="3584" y="1103"/>
                      <a:pt x="3075" y="650"/>
                      <a:pt x="3017" y="599"/>
                    </a:cubicBezTo>
                    <a:cubicBezTo>
                      <a:pt x="2715" y="189"/>
                      <a:pt x="2287" y="56"/>
                      <a:pt x="1981" y="16"/>
                    </a:cubicBezTo>
                    <a:cubicBezTo>
                      <a:pt x="1901" y="5"/>
                      <a:pt x="1819" y="0"/>
                      <a:pt x="1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1689;p52">
                <a:extLst>
                  <a:ext uri="{FF2B5EF4-FFF2-40B4-BE49-F238E27FC236}">
                    <a16:creationId xmlns:a16="http://schemas.microsoft.com/office/drawing/2014/main" id="{5FA3868A-41B7-0CC8-7621-15597BB9CCE0}"/>
                  </a:ext>
                </a:extLst>
              </p:cNvPr>
              <p:cNvSpPr/>
              <p:nvPr/>
            </p:nvSpPr>
            <p:spPr>
              <a:xfrm flipH="1">
                <a:off x="1184826" y="2071633"/>
                <a:ext cx="62442" cy="40370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53" extrusionOk="0">
                    <a:moveTo>
                      <a:pt x="486" y="1"/>
                    </a:moveTo>
                    <a:cubicBezTo>
                      <a:pt x="469" y="1"/>
                      <a:pt x="453" y="9"/>
                      <a:pt x="443" y="24"/>
                    </a:cubicBezTo>
                    <a:cubicBezTo>
                      <a:pt x="410" y="75"/>
                      <a:pt x="306" y="216"/>
                      <a:pt x="226" y="245"/>
                    </a:cubicBezTo>
                    <a:cubicBezTo>
                      <a:pt x="219" y="248"/>
                      <a:pt x="212" y="249"/>
                      <a:pt x="206" y="249"/>
                    </a:cubicBezTo>
                    <a:cubicBezTo>
                      <a:pt x="149" y="249"/>
                      <a:pt x="106" y="159"/>
                      <a:pt x="105" y="158"/>
                    </a:cubicBezTo>
                    <a:cubicBezTo>
                      <a:pt x="97" y="140"/>
                      <a:pt x="78" y="129"/>
                      <a:pt x="59" y="129"/>
                    </a:cubicBezTo>
                    <a:cubicBezTo>
                      <a:pt x="52" y="129"/>
                      <a:pt x="45" y="130"/>
                      <a:pt x="38" y="133"/>
                    </a:cubicBezTo>
                    <a:cubicBezTo>
                      <a:pt x="12" y="146"/>
                      <a:pt x="0" y="176"/>
                      <a:pt x="13" y="201"/>
                    </a:cubicBezTo>
                    <a:cubicBezTo>
                      <a:pt x="39" y="260"/>
                      <a:pt x="108" y="352"/>
                      <a:pt x="205" y="352"/>
                    </a:cubicBezTo>
                    <a:cubicBezTo>
                      <a:pt x="223" y="352"/>
                      <a:pt x="242" y="349"/>
                      <a:pt x="263" y="342"/>
                    </a:cubicBezTo>
                    <a:cubicBezTo>
                      <a:pt x="389" y="295"/>
                      <a:pt x="515" y="102"/>
                      <a:pt x="529" y="79"/>
                    </a:cubicBezTo>
                    <a:cubicBezTo>
                      <a:pt x="545" y="56"/>
                      <a:pt x="538" y="24"/>
                      <a:pt x="514" y="9"/>
                    </a:cubicBezTo>
                    <a:cubicBezTo>
                      <a:pt x="505" y="3"/>
                      <a:pt x="495" y="1"/>
                      <a:pt x="4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1690;p52">
                <a:extLst>
                  <a:ext uri="{FF2B5EF4-FFF2-40B4-BE49-F238E27FC236}">
                    <a16:creationId xmlns:a16="http://schemas.microsoft.com/office/drawing/2014/main" id="{6044392C-9515-0017-E957-4D9761544110}"/>
                  </a:ext>
                </a:extLst>
              </p:cNvPr>
              <p:cNvSpPr/>
              <p:nvPr/>
            </p:nvSpPr>
            <p:spPr>
              <a:xfrm flipH="1">
                <a:off x="1318630" y="1952237"/>
                <a:ext cx="13037" cy="424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371" extrusionOk="0">
                    <a:moveTo>
                      <a:pt x="57" y="0"/>
                    </a:moveTo>
                    <a:cubicBezTo>
                      <a:pt x="26" y="0"/>
                      <a:pt x="0" y="83"/>
                      <a:pt x="0" y="185"/>
                    </a:cubicBezTo>
                    <a:cubicBezTo>
                      <a:pt x="0" y="288"/>
                      <a:pt x="26" y="371"/>
                      <a:pt x="57" y="371"/>
                    </a:cubicBezTo>
                    <a:cubicBezTo>
                      <a:pt x="89" y="371"/>
                      <a:pt x="114" y="288"/>
                      <a:pt x="114" y="185"/>
                    </a:cubicBezTo>
                    <a:cubicBezTo>
                      <a:pt x="114" y="83"/>
                      <a:pt x="89" y="0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1691;p52">
                <a:extLst>
                  <a:ext uri="{FF2B5EF4-FFF2-40B4-BE49-F238E27FC236}">
                    <a16:creationId xmlns:a16="http://schemas.microsoft.com/office/drawing/2014/main" id="{8DB17B44-0A29-F1BF-DB46-CBAF4973E7EF}"/>
                  </a:ext>
                </a:extLst>
              </p:cNvPr>
              <p:cNvSpPr/>
              <p:nvPr/>
            </p:nvSpPr>
            <p:spPr>
              <a:xfrm flipH="1">
                <a:off x="1304792" y="1927535"/>
                <a:ext cx="36710" cy="25732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25" extrusionOk="0">
                    <a:moveTo>
                      <a:pt x="162" y="1"/>
                    </a:moveTo>
                    <a:cubicBezTo>
                      <a:pt x="127" y="1"/>
                      <a:pt x="86" y="9"/>
                      <a:pt x="40" y="26"/>
                    </a:cubicBezTo>
                    <a:cubicBezTo>
                      <a:pt x="13" y="36"/>
                      <a:pt x="0" y="66"/>
                      <a:pt x="10" y="93"/>
                    </a:cubicBezTo>
                    <a:cubicBezTo>
                      <a:pt x="18" y="113"/>
                      <a:pt x="37" y="126"/>
                      <a:pt x="58" y="126"/>
                    </a:cubicBezTo>
                    <a:cubicBezTo>
                      <a:pt x="64" y="126"/>
                      <a:pt x="70" y="124"/>
                      <a:pt x="76" y="122"/>
                    </a:cubicBezTo>
                    <a:cubicBezTo>
                      <a:pt x="115" y="108"/>
                      <a:pt x="141" y="103"/>
                      <a:pt x="159" y="103"/>
                    </a:cubicBezTo>
                    <a:cubicBezTo>
                      <a:pt x="180" y="103"/>
                      <a:pt x="189" y="109"/>
                      <a:pt x="192" y="111"/>
                    </a:cubicBezTo>
                    <a:cubicBezTo>
                      <a:pt x="207" y="123"/>
                      <a:pt x="208" y="153"/>
                      <a:pt x="206" y="166"/>
                    </a:cubicBezTo>
                    <a:cubicBezTo>
                      <a:pt x="202" y="194"/>
                      <a:pt x="222" y="221"/>
                      <a:pt x="249" y="225"/>
                    </a:cubicBezTo>
                    <a:lnTo>
                      <a:pt x="258" y="225"/>
                    </a:lnTo>
                    <a:cubicBezTo>
                      <a:pt x="282" y="225"/>
                      <a:pt x="304" y="207"/>
                      <a:pt x="308" y="182"/>
                    </a:cubicBezTo>
                    <a:cubicBezTo>
                      <a:pt x="309" y="171"/>
                      <a:pt x="320" y="83"/>
                      <a:pt x="258" y="32"/>
                    </a:cubicBezTo>
                    <a:cubicBezTo>
                      <a:pt x="232" y="11"/>
                      <a:pt x="200" y="1"/>
                      <a:pt x="1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1692;p52">
                <a:extLst>
                  <a:ext uri="{FF2B5EF4-FFF2-40B4-BE49-F238E27FC236}">
                    <a16:creationId xmlns:a16="http://schemas.microsoft.com/office/drawing/2014/main" id="{C14CD79F-FF8C-5F23-BC98-517716A2AE9C}"/>
                  </a:ext>
                </a:extLst>
              </p:cNvPr>
              <p:cNvSpPr/>
              <p:nvPr/>
            </p:nvSpPr>
            <p:spPr>
              <a:xfrm flipH="1">
                <a:off x="1296558" y="2105599"/>
                <a:ext cx="37625" cy="24931"/>
              </a:xfrm>
              <a:custGeom>
                <a:avLst/>
                <a:gdLst/>
                <a:ahLst/>
                <a:cxnLst/>
                <a:rect l="l" t="t" r="r" b="b"/>
                <a:pathLst>
                  <a:path w="329" h="218" extrusionOk="0">
                    <a:moveTo>
                      <a:pt x="270" y="1"/>
                    </a:moveTo>
                    <a:cubicBezTo>
                      <a:pt x="256" y="1"/>
                      <a:pt x="241" y="7"/>
                      <a:pt x="230" y="20"/>
                    </a:cubicBezTo>
                    <a:cubicBezTo>
                      <a:pt x="197" y="62"/>
                      <a:pt x="98" y="102"/>
                      <a:pt x="43" y="116"/>
                    </a:cubicBezTo>
                    <a:cubicBezTo>
                      <a:pt x="16" y="124"/>
                      <a:pt x="0" y="152"/>
                      <a:pt x="8" y="179"/>
                    </a:cubicBezTo>
                    <a:cubicBezTo>
                      <a:pt x="14" y="202"/>
                      <a:pt x="35" y="217"/>
                      <a:pt x="57" y="217"/>
                    </a:cubicBezTo>
                    <a:cubicBezTo>
                      <a:pt x="62" y="217"/>
                      <a:pt x="67" y="217"/>
                      <a:pt x="71" y="216"/>
                    </a:cubicBezTo>
                    <a:cubicBezTo>
                      <a:pt x="89" y="211"/>
                      <a:pt x="245" y="166"/>
                      <a:pt x="311" y="84"/>
                    </a:cubicBezTo>
                    <a:cubicBezTo>
                      <a:pt x="329" y="62"/>
                      <a:pt x="325" y="30"/>
                      <a:pt x="303" y="12"/>
                    </a:cubicBezTo>
                    <a:cubicBezTo>
                      <a:pt x="293" y="5"/>
                      <a:pt x="282" y="1"/>
                      <a:pt x="2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1693;p52">
                <a:extLst>
                  <a:ext uri="{FF2B5EF4-FFF2-40B4-BE49-F238E27FC236}">
                    <a16:creationId xmlns:a16="http://schemas.microsoft.com/office/drawing/2014/main" id="{A0F08A6E-BD15-7455-4D71-3DF6C01C7B76}"/>
                  </a:ext>
                </a:extLst>
              </p:cNvPr>
              <p:cNvSpPr/>
              <p:nvPr/>
            </p:nvSpPr>
            <p:spPr>
              <a:xfrm flipH="1">
                <a:off x="1469588" y="2540637"/>
                <a:ext cx="453790" cy="288765"/>
              </a:xfrm>
              <a:custGeom>
                <a:avLst/>
                <a:gdLst/>
                <a:ahLst/>
                <a:cxnLst/>
                <a:rect l="l" t="t" r="r" b="b"/>
                <a:pathLst>
                  <a:path w="3968" h="2525" extrusionOk="0">
                    <a:moveTo>
                      <a:pt x="0" y="0"/>
                    </a:moveTo>
                    <a:lnTo>
                      <a:pt x="747" y="2525"/>
                    </a:lnTo>
                    <a:lnTo>
                      <a:pt x="3967" y="2525"/>
                    </a:lnTo>
                    <a:lnTo>
                      <a:pt x="322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1694;p52">
                <a:extLst>
                  <a:ext uri="{FF2B5EF4-FFF2-40B4-BE49-F238E27FC236}">
                    <a16:creationId xmlns:a16="http://schemas.microsoft.com/office/drawing/2014/main" id="{A09F3F3D-F031-FA5E-F99B-4738479CAA00}"/>
                  </a:ext>
                </a:extLst>
              </p:cNvPr>
              <p:cNvSpPr/>
              <p:nvPr/>
            </p:nvSpPr>
            <p:spPr>
              <a:xfrm flipH="1">
                <a:off x="1463527" y="2534805"/>
                <a:ext cx="466027" cy="300545"/>
              </a:xfrm>
              <a:custGeom>
                <a:avLst/>
                <a:gdLst/>
                <a:ahLst/>
                <a:cxnLst/>
                <a:rect l="l" t="t" r="r" b="b"/>
                <a:pathLst>
                  <a:path w="4075" h="2628" extrusionOk="0">
                    <a:moveTo>
                      <a:pt x="3235" y="103"/>
                    </a:moveTo>
                    <a:lnTo>
                      <a:pt x="3952" y="2524"/>
                    </a:lnTo>
                    <a:lnTo>
                      <a:pt x="839" y="2524"/>
                    </a:lnTo>
                    <a:lnTo>
                      <a:pt x="123" y="103"/>
                    </a:lnTo>
                    <a:close/>
                    <a:moveTo>
                      <a:pt x="54" y="0"/>
                    </a:moveTo>
                    <a:cubicBezTo>
                      <a:pt x="38" y="0"/>
                      <a:pt x="23" y="8"/>
                      <a:pt x="13" y="21"/>
                    </a:cubicBezTo>
                    <a:cubicBezTo>
                      <a:pt x="4" y="35"/>
                      <a:pt x="0" y="51"/>
                      <a:pt x="5" y="66"/>
                    </a:cubicBezTo>
                    <a:lnTo>
                      <a:pt x="752" y="2590"/>
                    </a:lnTo>
                    <a:cubicBezTo>
                      <a:pt x="758" y="2611"/>
                      <a:pt x="778" y="2627"/>
                      <a:pt x="801" y="2627"/>
                    </a:cubicBezTo>
                    <a:lnTo>
                      <a:pt x="4021" y="2627"/>
                    </a:lnTo>
                    <a:cubicBezTo>
                      <a:pt x="4037" y="2627"/>
                      <a:pt x="4053" y="2619"/>
                      <a:pt x="4062" y="2606"/>
                    </a:cubicBezTo>
                    <a:cubicBezTo>
                      <a:pt x="4072" y="2593"/>
                      <a:pt x="4075" y="2576"/>
                      <a:pt x="4071" y="2561"/>
                    </a:cubicBezTo>
                    <a:lnTo>
                      <a:pt x="3323" y="37"/>
                    </a:lnTo>
                    <a:cubicBezTo>
                      <a:pt x="3317" y="16"/>
                      <a:pt x="3297" y="0"/>
                      <a:pt x="32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1695;p52">
                <a:extLst>
                  <a:ext uri="{FF2B5EF4-FFF2-40B4-BE49-F238E27FC236}">
                    <a16:creationId xmlns:a16="http://schemas.microsoft.com/office/drawing/2014/main" id="{410C0353-E42F-4399-6447-3B91EE5981B8}"/>
                  </a:ext>
                </a:extLst>
              </p:cNvPr>
              <p:cNvSpPr/>
              <p:nvPr/>
            </p:nvSpPr>
            <p:spPr>
              <a:xfrm flipH="1">
                <a:off x="1495777" y="2557334"/>
                <a:ext cx="401527" cy="255371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233" extrusionOk="0">
                    <a:moveTo>
                      <a:pt x="1" y="0"/>
                    </a:moveTo>
                    <a:lnTo>
                      <a:pt x="662" y="2233"/>
                    </a:lnTo>
                    <a:lnTo>
                      <a:pt x="3511" y="2233"/>
                    </a:lnTo>
                    <a:lnTo>
                      <a:pt x="28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1696;p52">
                <a:extLst>
                  <a:ext uri="{FF2B5EF4-FFF2-40B4-BE49-F238E27FC236}">
                    <a16:creationId xmlns:a16="http://schemas.microsoft.com/office/drawing/2014/main" id="{90D6FD41-E914-2F97-CA1D-DC386A295E04}"/>
                  </a:ext>
                </a:extLst>
              </p:cNvPr>
              <p:cNvSpPr/>
              <p:nvPr/>
            </p:nvSpPr>
            <p:spPr>
              <a:xfrm flipH="1">
                <a:off x="1489601" y="2551387"/>
                <a:ext cx="413764" cy="267265"/>
              </a:xfrm>
              <a:custGeom>
                <a:avLst/>
                <a:gdLst/>
                <a:ahLst/>
                <a:cxnLst/>
                <a:rect l="l" t="t" r="r" b="b"/>
                <a:pathLst>
                  <a:path w="3618" h="2337" extrusionOk="0">
                    <a:moveTo>
                      <a:pt x="2865" y="104"/>
                    </a:moveTo>
                    <a:lnTo>
                      <a:pt x="3494" y="2233"/>
                    </a:lnTo>
                    <a:lnTo>
                      <a:pt x="753" y="2233"/>
                    </a:lnTo>
                    <a:lnTo>
                      <a:pt x="123" y="104"/>
                    </a:lnTo>
                    <a:close/>
                    <a:moveTo>
                      <a:pt x="54" y="1"/>
                    </a:moveTo>
                    <a:cubicBezTo>
                      <a:pt x="38" y="1"/>
                      <a:pt x="22" y="8"/>
                      <a:pt x="13" y="22"/>
                    </a:cubicBezTo>
                    <a:cubicBezTo>
                      <a:pt x="3" y="35"/>
                      <a:pt x="0" y="51"/>
                      <a:pt x="4" y="67"/>
                    </a:cubicBezTo>
                    <a:lnTo>
                      <a:pt x="666" y="2300"/>
                    </a:lnTo>
                    <a:cubicBezTo>
                      <a:pt x="672" y="2322"/>
                      <a:pt x="692" y="2336"/>
                      <a:pt x="715" y="2336"/>
                    </a:cubicBezTo>
                    <a:lnTo>
                      <a:pt x="3564" y="2336"/>
                    </a:lnTo>
                    <a:cubicBezTo>
                      <a:pt x="3579" y="2336"/>
                      <a:pt x="3595" y="2329"/>
                      <a:pt x="3605" y="2315"/>
                    </a:cubicBezTo>
                    <a:cubicBezTo>
                      <a:pt x="3614" y="2303"/>
                      <a:pt x="3617" y="2286"/>
                      <a:pt x="3613" y="2270"/>
                    </a:cubicBezTo>
                    <a:lnTo>
                      <a:pt x="2952" y="38"/>
                    </a:lnTo>
                    <a:cubicBezTo>
                      <a:pt x="2945" y="16"/>
                      <a:pt x="2925" y="1"/>
                      <a:pt x="29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1697;p52">
                <a:extLst>
                  <a:ext uri="{FF2B5EF4-FFF2-40B4-BE49-F238E27FC236}">
                    <a16:creationId xmlns:a16="http://schemas.microsoft.com/office/drawing/2014/main" id="{3E2D67AF-278F-886B-847B-E28136BBF625}"/>
                  </a:ext>
                </a:extLst>
              </p:cNvPr>
              <p:cNvSpPr/>
              <p:nvPr/>
            </p:nvSpPr>
            <p:spPr>
              <a:xfrm flipH="1">
                <a:off x="1385760" y="2832264"/>
                <a:ext cx="449559" cy="19556"/>
              </a:xfrm>
              <a:custGeom>
                <a:avLst/>
                <a:gdLst/>
                <a:ahLst/>
                <a:cxnLst/>
                <a:rect l="l" t="t" r="r" b="b"/>
                <a:pathLst>
                  <a:path w="3931" h="171" extrusionOk="0">
                    <a:moveTo>
                      <a:pt x="0" y="1"/>
                    </a:moveTo>
                    <a:lnTo>
                      <a:pt x="0" y="171"/>
                    </a:lnTo>
                    <a:lnTo>
                      <a:pt x="3930" y="171"/>
                    </a:lnTo>
                    <a:lnTo>
                      <a:pt x="39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1698;p52">
                <a:extLst>
                  <a:ext uri="{FF2B5EF4-FFF2-40B4-BE49-F238E27FC236}">
                    <a16:creationId xmlns:a16="http://schemas.microsoft.com/office/drawing/2014/main" id="{55071B4A-34F3-7F72-BAC4-F1BD6217E956}"/>
                  </a:ext>
                </a:extLst>
              </p:cNvPr>
              <p:cNvSpPr/>
              <p:nvPr/>
            </p:nvSpPr>
            <p:spPr>
              <a:xfrm flipH="1">
                <a:off x="1379928" y="2826432"/>
                <a:ext cx="461338" cy="31335"/>
              </a:xfrm>
              <a:custGeom>
                <a:avLst/>
                <a:gdLst/>
                <a:ahLst/>
                <a:cxnLst/>
                <a:rect l="l" t="t" r="r" b="b"/>
                <a:pathLst>
                  <a:path w="4034" h="274" extrusionOk="0">
                    <a:moveTo>
                      <a:pt x="3931" y="103"/>
                    </a:moveTo>
                    <a:lnTo>
                      <a:pt x="3931" y="172"/>
                    </a:lnTo>
                    <a:lnTo>
                      <a:pt x="104" y="172"/>
                    </a:lnTo>
                    <a:lnTo>
                      <a:pt x="104" y="103"/>
                    </a:lnTo>
                    <a:close/>
                    <a:moveTo>
                      <a:pt x="52" y="1"/>
                    </a:moveTo>
                    <a:cubicBezTo>
                      <a:pt x="24" y="1"/>
                      <a:pt x="1" y="24"/>
                      <a:pt x="1" y="52"/>
                    </a:cubicBezTo>
                    <a:lnTo>
                      <a:pt x="1" y="222"/>
                    </a:lnTo>
                    <a:cubicBezTo>
                      <a:pt x="1" y="250"/>
                      <a:pt x="24" y="273"/>
                      <a:pt x="52" y="273"/>
                    </a:cubicBezTo>
                    <a:lnTo>
                      <a:pt x="3982" y="273"/>
                    </a:lnTo>
                    <a:cubicBezTo>
                      <a:pt x="4010" y="273"/>
                      <a:pt x="4033" y="250"/>
                      <a:pt x="4033" y="222"/>
                    </a:cubicBezTo>
                    <a:lnTo>
                      <a:pt x="4033" y="52"/>
                    </a:lnTo>
                    <a:cubicBezTo>
                      <a:pt x="4033" y="24"/>
                      <a:pt x="4010" y="1"/>
                      <a:pt x="39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1699;p52">
                <a:extLst>
                  <a:ext uri="{FF2B5EF4-FFF2-40B4-BE49-F238E27FC236}">
                    <a16:creationId xmlns:a16="http://schemas.microsoft.com/office/drawing/2014/main" id="{8A4309FB-B4D1-88B9-67B7-839BA7ED1C56}"/>
                  </a:ext>
                </a:extLst>
              </p:cNvPr>
              <p:cNvSpPr/>
              <p:nvPr/>
            </p:nvSpPr>
            <p:spPr>
              <a:xfrm flipH="1">
                <a:off x="1074123" y="4698332"/>
                <a:ext cx="328449" cy="167541"/>
              </a:xfrm>
              <a:custGeom>
                <a:avLst/>
                <a:gdLst/>
                <a:ahLst/>
                <a:cxnLst/>
                <a:rect l="l" t="t" r="r" b="b"/>
                <a:pathLst>
                  <a:path w="2872" h="1465" extrusionOk="0">
                    <a:moveTo>
                      <a:pt x="1390" y="1"/>
                    </a:moveTo>
                    <a:cubicBezTo>
                      <a:pt x="1390" y="1"/>
                      <a:pt x="1042" y="486"/>
                      <a:pt x="808" y="614"/>
                    </a:cubicBezTo>
                    <a:cubicBezTo>
                      <a:pt x="574" y="742"/>
                      <a:pt x="0" y="891"/>
                      <a:pt x="0" y="1039"/>
                    </a:cubicBezTo>
                    <a:cubicBezTo>
                      <a:pt x="0" y="1188"/>
                      <a:pt x="42" y="1210"/>
                      <a:pt x="298" y="1295"/>
                    </a:cubicBezTo>
                    <a:cubicBezTo>
                      <a:pt x="553" y="1380"/>
                      <a:pt x="1021" y="1380"/>
                      <a:pt x="1276" y="1380"/>
                    </a:cubicBezTo>
                    <a:cubicBezTo>
                      <a:pt x="1531" y="1380"/>
                      <a:pt x="1809" y="1380"/>
                      <a:pt x="1894" y="1401"/>
                    </a:cubicBezTo>
                    <a:cubicBezTo>
                      <a:pt x="1979" y="1422"/>
                      <a:pt x="2447" y="1465"/>
                      <a:pt x="2660" y="1465"/>
                    </a:cubicBezTo>
                    <a:cubicBezTo>
                      <a:pt x="2872" y="1465"/>
                      <a:pt x="2861" y="899"/>
                      <a:pt x="2861" y="899"/>
                    </a:cubicBezTo>
                    <a:lnTo>
                      <a:pt x="139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1700;p52">
                <a:extLst>
                  <a:ext uri="{FF2B5EF4-FFF2-40B4-BE49-F238E27FC236}">
                    <a16:creationId xmlns:a16="http://schemas.microsoft.com/office/drawing/2014/main" id="{1CA6734D-5632-DCBC-4015-77AE6CB4D668}"/>
                  </a:ext>
                </a:extLst>
              </p:cNvPr>
              <p:cNvSpPr/>
              <p:nvPr/>
            </p:nvSpPr>
            <p:spPr>
              <a:xfrm flipH="1">
                <a:off x="1068977" y="4692500"/>
                <a:ext cx="339542" cy="179320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68" extrusionOk="0">
                    <a:moveTo>
                      <a:pt x="1454" y="120"/>
                    </a:moveTo>
                    <a:lnTo>
                      <a:pt x="2863" y="980"/>
                    </a:lnTo>
                    <a:cubicBezTo>
                      <a:pt x="2862" y="1101"/>
                      <a:pt x="2843" y="1358"/>
                      <a:pt x="2760" y="1442"/>
                    </a:cubicBezTo>
                    <a:cubicBezTo>
                      <a:pt x="2744" y="1457"/>
                      <a:pt x="2730" y="1464"/>
                      <a:pt x="2712" y="1464"/>
                    </a:cubicBezTo>
                    <a:cubicBezTo>
                      <a:pt x="2495" y="1464"/>
                      <a:pt x="2036" y="1421"/>
                      <a:pt x="1958" y="1403"/>
                    </a:cubicBezTo>
                    <a:cubicBezTo>
                      <a:pt x="1867" y="1379"/>
                      <a:pt x="1593" y="1379"/>
                      <a:pt x="1328" y="1379"/>
                    </a:cubicBezTo>
                    <a:cubicBezTo>
                      <a:pt x="1079" y="1379"/>
                      <a:pt x="614" y="1379"/>
                      <a:pt x="366" y="1297"/>
                    </a:cubicBezTo>
                    <a:cubicBezTo>
                      <a:pt x="104" y="1209"/>
                      <a:pt x="104" y="1198"/>
                      <a:pt x="104" y="1091"/>
                    </a:cubicBezTo>
                    <a:cubicBezTo>
                      <a:pt x="104" y="1026"/>
                      <a:pt x="405" y="909"/>
                      <a:pt x="566" y="846"/>
                    </a:cubicBezTo>
                    <a:cubicBezTo>
                      <a:pt x="689" y="799"/>
                      <a:pt x="805" y="754"/>
                      <a:pt x="884" y="710"/>
                    </a:cubicBezTo>
                    <a:cubicBezTo>
                      <a:pt x="1089" y="599"/>
                      <a:pt x="1366" y="240"/>
                      <a:pt x="1454" y="120"/>
                    </a:cubicBezTo>
                    <a:close/>
                    <a:moveTo>
                      <a:pt x="1442" y="0"/>
                    </a:moveTo>
                    <a:cubicBezTo>
                      <a:pt x="1426" y="0"/>
                      <a:pt x="1410" y="8"/>
                      <a:pt x="1400" y="22"/>
                    </a:cubicBezTo>
                    <a:cubicBezTo>
                      <a:pt x="1397" y="27"/>
                      <a:pt x="1058" y="499"/>
                      <a:pt x="836" y="620"/>
                    </a:cubicBezTo>
                    <a:cubicBezTo>
                      <a:pt x="762" y="661"/>
                      <a:pt x="648" y="705"/>
                      <a:pt x="530" y="751"/>
                    </a:cubicBezTo>
                    <a:cubicBezTo>
                      <a:pt x="200" y="878"/>
                      <a:pt x="1" y="965"/>
                      <a:pt x="1" y="1091"/>
                    </a:cubicBezTo>
                    <a:cubicBezTo>
                      <a:pt x="1" y="1283"/>
                      <a:pt x="91" y="1313"/>
                      <a:pt x="333" y="1394"/>
                    </a:cubicBezTo>
                    <a:cubicBezTo>
                      <a:pt x="597" y="1482"/>
                      <a:pt x="1073" y="1482"/>
                      <a:pt x="1328" y="1482"/>
                    </a:cubicBezTo>
                    <a:cubicBezTo>
                      <a:pt x="1562" y="1482"/>
                      <a:pt x="1854" y="1482"/>
                      <a:pt x="1933" y="1502"/>
                    </a:cubicBezTo>
                    <a:cubicBezTo>
                      <a:pt x="2025" y="1525"/>
                      <a:pt x="2499" y="1567"/>
                      <a:pt x="2712" y="1567"/>
                    </a:cubicBezTo>
                    <a:cubicBezTo>
                      <a:pt x="2757" y="1567"/>
                      <a:pt x="2799" y="1548"/>
                      <a:pt x="2834" y="1514"/>
                    </a:cubicBezTo>
                    <a:cubicBezTo>
                      <a:pt x="2969" y="1375"/>
                      <a:pt x="2966" y="992"/>
                      <a:pt x="2965" y="949"/>
                    </a:cubicBezTo>
                    <a:cubicBezTo>
                      <a:pt x="2965" y="931"/>
                      <a:pt x="2955" y="916"/>
                      <a:pt x="2941" y="906"/>
                    </a:cubicBezTo>
                    <a:lnTo>
                      <a:pt x="1468" y="8"/>
                    </a:lnTo>
                    <a:cubicBezTo>
                      <a:pt x="1460" y="3"/>
                      <a:pt x="1451" y="0"/>
                      <a:pt x="14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1701;p52">
                <a:extLst>
                  <a:ext uri="{FF2B5EF4-FFF2-40B4-BE49-F238E27FC236}">
                    <a16:creationId xmlns:a16="http://schemas.microsoft.com/office/drawing/2014/main" id="{DF9A2122-EAC7-0EC8-02FC-BC9F7BDE2922}"/>
                  </a:ext>
                </a:extLst>
              </p:cNvPr>
              <p:cNvSpPr/>
              <p:nvPr/>
            </p:nvSpPr>
            <p:spPr>
              <a:xfrm flipH="1">
                <a:off x="852146" y="3319681"/>
                <a:ext cx="391692" cy="1484654"/>
              </a:xfrm>
              <a:custGeom>
                <a:avLst/>
                <a:gdLst/>
                <a:ahLst/>
                <a:cxnLst/>
                <a:rect l="l" t="t" r="r" b="b"/>
                <a:pathLst>
                  <a:path w="3425" h="12982" extrusionOk="0">
                    <a:moveTo>
                      <a:pt x="3424" y="0"/>
                    </a:moveTo>
                    <a:lnTo>
                      <a:pt x="3424" y="0"/>
                    </a:lnTo>
                    <a:cubicBezTo>
                      <a:pt x="2401" y="250"/>
                      <a:pt x="575" y="496"/>
                      <a:pt x="575" y="496"/>
                    </a:cubicBezTo>
                    <a:cubicBezTo>
                      <a:pt x="575" y="496"/>
                      <a:pt x="475" y="3721"/>
                      <a:pt x="251" y="6440"/>
                    </a:cubicBezTo>
                    <a:cubicBezTo>
                      <a:pt x="26" y="9161"/>
                      <a:pt x="225" y="10858"/>
                      <a:pt x="225" y="10858"/>
                    </a:cubicBezTo>
                    <a:cubicBezTo>
                      <a:pt x="225" y="10858"/>
                      <a:pt x="126" y="11382"/>
                      <a:pt x="76" y="11582"/>
                    </a:cubicBezTo>
                    <a:cubicBezTo>
                      <a:pt x="26" y="11782"/>
                      <a:pt x="1" y="12056"/>
                      <a:pt x="1" y="12056"/>
                    </a:cubicBezTo>
                    <a:cubicBezTo>
                      <a:pt x="1" y="12056"/>
                      <a:pt x="276" y="12405"/>
                      <a:pt x="799" y="12680"/>
                    </a:cubicBezTo>
                    <a:cubicBezTo>
                      <a:pt x="1198" y="12888"/>
                      <a:pt x="1380" y="12981"/>
                      <a:pt x="1444" y="12981"/>
                    </a:cubicBezTo>
                    <a:cubicBezTo>
                      <a:pt x="1465" y="12981"/>
                      <a:pt x="1473" y="12972"/>
                      <a:pt x="1473" y="12954"/>
                    </a:cubicBezTo>
                    <a:cubicBezTo>
                      <a:pt x="1473" y="12880"/>
                      <a:pt x="1524" y="9710"/>
                      <a:pt x="1848" y="8362"/>
                    </a:cubicBezTo>
                    <a:cubicBezTo>
                      <a:pt x="2172" y="7015"/>
                      <a:pt x="1973" y="6616"/>
                      <a:pt x="2447" y="5293"/>
                    </a:cubicBezTo>
                    <a:cubicBezTo>
                      <a:pt x="2921" y="3970"/>
                      <a:pt x="3424" y="0"/>
                      <a:pt x="34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1702;p52">
                <a:extLst>
                  <a:ext uri="{FF2B5EF4-FFF2-40B4-BE49-F238E27FC236}">
                    <a16:creationId xmlns:a16="http://schemas.microsoft.com/office/drawing/2014/main" id="{6F90F973-2A21-1E31-18B6-1147AFAF80D0}"/>
                  </a:ext>
                </a:extLst>
              </p:cNvPr>
              <p:cNvSpPr/>
              <p:nvPr/>
            </p:nvSpPr>
            <p:spPr>
              <a:xfrm flipH="1">
                <a:off x="846085" y="3313734"/>
                <a:ext cx="403585" cy="1496548"/>
              </a:xfrm>
              <a:custGeom>
                <a:avLst/>
                <a:gdLst/>
                <a:ahLst/>
                <a:cxnLst/>
                <a:rect l="l" t="t" r="r" b="b"/>
                <a:pathLst>
                  <a:path w="3529" h="13086" extrusionOk="0">
                    <a:moveTo>
                      <a:pt x="3416" y="119"/>
                    </a:moveTo>
                    <a:lnTo>
                      <a:pt x="3416" y="119"/>
                    </a:lnTo>
                    <a:cubicBezTo>
                      <a:pt x="3343" y="668"/>
                      <a:pt x="2881" y="4124"/>
                      <a:pt x="2450" y="5327"/>
                    </a:cubicBezTo>
                    <a:cubicBezTo>
                      <a:pt x="2174" y="6096"/>
                      <a:pt x="2124" y="6567"/>
                      <a:pt x="2069" y="7066"/>
                    </a:cubicBezTo>
                    <a:cubicBezTo>
                      <a:pt x="2028" y="7443"/>
                      <a:pt x="1986" y="7835"/>
                      <a:pt x="1850" y="8403"/>
                    </a:cubicBezTo>
                    <a:cubicBezTo>
                      <a:pt x="1536" y="9705"/>
                      <a:pt x="1479" y="12662"/>
                      <a:pt x="1474" y="12979"/>
                    </a:cubicBezTo>
                    <a:cubicBezTo>
                      <a:pt x="1391" y="12957"/>
                      <a:pt x="1150" y="12830"/>
                      <a:pt x="875" y="12686"/>
                    </a:cubicBezTo>
                    <a:cubicBezTo>
                      <a:pt x="430" y="12453"/>
                      <a:pt x="165" y="12161"/>
                      <a:pt x="105" y="12092"/>
                    </a:cubicBezTo>
                    <a:cubicBezTo>
                      <a:pt x="113" y="12024"/>
                      <a:pt x="137" y="11809"/>
                      <a:pt x="177" y="11646"/>
                    </a:cubicBezTo>
                    <a:cubicBezTo>
                      <a:pt x="227" y="11448"/>
                      <a:pt x="324" y="10941"/>
                      <a:pt x="328" y="10920"/>
                    </a:cubicBezTo>
                    <a:cubicBezTo>
                      <a:pt x="329" y="10914"/>
                      <a:pt x="329" y="10909"/>
                      <a:pt x="328" y="10904"/>
                    </a:cubicBezTo>
                    <a:cubicBezTo>
                      <a:pt x="326" y="10887"/>
                      <a:pt x="131" y="9179"/>
                      <a:pt x="353" y="6497"/>
                    </a:cubicBezTo>
                    <a:cubicBezTo>
                      <a:pt x="561" y="3977"/>
                      <a:pt x="664" y="986"/>
                      <a:pt x="676" y="592"/>
                    </a:cubicBezTo>
                    <a:cubicBezTo>
                      <a:pt x="951" y="554"/>
                      <a:pt x="2479" y="340"/>
                      <a:pt x="3416" y="119"/>
                    </a:cubicBezTo>
                    <a:close/>
                    <a:moveTo>
                      <a:pt x="3474" y="1"/>
                    </a:moveTo>
                    <a:cubicBezTo>
                      <a:pt x="3471" y="1"/>
                      <a:pt x="3467" y="1"/>
                      <a:pt x="3464" y="2"/>
                    </a:cubicBezTo>
                    <a:cubicBezTo>
                      <a:pt x="2454" y="249"/>
                      <a:pt x="637" y="494"/>
                      <a:pt x="620" y="496"/>
                    </a:cubicBezTo>
                    <a:cubicBezTo>
                      <a:pt x="594" y="499"/>
                      <a:pt x="575" y="520"/>
                      <a:pt x="574" y="546"/>
                    </a:cubicBezTo>
                    <a:cubicBezTo>
                      <a:pt x="573" y="578"/>
                      <a:pt x="473" y="3801"/>
                      <a:pt x="251" y="6488"/>
                    </a:cubicBezTo>
                    <a:cubicBezTo>
                      <a:pt x="36" y="9088"/>
                      <a:pt x="211" y="10778"/>
                      <a:pt x="225" y="10908"/>
                    </a:cubicBezTo>
                    <a:cubicBezTo>
                      <a:pt x="212" y="10973"/>
                      <a:pt x="123" y="11438"/>
                      <a:pt x="77" y="11622"/>
                    </a:cubicBezTo>
                    <a:cubicBezTo>
                      <a:pt x="27" y="11822"/>
                      <a:pt x="2" y="12092"/>
                      <a:pt x="1" y="12104"/>
                    </a:cubicBezTo>
                    <a:cubicBezTo>
                      <a:pt x="0" y="12116"/>
                      <a:pt x="3" y="12130"/>
                      <a:pt x="12" y="12139"/>
                    </a:cubicBezTo>
                    <a:cubicBezTo>
                      <a:pt x="23" y="12154"/>
                      <a:pt x="299" y="12501"/>
                      <a:pt x="827" y="12777"/>
                    </a:cubicBezTo>
                    <a:cubicBezTo>
                      <a:pt x="1273" y="13011"/>
                      <a:pt x="1422" y="13086"/>
                      <a:pt x="1496" y="13086"/>
                    </a:cubicBezTo>
                    <a:cubicBezTo>
                      <a:pt x="1515" y="13086"/>
                      <a:pt x="1528" y="13081"/>
                      <a:pt x="1541" y="13073"/>
                    </a:cubicBezTo>
                    <a:cubicBezTo>
                      <a:pt x="1554" y="13065"/>
                      <a:pt x="1576" y="13046"/>
                      <a:pt x="1576" y="13006"/>
                    </a:cubicBezTo>
                    <a:cubicBezTo>
                      <a:pt x="1576" y="12976"/>
                      <a:pt x="1622" y="9787"/>
                      <a:pt x="1949" y="8427"/>
                    </a:cubicBezTo>
                    <a:cubicBezTo>
                      <a:pt x="2087" y="7853"/>
                      <a:pt x="2130" y="7458"/>
                      <a:pt x="2171" y="7076"/>
                    </a:cubicBezTo>
                    <a:cubicBezTo>
                      <a:pt x="2226" y="6563"/>
                      <a:pt x="2275" y="6119"/>
                      <a:pt x="2547" y="5362"/>
                    </a:cubicBezTo>
                    <a:cubicBezTo>
                      <a:pt x="3017" y="4049"/>
                      <a:pt x="3522" y="98"/>
                      <a:pt x="3527" y="59"/>
                    </a:cubicBezTo>
                    <a:cubicBezTo>
                      <a:pt x="3529" y="42"/>
                      <a:pt x="3523" y="25"/>
                      <a:pt x="3510" y="13"/>
                    </a:cubicBezTo>
                    <a:cubicBezTo>
                      <a:pt x="3500" y="5"/>
                      <a:pt x="3487" y="1"/>
                      <a:pt x="34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1703;p52">
                <a:extLst>
                  <a:ext uri="{FF2B5EF4-FFF2-40B4-BE49-F238E27FC236}">
                    <a16:creationId xmlns:a16="http://schemas.microsoft.com/office/drawing/2014/main" id="{96D0B318-1B34-E810-C2D5-980E4A43BC83}"/>
                  </a:ext>
                </a:extLst>
              </p:cNvPr>
              <p:cNvSpPr/>
              <p:nvPr/>
            </p:nvSpPr>
            <p:spPr>
              <a:xfrm flipH="1">
                <a:off x="937689" y="4795084"/>
                <a:ext cx="377968" cy="166283"/>
              </a:xfrm>
              <a:custGeom>
                <a:avLst/>
                <a:gdLst/>
                <a:ahLst/>
                <a:cxnLst/>
                <a:rect l="l" t="t" r="r" b="b"/>
                <a:pathLst>
                  <a:path w="3305" h="1454" extrusionOk="0">
                    <a:moveTo>
                      <a:pt x="3065" y="1"/>
                    </a:moveTo>
                    <a:cubicBezTo>
                      <a:pt x="3065" y="1"/>
                      <a:pt x="2698" y="112"/>
                      <a:pt x="2232" y="112"/>
                    </a:cubicBezTo>
                    <a:cubicBezTo>
                      <a:pt x="2014" y="112"/>
                      <a:pt x="1774" y="87"/>
                      <a:pt x="1540" y="15"/>
                    </a:cubicBezTo>
                    <a:cubicBezTo>
                      <a:pt x="1540" y="15"/>
                      <a:pt x="1181" y="389"/>
                      <a:pt x="956" y="509"/>
                    </a:cubicBezTo>
                    <a:cubicBezTo>
                      <a:pt x="733" y="628"/>
                      <a:pt x="29" y="882"/>
                      <a:pt x="15" y="987"/>
                    </a:cubicBezTo>
                    <a:cubicBezTo>
                      <a:pt x="0" y="1092"/>
                      <a:pt x="75" y="1301"/>
                      <a:pt x="120" y="1317"/>
                    </a:cubicBezTo>
                    <a:cubicBezTo>
                      <a:pt x="165" y="1332"/>
                      <a:pt x="762" y="1437"/>
                      <a:pt x="1331" y="1451"/>
                    </a:cubicBezTo>
                    <a:cubicBezTo>
                      <a:pt x="1382" y="1453"/>
                      <a:pt x="1434" y="1453"/>
                      <a:pt x="1486" y="1453"/>
                    </a:cubicBezTo>
                    <a:cubicBezTo>
                      <a:pt x="2013" y="1453"/>
                      <a:pt x="2571" y="1391"/>
                      <a:pt x="2721" y="1391"/>
                    </a:cubicBezTo>
                    <a:cubicBezTo>
                      <a:pt x="2786" y="1391"/>
                      <a:pt x="2888" y="1415"/>
                      <a:pt x="2987" y="1415"/>
                    </a:cubicBezTo>
                    <a:cubicBezTo>
                      <a:pt x="3136" y="1415"/>
                      <a:pt x="3280" y="1361"/>
                      <a:pt x="3289" y="1092"/>
                    </a:cubicBezTo>
                    <a:cubicBezTo>
                      <a:pt x="3304" y="644"/>
                      <a:pt x="3065" y="1"/>
                      <a:pt x="30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1704;p52">
                <a:extLst>
                  <a:ext uri="{FF2B5EF4-FFF2-40B4-BE49-F238E27FC236}">
                    <a16:creationId xmlns:a16="http://schemas.microsoft.com/office/drawing/2014/main" id="{91CADB94-FC59-B043-980F-03C64D2AA5E6}"/>
                  </a:ext>
                </a:extLst>
              </p:cNvPr>
              <p:cNvSpPr/>
              <p:nvPr/>
            </p:nvSpPr>
            <p:spPr>
              <a:xfrm flipH="1">
                <a:off x="931856" y="4789251"/>
                <a:ext cx="389747" cy="177948"/>
              </a:xfrm>
              <a:custGeom>
                <a:avLst/>
                <a:gdLst/>
                <a:ahLst/>
                <a:cxnLst/>
                <a:rect l="l" t="t" r="r" b="b"/>
                <a:pathLst>
                  <a:path w="3408" h="1556" extrusionOk="0">
                    <a:moveTo>
                      <a:pt x="3084" y="114"/>
                    </a:moveTo>
                    <a:cubicBezTo>
                      <a:pt x="3137" y="266"/>
                      <a:pt x="3302" y="775"/>
                      <a:pt x="3290" y="1141"/>
                    </a:cubicBezTo>
                    <a:cubicBezTo>
                      <a:pt x="3286" y="1248"/>
                      <a:pt x="3260" y="1324"/>
                      <a:pt x="3210" y="1366"/>
                    </a:cubicBezTo>
                    <a:cubicBezTo>
                      <a:pt x="3166" y="1403"/>
                      <a:pt x="3104" y="1414"/>
                      <a:pt x="3039" y="1414"/>
                    </a:cubicBezTo>
                    <a:cubicBezTo>
                      <a:pt x="2987" y="1414"/>
                      <a:pt x="2934" y="1408"/>
                      <a:pt x="2886" y="1401"/>
                    </a:cubicBezTo>
                    <a:cubicBezTo>
                      <a:pt x="2845" y="1396"/>
                      <a:pt x="2806" y="1391"/>
                      <a:pt x="2773" y="1391"/>
                    </a:cubicBezTo>
                    <a:cubicBezTo>
                      <a:pt x="2719" y="1391"/>
                      <a:pt x="2620" y="1398"/>
                      <a:pt x="2484" y="1408"/>
                    </a:cubicBezTo>
                    <a:cubicBezTo>
                      <a:pt x="2237" y="1426"/>
                      <a:pt x="1882" y="1453"/>
                      <a:pt x="1540" y="1453"/>
                    </a:cubicBezTo>
                    <a:cubicBezTo>
                      <a:pt x="1488" y="1453"/>
                      <a:pt x="1435" y="1452"/>
                      <a:pt x="1384" y="1451"/>
                    </a:cubicBezTo>
                    <a:cubicBezTo>
                      <a:pt x="818" y="1436"/>
                      <a:pt x="226" y="1331"/>
                      <a:pt x="195" y="1322"/>
                    </a:cubicBezTo>
                    <a:cubicBezTo>
                      <a:pt x="165" y="1298"/>
                      <a:pt x="106" y="1130"/>
                      <a:pt x="116" y="1051"/>
                    </a:cubicBezTo>
                    <a:cubicBezTo>
                      <a:pt x="148" y="993"/>
                      <a:pt x="491" y="846"/>
                      <a:pt x="695" y="758"/>
                    </a:cubicBezTo>
                    <a:cubicBezTo>
                      <a:pt x="830" y="700"/>
                      <a:pt x="958" y="646"/>
                      <a:pt x="1032" y="605"/>
                    </a:cubicBezTo>
                    <a:cubicBezTo>
                      <a:pt x="1232" y="499"/>
                      <a:pt x="1525" y="209"/>
                      <a:pt x="1606" y="125"/>
                    </a:cubicBezTo>
                    <a:cubicBezTo>
                      <a:pt x="1837" y="192"/>
                      <a:pt x="2071" y="215"/>
                      <a:pt x="2284" y="215"/>
                    </a:cubicBezTo>
                    <a:cubicBezTo>
                      <a:pt x="2658" y="215"/>
                      <a:pt x="2969" y="144"/>
                      <a:pt x="3084" y="114"/>
                    </a:cubicBezTo>
                    <a:close/>
                    <a:moveTo>
                      <a:pt x="3117" y="0"/>
                    </a:moveTo>
                    <a:cubicBezTo>
                      <a:pt x="3112" y="0"/>
                      <a:pt x="3107" y="1"/>
                      <a:pt x="3102" y="2"/>
                    </a:cubicBezTo>
                    <a:cubicBezTo>
                      <a:pt x="3096" y="4"/>
                      <a:pt x="2735" y="110"/>
                      <a:pt x="2282" y="110"/>
                    </a:cubicBezTo>
                    <a:cubicBezTo>
                      <a:pt x="2068" y="110"/>
                      <a:pt x="1833" y="87"/>
                      <a:pt x="1606" y="17"/>
                    </a:cubicBezTo>
                    <a:cubicBezTo>
                      <a:pt x="1602" y="16"/>
                      <a:pt x="1597" y="15"/>
                      <a:pt x="1592" y="15"/>
                    </a:cubicBezTo>
                    <a:cubicBezTo>
                      <a:pt x="1578" y="15"/>
                      <a:pt x="1564" y="21"/>
                      <a:pt x="1555" y="31"/>
                    </a:cubicBezTo>
                    <a:cubicBezTo>
                      <a:pt x="1551" y="35"/>
                      <a:pt x="1198" y="400"/>
                      <a:pt x="984" y="515"/>
                    </a:cubicBezTo>
                    <a:cubicBezTo>
                      <a:pt x="913" y="553"/>
                      <a:pt x="788" y="607"/>
                      <a:pt x="654" y="664"/>
                    </a:cubicBezTo>
                    <a:cubicBezTo>
                      <a:pt x="186" y="865"/>
                      <a:pt x="28" y="947"/>
                      <a:pt x="15" y="1031"/>
                    </a:cubicBezTo>
                    <a:cubicBezTo>
                      <a:pt x="1" y="1138"/>
                      <a:pt x="72" y="1388"/>
                      <a:pt x="155" y="1416"/>
                    </a:cubicBezTo>
                    <a:cubicBezTo>
                      <a:pt x="208" y="1434"/>
                      <a:pt x="815" y="1538"/>
                      <a:pt x="1381" y="1554"/>
                    </a:cubicBezTo>
                    <a:cubicBezTo>
                      <a:pt x="1433" y="1555"/>
                      <a:pt x="1486" y="1556"/>
                      <a:pt x="1538" y="1556"/>
                    </a:cubicBezTo>
                    <a:cubicBezTo>
                      <a:pt x="1885" y="1556"/>
                      <a:pt x="2243" y="1528"/>
                      <a:pt x="2491" y="1511"/>
                    </a:cubicBezTo>
                    <a:cubicBezTo>
                      <a:pt x="2620" y="1501"/>
                      <a:pt x="2722" y="1494"/>
                      <a:pt x="2773" y="1494"/>
                    </a:cubicBezTo>
                    <a:cubicBezTo>
                      <a:pt x="2799" y="1494"/>
                      <a:pt x="2834" y="1498"/>
                      <a:pt x="2873" y="1503"/>
                    </a:cubicBezTo>
                    <a:cubicBezTo>
                      <a:pt x="2923" y="1510"/>
                      <a:pt x="2980" y="1517"/>
                      <a:pt x="3039" y="1517"/>
                    </a:cubicBezTo>
                    <a:cubicBezTo>
                      <a:pt x="3123" y="1517"/>
                      <a:pt x="3209" y="1502"/>
                      <a:pt x="3276" y="1445"/>
                    </a:cubicBezTo>
                    <a:cubicBezTo>
                      <a:pt x="3349" y="1383"/>
                      <a:pt x="3388" y="1282"/>
                      <a:pt x="3392" y="1144"/>
                    </a:cubicBezTo>
                    <a:cubicBezTo>
                      <a:pt x="3408" y="691"/>
                      <a:pt x="3175" y="60"/>
                      <a:pt x="3165" y="34"/>
                    </a:cubicBezTo>
                    <a:cubicBezTo>
                      <a:pt x="3157" y="14"/>
                      <a:pt x="3137" y="0"/>
                      <a:pt x="31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1705;p52">
                <a:extLst>
                  <a:ext uri="{FF2B5EF4-FFF2-40B4-BE49-F238E27FC236}">
                    <a16:creationId xmlns:a16="http://schemas.microsoft.com/office/drawing/2014/main" id="{E392256A-C204-90AB-E7F7-48E525B560E6}"/>
                  </a:ext>
                </a:extLst>
              </p:cNvPr>
              <p:cNvSpPr/>
              <p:nvPr/>
            </p:nvSpPr>
            <p:spPr>
              <a:xfrm flipH="1">
                <a:off x="951527" y="3297495"/>
                <a:ext cx="402785" cy="1525367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13338" extrusionOk="0">
                    <a:moveTo>
                      <a:pt x="864" y="0"/>
                    </a:moveTo>
                    <a:cubicBezTo>
                      <a:pt x="704" y="0"/>
                      <a:pt x="0" y="568"/>
                      <a:pt x="0" y="568"/>
                    </a:cubicBezTo>
                    <a:cubicBezTo>
                      <a:pt x="0" y="568"/>
                      <a:pt x="0" y="796"/>
                      <a:pt x="23" y="1318"/>
                    </a:cubicBezTo>
                    <a:cubicBezTo>
                      <a:pt x="45" y="1841"/>
                      <a:pt x="455" y="5612"/>
                      <a:pt x="455" y="5612"/>
                    </a:cubicBezTo>
                    <a:cubicBezTo>
                      <a:pt x="455" y="5612"/>
                      <a:pt x="1340" y="8862"/>
                      <a:pt x="1500" y="9406"/>
                    </a:cubicBezTo>
                    <a:cubicBezTo>
                      <a:pt x="1658" y="9952"/>
                      <a:pt x="1590" y="10270"/>
                      <a:pt x="1681" y="10793"/>
                    </a:cubicBezTo>
                    <a:cubicBezTo>
                      <a:pt x="1772" y="11316"/>
                      <a:pt x="1886" y="11952"/>
                      <a:pt x="1908" y="12065"/>
                    </a:cubicBezTo>
                    <a:cubicBezTo>
                      <a:pt x="1931" y="12178"/>
                      <a:pt x="1704" y="12383"/>
                      <a:pt x="1704" y="12588"/>
                    </a:cubicBezTo>
                    <a:cubicBezTo>
                      <a:pt x="1704" y="12792"/>
                      <a:pt x="1750" y="13156"/>
                      <a:pt x="1750" y="13156"/>
                    </a:cubicBezTo>
                    <a:lnTo>
                      <a:pt x="1931" y="13247"/>
                    </a:lnTo>
                    <a:cubicBezTo>
                      <a:pt x="1931" y="13247"/>
                      <a:pt x="2318" y="13337"/>
                      <a:pt x="2794" y="13337"/>
                    </a:cubicBezTo>
                    <a:cubicBezTo>
                      <a:pt x="3272" y="13337"/>
                      <a:pt x="3408" y="13315"/>
                      <a:pt x="3408" y="13315"/>
                    </a:cubicBezTo>
                    <a:cubicBezTo>
                      <a:pt x="3408" y="13315"/>
                      <a:pt x="3476" y="13019"/>
                      <a:pt x="3498" y="12861"/>
                    </a:cubicBezTo>
                    <a:cubicBezTo>
                      <a:pt x="3521" y="12701"/>
                      <a:pt x="3272" y="12610"/>
                      <a:pt x="3272" y="12610"/>
                    </a:cubicBezTo>
                    <a:cubicBezTo>
                      <a:pt x="3272" y="12610"/>
                      <a:pt x="3340" y="12406"/>
                      <a:pt x="3408" y="12270"/>
                    </a:cubicBezTo>
                    <a:cubicBezTo>
                      <a:pt x="3476" y="12133"/>
                      <a:pt x="3340" y="12042"/>
                      <a:pt x="3340" y="12042"/>
                    </a:cubicBezTo>
                    <a:cubicBezTo>
                      <a:pt x="3340" y="12042"/>
                      <a:pt x="3272" y="9702"/>
                      <a:pt x="3067" y="8566"/>
                    </a:cubicBezTo>
                    <a:cubicBezTo>
                      <a:pt x="2862" y="7430"/>
                      <a:pt x="2681" y="5794"/>
                      <a:pt x="2772" y="5021"/>
                    </a:cubicBezTo>
                    <a:cubicBezTo>
                      <a:pt x="2862" y="4249"/>
                      <a:pt x="3044" y="1682"/>
                      <a:pt x="3044" y="1682"/>
                    </a:cubicBezTo>
                    <a:cubicBezTo>
                      <a:pt x="3044" y="1682"/>
                      <a:pt x="1022" y="0"/>
                      <a:pt x="8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1706;p52">
                <a:extLst>
                  <a:ext uri="{FF2B5EF4-FFF2-40B4-BE49-F238E27FC236}">
                    <a16:creationId xmlns:a16="http://schemas.microsoft.com/office/drawing/2014/main" id="{A7E48B80-97E1-4B04-2DF6-BFA1210911E0}"/>
                  </a:ext>
                </a:extLst>
              </p:cNvPr>
              <p:cNvSpPr/>
              <p:nvPr/>
            </p:nvSpPr>
            <p:spPr>
              <a:xfrm flipH="1">
                <a:off x="945923" y="3291548"/>
                <a:ext cx="414450" cy="1537146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13441" extrusionOk="0">
                    <a:moveTo>
                      <a:pt x="913" y="104"/>
                    </a:moveTo>
                    <a:cubicBezTo>
                      <a:pt x="1049" y="130"/>
                      <a:pt x="2283" y="1124"/>
                      <a:pt x="3044" y="1756"/>
                    </a:cubicBezTo>
                    <a:cubicBezTo>
                      <a:pt x="3024" y="2030"/>
                      <a:pt x="2859" y="4347"/>
                      <a:pt x="2774" y="5067"/>
                    </a:cubicBezTo>
                    <a:cubicBezTo>
                      <a:pt x="2684" y="5828"/>
                      <a:pt x="2854" y="7434"/>
                      <a:pt x="3070" y="8627"/>
                    </a:cubicBezTo>
                    <a:cubicBezTo>
                      <a:pt x="3271" y="9746"/>
                      <a:pt x="3340" y="12072"/>
                      <a:pt x="3341" y="12096"/>
                    </a:cubicBezTo>
                    <a:cubicBezTo>
                      <a:pt x="3341" y="12112"/>
                      <a:pt x="3351" y="12128"/>
                      <a:pt x="3364" y="12137"/>
                    </a:cubicBezTo>
                    <a:cubicBezTo>
                      <a:pt x="3374" y="12143"/>
                      <a:pt x="3461" y="12206"/>
                      <a:pt x="3415" y="12299"/>
                    </a:cubicBezTo>
                    <a:cubicBezTo>
                      <a:pt x="3346" y="12436"/>
                      <a:pt x="3278" y="12638"/>
                      <a:pt x="3275" y="12646"/>
                    </a:cubicBezTo>
                    <a:cubicBezTo>
                      <a:pt x="3267" y="12672"/>
                      <a:pt x="3281" y="12701"/>
                      <a:pt x="3307" y="12710"/>
                    </a:cubicBezTo>
                    <a:cubicBezTo>
                      <a:pt x="3361" y="12730"/>
                      <a:pt x="3515" y="12809"/>
                      <a:pt x="3501" y="12904"/>
                    </a:cubicBezTo>
                    <a:cubicBezTo>
                      <a:pt x="3483" y="13028"/>
                      <a:pt x="3437" y="13237"/>
                      <a:pt x="3419" y="13320"/>
                    </a:cubicBezTo>
                    <a:cubicBezTo>
                      <a:pt x="3354" y="13326"/>
                      <a:pt x="3188" y="13338"/>
                      <a:pt x="2847" y="13338"/>
                    </a:cubicBezTo>
                    <a:cubicBezTo>
                      <a:pt x="2413" y="13338"/>
                      <a:pt x="2050" y="13261"/>
                      <a:pt x="2001" y="13250"/>
                    </a:cubicBezTo>
                    <a:lnTo>
                      <a:pt x="1850" y="13174"/>
                    </a:lnTo>
                    <a:cubicBezTo>
                      <a:pt x="1839" y="13086"/>
                      <a:pt x="1808" y="12807"/>
                      <a:pt x="1808" y="12640"/>
                    </a:cubicBezTo>
                    <a:cubicBezTo>
                      <a:pt x="1808" y="12543"/>
                      <a:pt x="1870" y="12440"/>
                      <a:pt x="1923" y="12350"/>
                    </a:cubicBezTo>
                    <a:cubicBezTo>
                      <a:pt x="1979" y="12258"/>
                      <a:pt x="2026" y="12179"/>
                      <a:pt x="2012" y="12107"/>
                    </a:cubicBezTo>
                    <a:cubicBezTo>
                      <a:pt x="1990" y="11994"/>
                      <a:pt x="1874" y="11353"/>
                      <a:pt x="1785" y="10835"/>
                    </a:cubicBezTo>
                    <a:cubicBezTo>
                      <a:pt x="1748" y="10626"/>
                      <a:pt x="1738" y="10447"/>
                      <a:pt x="1727" y="10275"/>
                    </a:cubicBezTo>
                    <a:cubicBezTo>
                      <a:pt x="1712" y="10017"/>
                      <a:pt x="1698" y="9772"/>
                      <a:pt x="1601" y="9444"/>
                    </a:cubicBezTo>
                    <a:cubicBezTo>
                      <a:pt x="1445" y="8905"/>
                      <a:pt x="565" y="5683"/>
                      <a:pt x="558" y="5659"/>
                    </a:cubicBezTo>
                    <a:cubicBezTo>
                      <a:pt x="554" y="5621"/>
                      <a:pt x="150" y="1883"/>
                      <a:pt x="127" y="1367"/>
                    </a:cubicBezTo>
                    <a:cubicBezTo>
                      <a:pt x="109" y="946"/>
                      <a:pt x="104" y="716"/>
                      <a:pt x="104" y="644"/>
                    </a:cubicBezTo>
                    <a:cubicBezTo>
                      <a:pt x="439" y="375"/>
                      <a:pt x="830" y="104"/>
                      <a:pt x="913" y="104"/>
                    </a:cubicBezTo>
                    <a:close/>
                    <a:moveTo>
                      <a:pt x="916" y="1"/>
                    </a:moveTo>
                    <a:cubicBezTo>
                      <a:pt x="747" y="1"/>
                      <a:pt x="140" y="483"/>
                      <a:pt x="21" y="580"/>
                    </a:cubicBezTo>
                    <a:cubicBezTo>
                      <a:pt x="8" y="589"/>
                      <a:pt x="1" y="604"/>
                      <a:pt x="1" y="620"/>
                    </a:cubicBezTo>
                    <a:cubicBezTo>
                      <a:pt x="1" y="622"/>
                      <a:pt x="2" y="854"/>
                      <a:pt x="24" y="1372"/>
                    </a:cubicBezTo>
                    <a:cubicBezTo>
                      <a:pt x="47" y="1891"/>
                      <a:pt x="439" y="5516"/>
                      <a:pt x="457" y="5678"/>
                    </a:cubicBezTo>
                    <a:cubicBezTo>
                      <a:pt x="467" y="5710"/>
                      <a:pt x="1345" y="8934"/>
                      <a:pt x="1503" y="9473"/>
                    </a:cubicBezTo>
                    <a:cubicBezTo>
                      <a:pt x="1596" y="9790"/>
                      <a:pt x="1610" y="10029"/>
                      <a:pt x="1624" y="10281"/>
                    </a:cubicBezTo>
                    <a:cubicBezTo>
                      <a:pt x="1635" y="10457"/>
                      <a:pt x="1645" y="10637"/>
                      <a:pt x="1683" y="10853"/>
                    </a:cubicBezTo>
                    <a:cubicBezTo>
                      <a:pt x="1774" y="11381"/>
                      <a:pt x="1888" y="12012"/>
                      <a:pt x="1911" y="12126"/>
                    </a:cubicBezTo>
                    <a:cubicBezTo>
                      <a:pt x="1917" y="12160"/>
                      <a:pt x="1874" y="12234"/>
                      <a:pt x="1835" y="12298"/>
                    </a:cubicBezTo>
                    <a:cubicBezTo>
                      <a:pt x="1774" y="12399"/>
                      <a:pt x="1705" y="12515"/>
                      <a:pt x="1705" y="12640"/>
                    </a:cubicBezTo>
                    <a:cubicBezTo>
                      <a:pt x="1705" y="12844"/>
                      <a:pt x="1749" y="13199"/>
                      <a:pt x="1751" y="13214"/>
                    </a:cubicBezTo>
                    <a:cubicBezTo>
                      <a:pt x="1753" y="13231"/>
                      <a:pt x="1764" y="13245"/>
                      <a:pt x="1779" y="13254"/>
                    </a:cubicBezTo>
                    <a:lnTo>
                      <a:pt x="1961" y="13344"/>
                    </a:lnTo>
                    <a:cubicBezTo>
                      <a:pt x="1964" y="13346"/>
                      <a:pt x="1969" y="13347"/>
                      <a:pt x="1972" y="13348"/>
                    </a:cubicBezTo>
                    <a:cubicBezTo>
                      <a:pt x="1988" y="13352"/>
                      <a:pt x="2369" y="13441"/>
                      <a:pt x="2847" y="13441"/>
                    </a:cubicBezTo>
                    <a:cubicBezTo>
                      <a:pt x="3324" y="13441"/>
                      <a:pt x="3463" y="13419"/>
                      <a:pt x="3468" y="13417"/>
                    </a:cubicBezTo>
                    <a:cubicBezTo>
                      <a:pt x="3489" y="13414"/>
                      <a:pt x="3505" y="13399"/>
                      <a:pt x="3510" y="13379"/>
                    </a:cubicBezTo>
                    <a:cubicBezTo>
                      <a:pt x="3514" y="13366"/>
                      <a:pt x="3580" y="13078"/>
                      <a:pt x="3602" y="12920"/>
                    </a:cubicBezTo>
                    <a:cubicBezTo>
                      <a:pt x="3624" y="12769"/>
                      <a:pt x="3468" y="12673"/>
                      <a:pt x="3388" y="12634"/>
                    </a:cubicBezTo>
                    <a:cubicBezTo>
                      <a:pt x="3412" y="12567"/>
                      <a:pt x="3459" y="12438"/>
                      <a:pt x="3506" y="12345"/>
                    </a:cubicBezTo>
                    <a:cubicBezTo>
                      <a:pt x="3568" y="12221"/>
                      <a:pt x="3501" y="12118"/>
                      <a:pt x="3443" y="12069"/>
                    </a:cubicBezTo>
                    <a:cubicBezTo>
                      <a:pt x="3435" y="11816"/>
                      <a:pt x="3361" y="9674"/>
                      <a:pt x="3170" y="8609"/>
                    </a:cubicBezTo>
                    <a:cubicBezTo>
                      <a:pt x="2956" y="7423"/>
                      <a:pt x="2787" y="5830"/>
                      <a:pt x="2875" y="5080"/>
                    </a:cubicBezTo>
                    <a:cubicBezTo>
                      <a:pt x="2966" y="4314"/>
                      <a:pt x="3146" y="1763"/>
                      <a:pt x="3148" y="1737"/>
                    </a:cubicBezTo>
                    <a:cubicBezTo>
                      <a:pt x="3149" y="1721"/>
                      <a:pt x="3142" y="1704"/>
                      <a:pt x="3129" y="1694"/>
                    </a:cubicBezTo>
                    <a:cubicBezTo>
                      <a:pt x="2652" y="1297"/>
                      <a:pt x="1081" y="1"/>
                      <a:pt x="9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1707;p52">
                <a:extLst>
                  <a:ext uri="{FF2B5EF4-FFF2-40B4-BE49-F238E27FC236}">
                    <a16:creationId xmlns:a16="http://schemas.microsoft.com/office/drawing/2014/main" id="{EB23F743-558B-4C88-E047-8251F91EE4D8}"/>
                  </a:ext>
                </a:extLst>
              </p:cNvPr>
              <p:cNvSpPr/>
              <p:nvPr/>
            </p:nvSpPr>
            <p:spPr>
              <a:xfrm flipH="1">
                <a:off x="837622" y="3317966"/>
                <a:ext cx="533387" cy="127629"/>
              </a:xfrm>
              <a:custGeom>
                <a:avLst/>
                <a:gdLst/>
                <a:ahLst/>
                <a:cxnLst/>
                <a:rect l="l" t="t" r="r" b="b"/>
                <a:pathLst>
                  <a:path w="4664" h="1116" extrusionOk="0">
                    <a:moveTo>
                      <a:pt x="79" y="1"/>
                    </a:moveTo>
                    <a:cubicBezTo>
                      <a:pt x="79" y="1"/>
                      <a:pt x="0" y="573"/>
                      <a:pt x="79" y="689"/>
                    </a:cubicBezTo>
                    <a:cubicBezTo>
                      <a:pt x="157" y="806"/>
                      <a:pt x="831" y="988"/>
                      <a:pt x="1676" y="1078"/>
                    </a:cubicBezTo>
                    <a:cubicBezTo>
                      <a:pt x="1914" y="1104"/>
                      <a:pt x="2169" y="1115"/>
                      <a:pt x="2422" y="1115"/>
                    </a:cubicBezTo>
                    <a:cubicBezTo>
                      <a:pt x="3070" y="1115"/>
                      <a:pt x="3701" y="1042"/>
                      <a:pt x="3962" y="948"/>
                    </a:cubicBezTo>
                    <a:cubicBezTo>
                      <a:pt x="4325" y="819"/>
                      <a:pt x="4560" y="702"/>
                      <a:pt x="4611" y="611"/>
                    </a:cubicBezTo>
                    <a:cubicBezTo>
                      <a:pt x="4663" y="520"/>
                      <a:pt x="4625" y="39"/>
                      <a:pt x="4625" y="39"/>
                    </a:cubicBezTo>
                    <a:lnTo>
                      <a:pt x="4625" y="39"/>
                    </a:lnTo>
                    <a:cubicBezTo>
                      <a:pt x="4624" y="39"/>
                      <a:pt x="3310" y="116"/>
                      <a:pt x="2035" y="116"/>
                    </a:cubicBezTo>
                    <a:cubicBezTo>
                      <a:pt x="1271" y="116"/>
                      <a:pt x="522" y="88"/>
                      <a:pt x="7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1708;p52">
                <a:extLst>
                  <a:ext uri="{FF2B5EF4-FFF2-40B4-BE49-F238E27FC236}">
                    <a16:creationId xmlns:a16="http://schemas.microsoft.com/office/drawing/2014/main" id="{F3E9290E-7321-E6C6-5F7A-AE7222C5CA46}"/>
                  </a:ext>
                </a:extLst>
              </p:cNvPr>
              <p:cNvSpPr/>
              <p:nvPr/>
            </p:nvSpPr>
            <p:spPr>
              <a:xfrm flipH="1">
                <a:off x="832132" y="3312019"/>
                <a:ext cx="544594" cy="139408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1219" extrusionOk="0">
                    <a:moveTo>
                      <a:pt x="173" y="113"/>
                    </a:moveTo>
                    <a:cubicBezTo>
                      <a:pt x="627" y="194"/>
                      <a:pt x="1350" y="220"/>
                      <a:pt x="2085" y="220"/>
                    </a:cubicBezTo>
                    <a:cubicBezTo>
                      <a:pt x="3211" y="220"/>
                      <a:pt x="4365" y="160"/>
                      <a:pt x="4626" y="146"/>
                    </a:cubicBezTo>
                    <a:lnTo>
                      <a:pt x="4626" y="146"/>
                    </a:lnTo>
                    <a:cubicBezTo>
                      <a:pt x="4641" y="358"/>
                      <a:pt x="4642" y="593"/>
                      <a:pt x="4617" y="637"/>
                    </a:cubicBezTo>
                    <a:cubicBezTo>
                      <a:pt x="4597" y="673"/>
                      <a:pt x="4496" y="774"/>
                      <a:pt x="3994" y="952"/>
                    </a:cubicBezTo>
                    <a:cubicBezTo>
                      <a:pt x="3731" y="1047"/>
                      <a:pt x="3110" y="1116"/>
                      <a:pt x="2476" y="1116"/>
                    </a:cubicBezTo>
                    <a:cubicBezTo>
                      <a:pt x="2223" y="1116"/>
                      <a:pt x="1967" y="1105"/>
                      <a:pt x="1732" y="1080"/>
                    </a:cubicBezTo>
                    <a:cubicBezTo>
                      <a:pt x="853" y="985"/>
                      <a:pt x="231" y="802"/>
                      <a:pt x="171" y="713"/>
                    </a:cubicBezTo>
                    <a:cubicBezTo>
                      <a:pt x="128" y="648"/>
                      <a:pt x="145" y="340"/>
                      <a:pt x="173" y="113"/>
                    </a:cubicBezTo>
                    <a:close/>
                    <a:moveTo>
                      <a:pt x="128" y="1"/>
                    </a:moveTo>
                    <a:cubicBezTo>
                      <a:pt x="117" y="1"/>
                      <a:pt x="107" y="4"/>
                      <a:pt x="98" y="11"/>
                    </a:cubicBezTo>
                    <a:cubicBezTo>
                      <a:pt x="87" y="19"/>
                      <a:pt x="80" y="32"/>
                      <a:pt x="77" y="45"/>
                    </a:cubicBezTo>
                    <a:cubicBezTo>
                      <a:pt x="64" y="144"/>
                      <a:pt x="1" y="642"/>
                      <a:pt x="86" y="769"/>
                    </a:cubicBezTo>
                    <a:cubicBezTo>
                      <a:pt x="192" y="929"/>
                      <a:pt x="1000" y="1104"/>
                      <a:pt x="1720" y="1182"/>
                    </a:cubicBezTo>
                    <a:cubicBezTo>
                      <a:pt x="1958" y="1207"/>
                      <a:pt x="2215" y="1219"/>
                      <a:pt x="2472" y="1219"/>
                    </a:cubicBezTo>
                    <a:cubicBezTo>
                      <a:pt x="3120" y="1219"/>
                      <a:pt x="3757" y="1146"/>
                      <a:pt x="4029" y="1049"/>
                    </a:cubicBezTo>
                    <a:cubicBezTo>
                      <a:pt x="4620" y="838"/>
                      <a:pt x="4685" y="725"/>
                      <a:pt x="4706" y="689"/>
                    </a:cubicBezTo>
                    <a:cubicBezTo>
                      <a:pt x="4762" y="591"/>
                      <a:pt x="4735" y="204"/>
                      <a:pt x="4725" y="87"/>
                    </a:cubicBezTo>
                    <a:cubicBezTo>
                      <a:pt x="4723" y="61"/>
                      <a:pt x="4700" y="40"/>
                      <a:pt x="4673" y="40"/>
                    </a:cubicBezTo>
                    <a:cubicBezTo>
                      <a:pt x="4673" y="40"/>
                      <a:pt x="4672" y="40"/>
                      <a:pt x="4671" y="40"/>
                    </a:cubicBezTo>
                    <a:cubicBezTo>
                      <a:pt x="4651" y="41"/>
                      <a:pt x="3344" y="116"/>
                      <a:pt x="2081" y="116"/>
                    </a:cubicBezTo>
                    <a:cubicBezTo>
                      <a:pt x="1320" y="116"/>
                      <a:pt x="575" y="89"/>
                      <a:pt x="138" y="2"/>
                    </a:cubicBezTo>
                    <a:cubicBezTo>
                      <a:pt x="135" y="1"/>
                      <a:pt x="131" y="1"/>
                      <a:pt x="1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1709;p52">
                <a:extLst>
                  <a:ext uri="{FF2B5EF4-FFF2-40B4-BE49-F238E27FC236}">
                    <a16:creationId xmlns:a16="http://schemas.microsoft.com/office/drawing/2014/main" id="{9E6477EB-5590-CB8D-6B41-28328936D67F}"/>
                  </a:ext>
                </a:extLst>
              </p:cNvPr>
              <p:cNvSpPr/>
              <p:nvPr/>
            </p:nvSpPr>
            <p:spPr>
              <a:xfrm flipH="1">
                <a:off x="800568" y="2247181"/>
                <a:ext cx="601089" cy="1158721"/>
              </a:xfrm>
              <a:custGeom>
                <a:avLst/>
                <a:gdLst/>
                <a:ahLst/>
                <a:cxnLst/>
                <a:rect l="l" t="t" r="r" b="b"/>
                <a:pathLst>
                  <a:path w="5256" h="10132" extrusionOk="0">
                    <a:moveTo>
                      <a:pt x="3358" y="1"/>
                    </a:moveTo>
                    <a:cubicBezTo>
                      <a:pt x="1981" y="1"/>
                      <a:pt x="1040" y="779"/>
                      <a:pt x="1040" y="779"/>
                    </a:cubicBezTo>
                    <a:cubicBezTo>
                      <a:pt x="1040" y="779"/>
                      <a:pt x="456" y="1078"/>
                      <a:pt x="228" y="1519"/>
                    </a:cubicBezTo>
                    <a:cubicBezTo>
                      <a:pt x="1" y="1960"/>
                      <a:pt x="257" y="2999"/>
                      <a:pt x="257" y="3681"/>
                    </a:cubicBezTo>
                    <a:cubicBezTo>
                      <a:pt x="257" y="4364"/>
                      <a:pt x="319" y="6355"/>
                      <a:pt x="262" y="6698"/>
                    </a:cubicBezTo>
                    <a:cubicBezTo>
                      <a:pt x="216" y="6974"/>
                      <a:pt x="251" y="8834"/>
                      <a:pt x="266" y="9529"/>
                    </a:cubicBezTo>
                    <a:cubicBezTo>
                      <a:pt x="269" y="9681"/>
                      <a:pt x="399" y="9753"/>
                      <a:pt x="534" y="9819"/>
                    </a:cubicBezTo>
                    <a:cubicBezTo>
                      <a:pt x="895" y="9997"/>
                      <a:pt x="2007" y="10131"/>
                      <a:pt x="2748" y="10131"/>
                    </a:cubicBezTo>
                    <a:cubicBezTo>
                      <a:pt x="2885" y="10131"/>
                      <a:pt x="3008" y="10127"/>
                      <a:pt x="3113" y="10117"/>
                    </a:cubicBezTo>
                    <a:cubicBezTo>
                      <a:pt x="3872" y="10046"/>
                      <a:pt x="5256" y="9714"/>
                      <a:pt x="5087" y="9351"/>
                    </a:cubicBezTo>
                    <a:cubicBezTo>
                      <a:pt x="5087" y="9351"/>
                      <a:pt x="4923" y="7622"/>
                      <a:pt x="4923" y="7408"/>
                    </a:cubicBezTo>
                    <a:cubicBezTo>
                      <a:pt x="4923" y="7195"/>
                      <a:pt x="5243" y="3210"/>
                      <a:pt x="5046" y="2078"/>
                    </a:cubicBezTo>
                    <a:cubicBezTo>
                      <a:pt x="4823" y="809"/>
                      <a:pt x="3629" y="11"/>
                      <a:pt x="3629" y="11"/>
                    </a:cubicBezTo>
                    <a:cubicBezTo>
                      <a:pt x="3537" y="4"/>
                      <a:pt x="3447" y="1"/>
                      <a:pt x="33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1710;p52">
                <a:extLst>
                  <a:ext uri="{FF2B5EF4-FFF2-40B4-BE49-F238E27FC236}">
                    <a16:creationId xmlns:a16="http://schemas.microsoft.com/office/drawing/2014/main" id="{20B51F83-316B-A955-DD86-2FEE72C0E2F6}"/>
                  </a:ext>
                </a:extLst>
              </p:cNvPr>
              <p:cNvSpPr/>
              <p:nvPr/>
            </p:nvSpPr>
            <p:spPr>
              <a:xfrm flipH="1">
                <a:off x="800225" y="2241348"/>
                <a:ext cx="598573" cy="1170386"/>
              </a:xfrm>
              <a:custGeom>
                <a:avLst/>
                <a:gdLst/>
                <a:ahLst/>
                <a:cxnLst/>
                <a:rect l="l" t="t" r="r" b="b"/>
                <a:pathLst>
                  <a:path w="5234" h="10234" extrusionOk="0">
                    <a:moveTo>
                      <a:pt x="3335" y="103"/>
                    </a:moveTo>
                    <a:cubicBezTo>
                      <a:pt x="3417" y="103"/>
                      <a:pt x="3501" y="106"/>
                      <a:pt x="3586" y="112"/>
                    </a:cubicBezTo>
                    <a:cubicBezTo>
                      <a:pt x="3706" y="195"/>
                      <a:pt x="4766" y="969"/>
                      <a:pt x="4970" y="2138"/>
                    </a:cubicBezTo>
                    <a:cubicBezTo>
                      <a:pt x="5131" y="3054"/>
                      <a:pt x="4944" y="5917"/>
                      <a:pt x="4875" y="6995"/>
                    </a:cubicBezTo>
                    <a:cubicBezTo>
                      <a:pt x="4857" y="7259"/>
                      <a:pt x="4847" y="7418"/>
                      <a:pt x="4847" y="7459"/>
                    </a:cubicBezTo>
                    <a:cubicBezTo>
                      <a:pt x="4847" y="7673"/>
                      <a:pt x="5005" y="9336"/>
                      <a:pt x="5011" y="9406"/>
                    </a:cubicBezTo>
                    <a:cubicBezTo>
                      <a:pt x="5011" y="9412"/>
                      <a:pt x="5014" y="9418"/>
                      <a:pt x="5016" y="9423"/>
                    </a:cubicBezTo>
                    <a:cubicBezTo>
                      <a:pt x="5030" y="9454"/>
                      <a:pt x="5028" y="9484"/>
                      <a:pt x="5009" y="9517"/>
                    </a:cubicBezTo>
                    <a:cubicBezTo>
                      <a:pt x="4853" y="9788"/>
                      <a:pt x="3765" y="10054"/>
                      <a:pt x="3083" y="10117"/>
                    </a:cubicBezTo>
                    <a:cubicBezTo>
                      <a:pt x="2982" y="10126"/>
                      <a:pt x="2861" y="10131"/>
                      <a:pt x="2727" y="10131"/>
                    </a:cubicBezTo>
                    <a:cubicBezTo>
                      <a:pt x="1998" y="10131"/>
                      <a:pt x="886" y="9999"/>
                      <a:pt x="532" y="9824"/>
                    </a:cubicBezTo>
                    <a:cubicBezTo>
                      <a:pt x="397" y="9758"/>
                      <a:pt x="296" y="9698"/>
                      <a:pt x="293" y="9579"/>
                    </a:cubicBezTo>
                    <a:cubicBezTo>
                      <a:pt x="280" y="8987"/>
                      <a:pt x="241" y="7033"/>
                      <a:pt x="287" y="6756"/>
                    </a:cubicBezTo>
                    <a:cubicBezTo>
                      <a:pt x="328" y="6514"/>
                      <a:pt x="309" y="5469"/>
                      <a:pt x="296" y="4630"/>
                    </a:cubicBezTo>
                    <a:cubicBezTo>
                      <a:pt x="288" y="4259"/>
                      <a:pt x="283" y="3939"/>
                      <a:pt x="283" y="3732"/>
                    </a:cubicBezTo>
                    <a:cubicBezTo>
                      <a:pt x="283" y="3496"/>
                      <a:pt x="253" y="3214"/>
                      <a:pt x="222" y="2940"/>
                    </a:cubicBezTo>
                    <a:cubicBezTo>
                      <a:pt x="166" y="2414"/>
                      <a:pt x="107" y="1870"/>
                      <a:pt x="249" y="1593"/>
                    </a:cubicBezTo>
                    <a:cubicBezTo>
                      <a:pt x="466" y="1172"/>
                      <a:pt x="1032" y="878"/>
                      <a:pt x="1038" y="875"/>
                    </a:cubicBezTo>
                    <a:cubicBezTo>
                      <a:pt x="1041" y="874"/>
                      <a:pt x="1044" y="872"/>
                      <a:pt x="1047" y="870"/>
                    </a:cubicBezTo>
                    <a:cubicBezTo>
                      <a:pt x="1057" y="862"/>
                      <a:pt x="1993" y="103"/>
                      <a:pt x="3335" y="103"/>
                    </a:cubicBezTo>
                    <a:close/>
                    <a:moveTo>
                      <a:pt x="3335" y="0"/>
                    </a:moveTo>
                    <a:cubicBezTo>
                      <a:pt x="2003" y="0"/>
                      <a:pt x="1059" y="728"/>
                      <a:pt x="986" y="787"/>
                    </a:cubicBezTo>
                    <a:cubicBezTo>
                      <a:pt x="925" y="818"/>
                      <a:pt x="382" y="1112"/>
                      <a:pt x="158" y="1546"/>
                    </a:cubicBezTo>
                    <a:cubicBezTo>
                      <a:pt x="1" y="1850"/>
                      <a:pt x="62" y="2410"/>
                      <a:pt x="120" y="2951"/>
                    </a:cubicBezTo>
                    <a:cubicBezTo>
                      <a:pt x="151" y="3235"/>
                      <a:pt x="180" y="3501"/>
                      <a:pt x="180" y="3732"/>
                    </a:cubicBezTo>
                    <a:cubicBezTo>
                      <a:pt x="180" y="3940"/>
                      <a:pt x="186" y="4260"/>
                      <a:pt x="193" y="4632"/>
                    </a:cubicBezTo>
                    <a:cubicBezTo>
                      <a:pt x="207" y="5467"/>
                      <a:pt x="225" y="6506"/>
                      <a:pt x="186" y="6739"/>
                    </a:cubicBezTo>
                    <a:cubicBezTo>
                      <a:pt x="140" y="7017"/>
                      <a:pt x="174" y="8819"/>
                      <a:pt x="190" y="9583"/>
                    </a:cubicBezTo>
                    <a:cubicBezTo>
                      <a:pt x="194" y="9771"/>
                      <a:pt x="363" y="9855"/>
                      <a:pt x="487" y="9916"/>
                    </a:cubicBezTo>
                    <a:cubicBezTo>
                      <a:pt x="856" y="10100"/>
                      <a:pt x="1972" y="10233"/>
                      <a:pt x="2719" y="10233"/>
                    </a:cubicBezTo>
                    <a:cubicBezTo>
                      <a:pt x="2859" y="10233"/>
                      <a:pt x="2986" y="10229"/>
                      <a:pt x="3093" y="10219"/>
                    </a:cubicBezTo>
                    <a:cubicBezTo>
                      <a:pt x="3693" y="10163"/>
                      <a:pt x="4899" y="9914"/>
                      <a:pt x="5097" y="9569"/>
                    </a:cubicBezTo>
                    <a:cubicBezTo>
                      <a:pt x="5131" y="9509"/>
                      <a:pt x="5136" y="9447"/>
                      <a:pt x="5112" y="9388"/>
                    </a:cubicBezTo>
                    <a:cubicBezTo>
                      <a:pt x="5101" y="9259"/>
                      <a:pt x="4949" y="7661"/>
                      <a:pt x="4949" y="7459"/>
                    </a:cubicBezTo>
                    <a:cubicBezTo>
                      <a:pt x="4949" y="7421"/>
                      <a:pt x="4961" y="7245"/>
                      <a:pt x="4977" y="7002"/>
                    </a:cubicBezTo>
                    <a:cubicBezTo>
                      <a:pt x="5053" y="5819"/>
                      <a:pt x="5234" y="3049"/>
                      <a:pt x="5071" y="2120"/>
                    </a:cubicBezTo>
                    <a:cubicBezTo>
                      <a:pt x="4848" y="845"/>
                      <a:pt x="3644" y="27"/>
                      <a:pt x="3631" y="19"/>
                    </a:cubicBezTo>
                    <a:cubicBezTo>
                      <a:pt x="3625" y="15"/>
                      <a:pt x="3615" y="11"/>
                      <a:pt x="3607" y="10"/>
                    </a:cubicBezTo>
                    <a:cubicBezTo>
                      <a:pt x="3515" y="3"/>
                      <a:pt x="3424" y="0"/>
                      <a:pt x="3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1711;p52">
                <a:extLst>
                  <a:ext uri="{FF2B5EF4-FFF2-40B4-BE49-F238E27FC236}">
                    <a16:creationId xmlns:a16="http://schemas.microsoft.com/office/drawing/2014/main" id="{350BBBD2-253F-1649-12AB-F817A11C5913}"/>
                  </a:ext>
                </a:extLst>
              </p:cNvPr>
              <p:cNvSpPr/>
              <p:nvPr/>
            </p:nvSpPr>
            <p:spPr>
              <a:xfrm flipH="1">
                <a:off x="978631" y="2704063"/>
                <a:ext cx="48604" cy="68389"/>
              </a:xfrm>
              <a:custGeom>
                <a:avLst/>
                <a:gdLst/>
                <a:ahLst/>
                <a:cxnLst/>
                <a:rect l="l" t="t" r="r" b="b"/>
                <a:pathLst>
                  <a:path w="425" h="598" extrusionOk="0">
                    <a:moveTo>
                      <a:pt x="365" y="0"/>
                    </a:moveTo>
                    <a:cubicBezTo>
                      <a:pt x="347" y="0"/>
                      <a:pt x="330" y="10"/>
                      <a:pt x="320" y="27"/>
                    </a:cubicBezTo>
                    <a:cubicBezTo>
                      <a:pt x="189" y="270"/>
                      <a:pt x="88" y="433"/>
                      <a:pt x="19" y="512"/>
                    </a:cubicBezTo>
                    <a:cubicBezTo>
                      <a:pt x="0" y="533"/>
                      <a:pt x="2" y="566"/>
                      <a:pt x="24" y="585"/>
                    </a:cubicBezTo>
                    <a:cubicBezTo>
                      <a:pt x="34" y="593"/>
                      <a:pt x="45" y="597"/>
                      <a:pt x="58" y="597"/>
                    </a:cubicBezTo>
                    <a:cubicBezTo>
                      <a:pt x="73" y="597"/>
                      <a:pt x="86" y="591"/>
                      <a:pt x="96" y="579"/>
                    </a:cubicBezTo>
                    <a:cubicBezTo>
                      <a:pt x="170" y="494"/>
                      <a:pt x="276" y="325"/>
                      <a:pt x="411" y="76"/>
                    </a:cubicBezTo>
                    <a:cubicBezTo>
                      <a:pt x="424" y="50"/>
                      <a:pt x="415" y="20"/>
                      <a:pt x="390" y="6"/>
                    </a:cubicBezTo>
                    <a:cubicBezTo>
                      <a:pt x="382" y="2"/>
                      <a:pt x="373" y="0"/>
                      <a:pt x="3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1712;p52">
                <a:extLst>
                  <a:ext uri="{FF2B5EF4-FFF2-40B4-BE49-F238E27FC236}">
                    <a16:creationId xmlns:a16="http://schemas.microsoft.com/office/drawing/2014/main" id="{6DF16786-58E8-4511-8288-F683365FF6FA}"/>
                  </a:ext>
                </a:extLst>
              </p:cNvPr>
              <p:cNvSpPr/>
              <p:nvPr/>
            </p:nvSpPr>
            <p:spPr>
              <a:xfrm flipH="1">
                <a:off x="885769" y="2509416"/>
                <a:ext cx="77995" cy="15073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1318" extrusionOk="0">
                    <a:moveTo>
                      <a:pt x="623" y="0"/>
                    </a:moveTo>
                    <a:cubicBezTo>
                      <a:pt x="604" y="0"/>
                      <a:pt x="584" y="12"/>
                      <a:pt x="577" y="31"/>
                    </a:cubicBezTo>
                    <a:cubicBezTo>
                      <a:pt x="573" y="37"/>
                      <a:pt x="300" y="661"/>
                      <a:pt x="13" y="1244"/>
                    </a:cubicBezTo>
                    <a:cubicBezTo>
                      <a:pt x="0" y="1270"/>
                      <a:pt x="11" y="1301"/>
                      <a:pt x="36" y="1313"/>
                    </a:cubicBezTo>
                    <a:cubicBezTo>
                      <a:pt x="43" y="1317"/>
                      <a:pt x="52" y="1318"/>
                      <a:pt x="59" y="1318"/>
                    </a:cubicBezTo>
                    <a:cubicBezTo>
                      <a:pt x="78" y="1318"/>
                      <a:pt x="96" y="1307"/>
                      <a:pt x="105" y="1289"/>
                    </a:cubicBezTo>
                    <a:cubicBezTo>
                      <a:pt x="393" y="704"/>
                      <a:pt x="668" y="78"/>
                      <a:pt x="670" y="72"/>
                    </a:cubicBezTo>
                    <a:cubicBezTo>
                      <a:pt x="682" y="47"/>
                      <a:pt x="670" y="16"/>
                      <a:pt x="644" y="5"/>
                    </a:cubicBezTo>
                    <a:cubicBezTo>
                      <a:pt x="637" y="2"/>
                      <a:pt x="630" y="0"/>
                      <a:pt x="6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1713;p52">
                <a:extLst>
                  <a:ext uri="{FF2B5EF4-FFF2-40B4-BE49-F238E27FC236}">
                    <a16:creationId xmlns:a16="http://schemas.microsoft.com/office/drawing/2014/main" id="{724DAF57-4606-3F61-7DFC-E7E89B729155}"/>
                  </a:ext>
                </a:extLst>
              </p:cNvPr>
              <p:cNvSpPr/>
              <p:nvPr/>
            </p:nvSpPr>
            <p:spPr>
              <a:xfrm flipH="1">
                <a:off x="949812" y="2734941"/>
                <a:ext cx="82570" cy="10407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910" extrusionOk="0">
                    <a:moveTo>
                      <a:pt x="663" y="1"/>
                    </a:moveTo>
                    <a:cubicBezTo>
                      <a:pt x="648" y="1"/>
                      <a:pt x="632" y="8"/>
                      <a:pt x="621" y="21"/>
                    </a:cubicBezTo>
                    <a:lnTo>
                      <a:pt x="17" y="828"/>
                    </a:lnTo>
                    <a:cubicBezTo>
                      <a:pt x="0" y="850"/>
                      <a:pt x="4" y="882"/>
                      <a:pt x="27" y="899"/>
                    </a:cubicBezTo>
                    <a:cubicBezTo>
                      <a:pt x="37" y="907"/>
                      <a:pt x="47" y="910"/>
                      <a:pt x="58" y="910"/>
                    </a:cubicBezTo>
                    <a:cubicBezTo>
                      <a:pt x="74" y="910"/>
                      <a:pt x="89" y="902"/>
                      <a:pt x="99" y="889"/>
                    </a:cubicBezTo>
                    <a:lnTo>
                      <a:pt x="704" y="83"/>
                    </a:lnTo>
                    <a:cubicBezTo>
                      <a:pt x="721" y="60"/>
                      <a:pt x="716" y="28"/>
                      <a:pt x="694" y="11"/>
                    </a:cubicBezTo>
                    <a:cubicBezTo>
                      <a:pt x="685" y="4"/>
                      <a:pt x="674" y="1"/>
                      <a:pt x="6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1714;p52">
                <a:extLst>
                  <a:ext uri="{FF2B5EF4-FFF2-40B4-BE49-F238E27FC236}">
                    <a16:creationId xmlns:a16="http://schemas.microsoft.com/office/drawing/2014/main" id="{34E0E016-26C3-1939-183F-64DA47D2034A}"/>
                  </a:ext>
                </a:extLst>
              </p:cNvPr>
              <p:cNvSpPr/>
              <p:nvPr/>
            </p:nvSpPr>
            <p:spPr>
              <a:xfrm flipH="1">
                <a:off x="954043" y="2181079"/>
                <a:ext cx="328792" cy="155304"/>
              </a:xfrm>
              <a:custGeom>
                <a:avLst/>
                <a:gdLst/>
                <a:ahLst/>
                <a:cxnLst/>
                <a:rect l="l" t="t" r="r" b="b"/>
                <a:pathLst>
                  <a:path w="2875" h="1358" extrusionOk="0">
                    <a:moveTo>
                      <a:pt x="2437" y="0"/>
                    </a:moveTo>
                    <a:cubicBezTo>
                      <a:pt x="2238" y="0"/>
                      <a:pt x="1871" y="18"/>
                      <a:pt x="1409" y="120"/>
                    </a:cubicBezTo>
                    <a:cubicBezTo>
                      <a:pt x="698" y="276"/>
                      <a:pt x="327" y="645"/>
                      <a:pt x="228" y="745"/>
                    </a:cubicBezTo>
                    <a:cubicBezTo>
                      <a:pt x="129" y="845"/>
                      <a:pt x="1" y="1357"/>
                      <a:pt x="1" y="1357"/>
                    </a:cubicBezTo>
                    <a:cubicBezTo>
                      <a:pt x="1" y="1357"/>
                      <a:pt x="1252" y="858"/>
                      <a:pt x="1779" y="788"/>
                    </a:cubicBezTo>
                    <a:cubicBezTo>
                      <a:pt x="2304" y="717"/>
                      <a:pt x="2874" y="688"/>
                      <a:pt x="2874" y="688"/>
                    </a:cubicBezTo>
                    <a:lnTo>
                      <a:pt x="2604" y="5"/>
                    </a:lnTo>
                    <a:cubicBezTo>
                      <a:pt x="2604" y="5"/>
                      <a:pt x="2545" y="0"/>
                      <a:pt x="24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1715;p52">
                <a:extLst>
                  <a:ext uri="{FF2B5EF4-FFF2-40B4-BE49-F238E27FC236}">
                    <a16:creationId xmlns:a16="http://schemas.microsoft.com/office/drawing/2014/main" id="{68A78321-9142-B2F8-4519-8E5C70747031}"/>
                  </a:ext>
                </a:extLst>
              </p:cNvPr>
              <p:cNvSpPr/>
              <p:nvPr/>
            </p:nvSpPr>
            <p:spPr>
              <a:xfrm flipH="1">
                <a:off x="947982" y="2175132"/>
                <a:ext cx="341029" cy="167084"/>
              </a:xfrm>
              <a:custGeom>
                <a:avLst/>
                <a:gdLst/>
                <a:ahLst/>
                <a:cxnLst/>
                <a:rect l="l" t="t" r="r" b="b"/>
                <a:pathLst>
                  <a:path w="2982" h="1461" extrusionOk="0">
                    <a:moveTo>
                      <a:pt x="2491" y="103"/>
                    </a:moveTo>
                    <a:cubicBezTo>
                      <a:pt x="2551" y="103"/>
                      <a:pt x="2595" y="105"/>
                      <a:pt x="2622" y="107"/>
                    </a:cubicBezTo>
                    <a:lnTo>
                      <a:pt x="2854" y="693"/>
                    </a:lnTo>
                    <a:cubicBezTo>
                      <a:pt x="2684" y="704"/>
                      <a:pt x="2240" y="733"/>
                      <a:pt x="1825" y="789"/>
                    </a:cubicBezTo>
                    <a:cubicBezTo>
                      <a:pt x="1378" y="850"/>
                      <a:pt x="434" y="1206"/>
                      <a:pt x="129" y="1324"/>
                    </a:cubicBezTo>
                    <a:cubicBezTo>
                      <a:pt x="183" y="1134"/>
                      <a:pt x="262" y="888"/>
                      <a:pt x="318" y="834"/>
                    </a:cubicBezTo>
                    <a:cubicBezTo>
                      <a:pt x="622" y="529"/>
                      <a:pt x="1011" y="324"/>
                      <a:pt x="1474" y="222"/>
                    </a:cubicBezTo>
                    <a:cubicBezTo>
                      <a:pt x="1930" y="121"/>
                      <a:pt x="2293" y="103"/>
                      <a:pt x="2491" y="103"/>
                    </a:cubicBezTo>
                    <a:close/>
                    <a:moveTo>
                      <a:pt x="2483" y="1"/>
                    </a:moveTo>
                    <a:cubicBezTo>
                      <a:pt x="2279" y="1"/>
                      <a:pt x="1914" y="19"/>
                      <a:pt x="1452" y="121"/>
                    </a:cubicBezTo>
                    <a:cubicBezTo>
                      <a:pt x="970" y="227"/>
                      <a:pt x="564" y="442"/>
                      <a:pt x="246" y="761"/>
                    </a:cubicBezTo>
                    <a:cubicBezTo>
                      <a:pt x="139" y="867"/>
                      <a:pt x="18" y="1343"/>
                      <a:pt x="4" y="1396"/>
                    </a:cubicBezTo>
                    <a:cubicBezTo>
                      <a:pt x="0" y="1415"/>
                      <a:pt x="6" y="1435"/>
                      <a:pt x="20" y="1448"/>
                    </a:cubicBezTo>
                    <a:cubicBezTo>
                      <a:pt x="30" y="1456"/>
                      <a:pt x="42" y="1460"/>
                      <a:pt x="55" y="1460"/>
                    </a:cubicBezTo>
                    <a:cubicBezTo>
                      <a:pt x="61" y="1460"/>
                      <a:pt x="67" y="1459"/>
                      <a:pt x="74" y="1456"/>
                    </a:cubicBezTo>
                    <a:cubicBezTo>
                      <a:pt x="86" y="1452"/>
                      <a:pt x="1326" y="960"/>
                      <a:pt x="1840" y="891"/>
                    </a:cubicBezTo>
                    <a:cubicBezTo>
                      <a:pt x="2357" y="820"/>
                      <a:pt x="2925" y="792"/>
                      <a:pt x="2930" y="792"/>
                    </a:cubicBezTo>
                    <a:cubicBezTo>
                      <a:pt x="2947" y="791"/>
                      <a:pt x="2962" y="782"/>
                      <a:pt x="2971" y="768"/>
                    </a:cubicBezTo>
                    <a:cubicBezTo>
                      <a:pt x="2980" y="754"/>
                      <a:pt x="2982" y="736"/>
                      <a:pt x="2976" y="722"/>
                    </a:cubicBezTo>
                    <a:lnTo>
                      <a:pt x="2705" y="38"/>
                    </a:lnTo>
                    <a:cubicBezTo>
                      <a:pt x="2699" y="20"/>
                      <a:pt x="2682" y="8"/>
                      <a:pt x="2662" y="7"/>
                    </a:cubicBezTo>
                    <a:cubicBezTo>
                      <a:pt x="2655" y="6"/>
                      <a:pt x="2592" y="1"/>
                      <a:pt x="24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1716;p52">
                <a:extLst>
                  <a:ext uri="{FF2B5EF4-FFF2-40B4-BE49-F238E27FC236}">
                    <a16:creationId xmlns:a16="http://schemas.microsoft.com/office/drawing/2014/main" id="{F959AE78-EAB0-8F44-6CE8-7EF22CAED8EC}"/>
                  </a:ext>
                </a:extLst>
              </p:cNvPr>
              <p:cNvSpPr/>
              <p:nvPr/>
            </p:nvSpPr>
            <p:spPr>
              <a:xfrm flipH="1">
                <a:off x="1220392" y="2777141"/>
                <a:ext cx="608980" cy="274584"/>
              </a:xfrm>
              <a:custGeom>
                <a:avLst/>
                <a:gdLst/>
                <a:ahLst/>
                <a:cxnLst/>
                <a:rect l="l" t="t" r="r" b="b"/>
                <a:pathLst>
                  <a:path w="5325" h="2401" extrusionOk="0">
                    <a:moveTo>
                      <a:pt x="1472" y="1"/>
                    </a:moveTo>
                    <a:cubicBezTo>
                      <a:pt x="1410" y="1"/>
                      <a:pt x="1331" y="31"/>
                      <a:pt x="1210" y="102"/>
                    </a:cubicBezTo>
                    <a:cubicBezTo>
                      <a:pt x="829" y="326"/>
                      <a:pt x="881" y="259"/>
                      <a:pt x="724" y="286"/>
                    </a:cubicBezTo>
                    <a:cubicBezTo>
                      <a:pt x="567" y="312"/>
                      <a:pt x="553" y="496"/>
                      <a:pt x="553" y="496"/>
                    </a:cubicBezTo>
                    <a:cubicBezTo>
                      <a:pt x="553" y="496"/>
                      <a:pt x="158" y="574"/>
                      <a:pt x="80" y="614"/>
                    </a:cubicBezTo>
                    <a:cubicBezTo>
                      <a:pt x="1" y="654"/>
                      <a:pt x="119" y="707"/>
                      <a:pt x="212" y="772"/>
                    </a:cubicBezTo>
                    <a:cubicBezTo>
                      <a:pt x="303" y="838"/>
                      <a:pt x="619" y="850"/>
                      <a:pt x="658" y="877"/>
                    </a:cubicBezTo>
                    <a:cubicBezTo>
                      <a:pt x="698" y="903"/>
                      <a:pt x="829" y="1074"/>
                      <a:pt x="960" y="1140"/>
                    </a:cubicBezTo>
                    <a:cubicBezTo>
                      <a:pt x="1092" y="1205"/>
                      <a:pt x="1447" y="1205"/>
                      <a:pt x="1486" y="1219"/>
                    </a:cubicBezTo>
                    <a:cubicBezTo>
                      <a:pt x="1526" y="1231"/>
                      <a:pt x="1643" y="1219"/>
                      <a:pt x="1854" y="1324"/>
                    </a:cubicBezTo>
                    <a:cubicBezTo>
                      <a:pt x="2059" y="1426"/>
                      <a:pt x="4851" y="2400"/>
                      <a:pt x="5100" y="2400"/>
                    </a:cubicBezTo>
                    <a:cubicBezTo>
                      <a:pt x="5107" y="2400"/>
                      <a:pt x="5111" y="2400"/>
                      <a:pt x="5114" y="2398"/>
                    </a:cubicBezTo>
                    <a:cubicBezTo>
                      <a:pt x="5233" y="2346"/>
                      <a:pt x="5324" y="1271"/>
                      <a:pt x="5324" y="1271"/>
                    </a:cubicBezTo>
                    <a:lnTo>
                      <a:pt x="3641" y="1271"/>
                    </a:lnTo>
                    <a:cubicBezTo>
                      <a:pt x="3641" y="1271"/>
                      <a:pt x="2445" y="824"/>
                      <a:pt x="2405" y="811"/>
                    </a:cubicBezTo>
                    <a:cubicBezTo>
                      <a:pt x="2367" y="798"/>
                      <a:pt x="2209" y="535"/>
                      <a:pt x="1881" y="299"/>
                    </a:cubicBezTo>
                    <a:cubicBezTo>
                      <a:pt x="1657" y="138"/>
                      <a:pt x="1604" y="1"/>
                      <a:pt x="14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1717;p52">
                <a:extLst>
                  <a:ext uri="{FF2B5EF4-FFF2-40B4-BE49-F238E27FC236}">
                    <a16:creationId xmlns:a16="http://schemas.microsoft.com/office/drawing/2014/main" id="{A3E44E41-365E-B80F-9B11-ECD0149F1C37}"/>
                  </a:ext>
                </a:extLst>
              </p:cNvPr>
              <p:cNvSpPr/>
              <p:nvPr/>
            </p:nvSpPr>
            <p:spPr>
              <a:xfrm flipH="1">
                <a:off x="1214445" y="2771194"/>
                <a:ext cx="615042" cy="286021"/>
              </a:xfrm>
              <a:custGeom>
                <a:avLst/>
                <a:gdLst/>
                <a:ahLst/>
                <a:cxnLst/>
                <a:rect l="l" t="t" r="r" b="b"/>
                <a:pathLst>
                  <a:path w="5378" h="2501" extrusionOk="0">
                    <a:moveTo>
                      <a:pt x="1468" y="103"/>
                    </a:moveTo>
                    <a:cubicBezTo>
                      <a:pt x="1530" y="103"/>
                      <a:pt x="1572" y="143"/>
                      <a:pt x="1643" y="213"/>
                    </a:cubicBezTo>
                    <a:cubicBezTo>
                      <a:pt x="1695" y="263"/>
                      <a:pt x="1759" y="325"/>
                      <a:pt x="1851" y="392"/>
                    </a:cubicBezTo>
                    <a:cubicBezTo>
                      <a:pt x="2071" y="550"/>
                      <a:pt x="2209" y="717"/>
                      <a:pt x="2292" y="816"/>
                    </a:cubicBezTo>
                    <a:cubicBezTo>
                      <a:pt x="2343" y="877"/>
                      <a:pt x="2364" y="902"/>
                      <a:pt x="2391" y="912"/>
                    </a:cubicBezTo>
                    <a:cubicBezTo>
                      <a:pt x="2421" y="921"/>
                      <a:pt x="3211" y="1216"/>
                      <a:pt x="3624" y="1370"/>
                    </a:cubicBezTo>
                    <a:cubicBezTo>
                      <a:pt x="3630" y="1374"/>
                      <a:pt x="3637" y="1375"/>
                      <a:pt x="3643" y="1375"/>
                    </a:cubicBezTo>
                    <a:lnTo>
                      <a:pt x="5269" y="1375"/>
                    </a:lnTo>
                    <a:cubicBezTo>
                      <a:pt x="5228" y="1828"/>
                      <a:pt x="5153" y="2327"/>
                      <a:pt x="5094" y="2401"/>
                    </a:cubicBezTo>
                    <a:cubicBezTo>
                      <a:pt x="4861" y="2390"/>
                      <a:pt x="2139" y="1460"/>
                      <a:pt x="1877" y="1329"/>
                    </a:cubicBezTo>
                    <a:cubicBezTo>
                      <a:pt x="1712" y="1247"/>
                      <a:pt x="1597" y="1233"/>
                      <a:pt x="1536" y="1227"/>
                    </a:cubicBezTo>
                    <a:cubicBezTo>
                      <a:pt x="1524" y="1225"/>
                      <a:pt x="1508" y="1223"/>
                      <a:pt x="1503" y="1221"/>
                    </a:cubicBezTo>
                    <a:cubicBezTo>
                      <a:pt x="1486" y="1216"/>
                      <a:pt x="1456" y="1214"/>
                      <a:pt x="1384" y="1209"/>
                    </a:cubicBezTo>
                    <a:cubicBezTo>
                      <a:pt x="1266" y="1200"/>
                      <a:pt x="1067" y="1187"/>
                      <a:pt x="984" y="1146"/>
                    </a:cubicBezTo>
                    <a:cubicBezTo>
                      <a:pt x="902" y="1105"/>
                      <a:pt x="815" y="1014"/>
                      <a:pt x="758" y="953"/>
                    </a:cubicBezTo>
                    <a:cubicBezTo>
                      <a:pt x="723" y="916"/>
                      <a:pt x="704" y="897"/>
                      <a:pt x="687" y="886"/>
                    </a:cubicBezTo>
                    <a:cubicBezTo>
                      <a:pt x="664" y="870"/>
                      <a:pt x="621" y="863"/>
                      <a:pt x="527" y="850"/>
                    </a:cubicBezTo>
                    <a:cubicBezTo>
                      <a:pt x="432" y="836"/>
                      <a:pt x="288" y="815"/>
                      <a:pt x="242" y="782"/>
                    </a:cubicBezTo>
                    <a:cubicBezTo>
                      <a:pt x="222" y="768"/>
                      <a:pt x="201" y="754"/>
                      <a:pt x="181" y="741"/>
                    </a:cubicBezTo>
                    <a:cubicBezTo>
                      <a:pt x="164" y="730"/>
                      <a:pt x="141" y="715"/>
                      <a:pt x="125" y="703"/>
                    </a:cubicBezTo>
                    <a:cubicBezTo>
                      <a:pt x="207" y="675"/>
                      <a:pt x="429" y="625"/>
                      <a:pt x="563" y="598"/>
                    </a:cubicBezTo>
                    <a:cubicBezTo>
                      <a:pt x="586" y="594"/>
                      <a:pt x="603" y="574"/>
                      <a:pt x="605" y="552"/>
                    </a:cubicBezTo>
                    <a:cubicBezTo>
                      <a:pt x="605" y="545"/>
                      <a:pt x="618" y="407"/>
                      <a:pt x="733" y="388"/>
                    </a:cubicBezTo>
                    <a:cubicBezTo>
                      <a:pt x="767" y="382"/>
                      <a:pt x="791" y="381"/>
                      <a:pt x="811" y="380"/>
                    </a:cubicBezTo>
                    <a:cubicBezTo>
                      <a:pt x="899" y="376"/>
                      <a:pt x="945" y="368"/>
                      <a:pt x="1237" y="197"/>
                    </a:cubicBezTo>
                    <a:cubicBezTo>
                      <a:pt x="1349" y="132"/>
                      <a:pt x="1416" y="103"/>
                      <a:pt x="1468" y="103"/>
                    </a:cubicBezTo>
                    <a:close/>
                    <a:moveTo>
                      <a:pt x="1474" y="1"/>
                    </a:moveTo>
                    <a:cubicBezTo>
                      <a:pt x="1403" y="1"/>
                      <a:pt x="1315" y="33"/>
                      <a:pt x="1186" y="109"/>
                    </a:cubicBezTo>
                    <a:cubicBezTo>
                      <a:pt x="905" y="274"/>
                      <a:pt x="870" y="275"/>
                      <a:pt x="808" y="278"/>
                    </a:cubicBezTo>
                    <a:cubicBezTo>
                      <a:pt x="784" y="279"/>
                      <a:pt x="757" y="280"/>
                      <a:pt x="717" y="286"/>
                    </a:cubicBezTo>
                    <a:cubicBezTo>
                      <a:pt x="584" y="309"/>
                      <a:pt x="527" y="423"/>
                      <a:pt x="509" y="505"/>
                    </a:cubicBezTo>
                    <a:cubicBezTo>
                      <a:pt x="406" y="526"/>
                      <a:pt x="129" y="584"/>
                      <a:pt x="59" y="620"/>
                    </a:cubicBezTo>
                    <a:cubicBezTo>
                      <a:pt x="16" y="641"/>
                      <a:pt x="5" y="670"/>
                      <a:pt x="4" y="691"/>
                    </a:cubicBezTo>
                    <a:cubicBezTo>
                      <a:pt x="1" y="747"/>
                      <a:pt x="56" y="783"/>
                      <a:pt x="126" y="827"/>
                    </a:cubicBezTo>
                    <a:cubicBezTo>
                      <a:pt x="145" y="839"/>
                      <a:pt x="165" y="852"/>
                      <a:pt x="182" y="866"/>
                    </a:cubicBezTo>
                    <a:cubicBezTo>
                      <a:pt x="244" y="910"/>
                      <a:pt x="363" y="930"/>
                      <a:pt x="512" y="952"/>
                    </a:cubicBezTo>
                    <a:cubicBezTo>
                      <a:pt x="560" y="958"/>
                      <a:pt x="620" y="967"/>
                      <a:pt x="631" y="972"/>
                    </a:cubicBezTo>
                    <a:cubicBezTo>
                      <a:pt x="639" y="977"/>
                      <a:pt x="663" y="1003"/>
                      <a:pt x="683" y="1024"/>
                    </a:cubicBezTo>
                    <a:cubicBezTo>
                      <a:pt x="746" y="1089"/>
                      <a:pt x="840" y="1189"/>
                      <a:pt x="939" y="1237"/>
                    </a:cubicBezTo>
                    <a:cubicBezTo>
                      <a:pt x="1040" y="1289"/>
                      <a:pt x="1244" y="1302"/>
                      <a:pt x="1378" y="1312"/>
                    </a:cubicBezTo>
                    <a:cubicBezTo>
                      <a:pt x="1418" y="1314"/>
                      <a:pt x="1462" y="1317"/>
                      <a:pt x="1471" y="1319"/>
                    </a:cubicBezTo>
                    <a:cubicBezTo>
                      <a:pt x="1486" y="1324"/>
                      <a:pt x="1503" y="1326"/>
                      <a:pt x="1525" y="1328"/>
                    </a:cubicBezTo>
                    <a:cubicBezTo>
                      <a:pt x="1584" y="1336"/>
                      <a:pt x="1682" y="1346"/>
                      <a:pt x="1832" y="1422"/>
                    </a:cubicBezTo>
                    <a:cubicBezTo>
                      <a:pt x="1859" y="1434"/>
                      <a:pt x="4770" y="2501"/>
                      <a:pt x="5111" y="2501"/>
                    </a:cubicBezTo>
                    <a:cubicBezTo>
                      <a:pt x="5123" y="2501"/>
                      <a:pt x="5131" y="2500"/>
                      <a:pt x="5136" y="2498"/>
                    </a:cubicBezTo>
                    <a:cubicBezTo>
                      <a:pt x="5257" y="2443"/>
                      <a:pt x="5334" y="1831"/>
                      <a:pt x="5377" y="1327"/>
                    </a:cubicBezTo>
                    <a:cubicBezTo>
                      <a:pt x="5378" y="1313"/>
                      <a:pt x="5373" y="1299"/>
                      <a:pt x="5363" y="1289"/>
                    </a:cubicBezTo>
                    <a:cubicBezTo>
                      <a:pt x="5354" y="1278"/>
                      <a:pt x="5339" y="1272"/>
                      <a:pt x="5325" y="1272"/>
                    </a:cubicBezTo>
                    <a:lnTo>
                      <a:pt x="3652" y="1272"/>
                    </a:lnTo>
                    <a:cubicBezTo>
                      <a:pt x="3536" y="1228"/>
                      <a:pt x="2462" y="827"/>
                      <a:pt x="2431" y="817"/>
                    </a:cubicBezTo>
                    <a:cubicBezTo>
                      <a:pt x="2422" y="811"/>
                      <a:pt x="2396" y="780"/>
                      <a:pt x="2372" y="751"/>
                    </a:cubicBezTo>
                    <a:cubicBezTo>
                      <a:pt x="2291" y="655"/>
                      <a:pt x="2141" y="474"/>
                      <a:pt x="1912" y="308"/>
                    </a:cubicBezTo>
                    <a:cubicBezTo>
                      <a:pt x="1825" y="246"/>
                      <a:pt x="1764" y="187"/>
                      <a:pt x="1715" y="139"/>
                    </a:cubicBezTo>
                    <a:cubicBezTo>
                      <a:pt x="1629" y="56"/>
                      <a:pt x="1566" y="1"/>
                      <a:pt x="14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1718;p52">
                <a:extLst>
                  <a:ext uri="{FF2B5EF4-FFF2-40B4-BE49-F238E27FC236}">
                    <a16:creationId xmlns:a16="http://schemas.microsoft.com/office/drawing/2014/main" id="{B7A8F9C4-2A5E-EB72-9F56-3879DFD27BAC}"/>
                  </a:ext>
                </a:extLst>
              </p:cNvPr>
              <p:cNvSpPr/>
              <p:nvPr/>
            </p:nvSpPr>
            <p:spPr>
              <a:xfrm flipH="1">
                <a:off x="1692366" y="2824716"/>
                <a:ext cx="73878" cy="9149"/>
              </a:xfrm>
              <a:custGeom>
                <a:avLst/>
                <a:gdLst/>
                <a:ahLst/>
                <a:cxnLst/>
                <a:rect l="l" t="t" r="r" b="b"/>
                <a:pathLst>
                  <a:path w="646" h="80" extrusionOk="0">
                    <a:moveTo>
                      <a:pt x="1" y="80"/>
                    </a:moveTo>
                    <a:lnTo>
                      <a:pt x="645" y="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1719;p52">
                <a:extLst>
                  <a:ext uri="{FF2B5EF4-FFF2-40B4-BE49-F238E27FC236}">
                    <a16:creationId xmlns:a16="http://schemas.microsoft.com/office/drawing/2014/main" id="{2EF5D3F0-D26A-7FAB-5199-0AFE3102DA2A}"/>
                  </a:ext>
                </a:extLst>
              </p:cNvPr>
              <p:cNvSpPr/>
              <p:nvPr/>
            </p:nvSpPr>
            <p:spPr>
              <a:xfrm flipH="1">
                <a:off x="1686191" y="2818884"/>
                <a:ext cx="86229" cy="2081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182" extrusionOk="0">
                    <a:moveTo>
                      <a:pt x="700" y="1"/>
                    </a:moveTo>
                    <a:cubicBezTo>
                      <a:pt x="698" y="1"/>
                      <a:pt x="696" y="1"/>
                      <a:pt x="693" y="1"/>
                    </a:cubicBezTo>
                    <a:lnTo>
                      <a:pt x="49" y="80"/>
                    </a:lnTo>
                    <a:cubicBezTo>
                      <a:pt x="20" y="83"/>
                      <a:pt x="0" y="109"/>
                      <a:pt x="5" y="137"/>
                    </a:cubicBezTo>
                    <a:cubicBezTo>
                      <a:pt x="8" y="163"/>
                      <a:pt x="30" y="182"/>
                      <a:pt x="55" y="182"/>
                    </a:cubicBezTo>
                    <a:lnTo>
                      <a:pt x="61" y="182"/>
                    </a:lnTo>
                    <a:lnTo>
                      <a:pt x="706" y="103"/>
                    </a:lnTo>
                    <a:cubicBezTo>
                      <a:pt x="734" y="99"/>
                      <a:pt x="754" y="74"/>
                      <a:pt x="750" y="46"/>
                    </a:cubicBezTo>
                    <a:cubicBezTo>
                      <a:pt x="747" y="20"/>
                      <a:pt x="725" y="1"/>
                      <a:pt x="7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1720;p52">
                <a:extLst>
                  <a:ext uri="{FF2B5EF4-FFF2-40B4-BE49-F238E27FC236}">
                    <a16:creationId xmlns:a16="http://schemas.microsoft.com/office/drawing/2014/main" id="{312E3211-1846-BAD9-E5EC-7721CE4A40DD}"/>
                  </a:ext>
                </a:extLst>
              </p:cNvPr>
              <p:cNvSpPr/>
              <p:nvPr/>
            </p:nvSpPr>
            <p:spPr>
              <a:xfrm flipH="1">
                <a:off x="1519450" y="2868746"/>
                <a:ext cx="73078" cy="102354"/>
              </a:xfrm>
              <a:custGeom>
                <a:avLst/>
                <a:gdLst/>
                <a:ahLst/>
                <a:cxnLst/>
                <a:rect l="l" t="t" r="r" b="b"/>
                <a:pathLst>
                  <a:path w="639" h="895" extrusionOk="0">
                    <a:moveTo>
                      <a:pt x="390" y="0"/>
                    </a:moveTo>
                    <a:cubicBezTo>
                      <a:pt x="371" y="0"/>
                      <a:pt x="353" y="3"/>
                      <a:pt x="336" y="10"/>
                    </a:cubicBezTo>
                    <a:cubicBezTo>
                      <a:pt x="213" y="62"/>
                      <a:pt x="36" y="292"/>
                      <a:pt x="19" y="575"/>
                    </a:cubicBezTo>
                    <a:cubicBezTo>
                      <a:pt x="1" y="860"/>
                      <a:pt x="461" y="894"/>
                      <a:pt x="461" y="894"/>
                    </a:cubicBezTo>
                    <a:lnTo>
                      <a:pt x="639" y="114"/>
                    </a:lnTo>
                    <a:cubicBezTo>
                      <a:pt x="639" y="114"/>
                      <a:pt x="505" y="0"/>
                      <a:pt x="3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1721;p52">
                <a:extLst>
                  <a:ext uri="{FF2B5EF4-FFF2-40B4-BE49-F238E27FC236}">
                    <a16:creationId xmlns:a16="http://schemas.microsoft.com/office/drawing/2014/main" id="{F1C369F8-E0C6-D088-2A62-C4F7A00786F1}"/>
                  </a:ext>
                </a:extLst>
              </p:cNvPr>
              <p:cNvSpPr/>
              <p:nvPr/>
            </p:nvSpPr>
            <p:spPr>
              <a:xfrm flipH="1">
                <a:off x="1513275" y="2862799"/>
                <a:ext cx="85429" cy="114134"/>
              </a:xfrm>
              <a:custGeom>
                <a:avLst/>
                <a:gdLst/>
                <a:ahLst/>
                <a:cxnLst/>
                <a:rect l="l" t="t" r="r" b="b"/>
                <a:pathLst>
                  <a:path w="747" h="998" extrusionOk="0">
                    <a:moveTo>
                      <a:pt x="444" y="103"/>
                    </a:moveTo>
                    <a:cubicBezTo>
                      <a:pt x="507" y="103"/>
                      <a:pt x="589" y="153"/>
                      <a:pt x="635" y="187"/>
                    </a:cubicBezTo>
                    <a:lnTo>
                      <a:pt x="476" y="890"/>
                    </a:lnTo>
                    <a:cubicBezTo>
                      <a:pt x="370" y="874"/>
                      <a:pt x="111" y="815"/>
                      <a:pt x="123" y="631"/>
                    </a:cubicBezTo>
                    <a:cubicBezTo>
                      <a:pt x="140" y="375"/>
                      <a:pt x="300" y="156"/>
                      <a:pt x="409" y="110"/>
                    </a:cubicBezTo>
                    <a:cubicBezTo>
                      <a:pt x="420" y="104"/>
                      <a:pt x="431" y="103"/>
                      <a:pt x="444" y="103"/>
                    </a:cubicBezTo>
                    <a:close/>
                    <a:moveTo>
                      <a:pt x="445" y="0"/>
                    </a:moveTo>
                    <a:cubicBezTo>
                      <a:pt x="419" y="0"/>
                      <a:pt x="394" y="5"/>
                      <a:pt x="370" y="15"/>
                    </a:cubicBezTo>
                    <a:cubicBezTo>
                      <a:pt x="235" y="71"/>
                      <a:pt x="40" y="314"/>
                      <a:pt x="21" y="624"/>
                    </a:cubicBezTo>
                    <a:cubicBezTo>
                      <a:pt x="0" y="955"/>
                      <a:pt x="490" y="997"/>
                      <a:pt x="511" y="998"/>
                    </a:cubicBezTo>
                    <a:lnTo>
                      <a:pt x="515" y="998"/>
                    </a:lnTo>
                    <a:cubicBezTo>
                      <a:pt x="539" y="998"/>
                      <a:pt x="560" y="982"/>
                      <a:pt x="565" y="958"/>
                    </a:cubicBezTo>
                    <a:lnTo>
                      <a:pt x="742" y="178"/>
                    </a:lnTo>
                    <a:cubicBezTo>
                      <a:pt x="746" y="160"/>
                      <a:pt x="740" y="140"/>
                      <a:pt x="725" y="128"/>
                    </a:cubicBezTo>
                    <a:cubicBezTo>
                      <a:pt x="709" y="113"/>
                      <a:pt x="574" y="0"/>
                      <a:pt x="4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1722;p52">
                <a:extLst>
                  <a:ext uri="{FF2B5EF4-FFF2-40B4-BE49-F238E27FC236}">
                    <a16:creationId xmlns:a16="http://schemas.microsoft.com/office/drawing/2014/main" id="{2B0A6AA0-230E-9F37-A47C-B7E052E661C3}"/>
                  </a:ext>
                </a:extLst>
              </p:cNvPr>
              <p:cNvSpPr/>
              <p:nvPr/>
            </p:nvSpPr>
            <p:spPr>
              <a:xfrm flipH="1">
                <a:off x="1111977" y="2351023"/>
                <a:ext cx="459966" cy="767601"/>
              </a:xfrm>
              <a:custGeom>
                <a:avLst/>
                <a:gdLst/>
                <a:ahLst/>
                <a:cxnLst/>
                <a:rect l="l" t="t" r="r" b="b"/>
                <a:pathLst>
                  <a:path w="4022" h="6712" extrusionOk="0">
                    <a:moveTo>
                      <a:pt x="2880" y="0"/>
                    </a:moveTo>
                    <a:cubicBezTo>
                      <a:pt x="2643" y="0"/>
                      <a:pt x="2019" y="172"/>
                      <a:pt x="1824" y="387"/>
                    </a:cubicBezTo>
                    <a:cubicBezTo>
                      <a:pt x="1631" y="603"/>
                      <a:pt x="1609" y="1227"/>
                      <a:pt x="1674" y="2068"/>
                    </a:cubicBezTo>
                    <a:cubicBezTo>
                      <a:pt x="1738" y="2905"/>
                      <a:pt x="2068" y="4480"/>
                      <a:pt x="2069" y="4487"/>
                    </a:cubicBezTo>
                    <a:cubicBezTo>
                      <a:pt x="2069" y="4486"/>
                      <a:pt x="2068" y="4485"/>
                      <a:pt x="2067" y="4485"/>
                    </a:cubicBezTo>
                    <a:cubicBezTo>
                      <a:pt x="2060" y="4485"/>
                      <a:pt x="2027" y="4572"/>
                      <a:pt x="2019" y="4589"/>
                    </a:cubicBezTo>
                    <a:cubicBezTo>
                      <a:pt x="1975" y="4666"/>
                      <a:pt x="2085" y="4678"/>
                      <a:pt x="1983" y="4695"/>
                    </a:cubicBezTo>
                    <a:cubicBezTo>
                      <a:pt x="1951" y="4700"/>
                      <a:pt x="1799" y="4716"/>
                      <a:pt x="1735" y="4716"/>
                    </a:cubicBezTo>
                    <a:cubicBezTo>
                      <a:pt x="1725" y="4716"/>
                      <a:pt x="1717" y="4716"/>
                      <a:pt x="1712" y="4715"/>
                    </a:cubicBezTo>
                    <a:cubicBezTo>
                      <a:pt x="1562" y="4690"/>
                      <a:pt x="1412" y="4664"/>
                      <a:pt x="1261" y="4639"/>
                    </a:cubicBezTo>
                    <a:cubicBezTo>
                      <a:pt x="1017" y="4598"/>
                      <a:pt x="596" y="4543"/>
                      <a:pt x="349" y="4543"/>
                    </a:cubicBezTo>
                    <a:cubicBezTo>
                      <a:pt x="253" y="4543"/>
                      <a:pt x="0" y="5314"/>
                      <a:pt x="144" y="5482"/>
                    </a:cubicBezTo>
                    <a:cubicBezTo>
                      <a:pt x="285" y="5646"/>
                      <a:pt x="3021" y="6712"/>
                      <a:pt x="3318" y="6712"/>
                    </a:cubicBezTo>
                    <a:cubicBezTo>
                      <a:pt x="3324" y="6712"/>
                      <a:pt x="3330" y="6711"/>
                      <a:pt x="3334" y="6710"/>
                    </a:cubicBezTo>
                    <a:cubicBezTo>
                      <a:pt x="3526" y="6663"/>
                      <a:pt x="3892" y="4141"/>
                      <a:pt x="3887" y="4129"/>
                    </a:cubicBezTo>
                    <a:cubicBezTo>
                      <a:pt x="3942" y="3438"/>
                      <a:pt x="4010" y="2626"/>
                      <a:pt x="4021" y="2541"/>
                    </a:cubicBezTo>
                    <a:lnTo>
                      <a:pt x="288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1723;p52">
                <a:extLst>
                  <a:ext uri="{FF2B5EF4-FFF2-40B4-BE49-F238E27FC236}">
                    <a16:creationId xmlns:a16="http://schemas.microsoft.com/office/drawing/2014/main" id="{007E218C-B2ED-A854-3464-A026A3F01221}"/>
                  </a:ext>
                </a:extLst>
              </p:cNvPr>
              <p:cNvSpPr/>
              <p:nvPr/>
            </p:nvSpPr>
            <p:spPr>
              <a:xfrm flipH="1">
                <a:off x="1105687" y="2345076"/>
                <a:ext cx="470030" cy="779266"/>
              </a:xfrm>
              <a:custGeom>
                <a:avLst/>
                <a:gdLst/>
                <a:ahLst/>
                <a:cxnLst/>
                <a:rect l="l" t="t" r="r" b="b"/>
                <a:pathLst>
                  <a:path w="4110" h="6814" extrusionOk="0">
                    <a:moveTo>
                      <a:pt x="2913" y="1"/>
                    </a:moveTo>
                    <a:cubicBezTo>
                      <a:pt x="2670" y="1"/>
                      <a:pt x="2026" y="175"/>
                      <a:pt x="1820" y="405"/>
                    </a:cubicBezTo>
                    <a:cubicBezTo>
                      <a:pt x="1634" y="612"/>
                      <a:pt x="1581" y="1157"/>
                      <a:pt x="1656" y="2123"/>
                    </a:cubicBezTo>
                    <a:cubicBezTo>
                      <a:pt x="1716" y="2895"/>
                      <a:pt x="1995" y="4274"/>
                      <a:pt x="2047" y="4524"/>
                    </a:cubicBezTo>
                    <a:cubicBezTo>
                      <a:pt x="2039" y="4540"/>
                      <a:pt x="2031" y="4559"/>
                      <a:pt x="2020" y="4583"/>
                    </a:cubicBezTo>
                    <a:cubicBezTo>
                      <a:pt x="2015" y="4598"/>
                      <a:pt x="2010" y="4610"/>
                      <a:pt x="2006" y="4616"/>
                    </a:cubicBezTo>
                    <a:cubicBezTo>
                      <a:pt x="1989" y="4648"/>
                      <a:pt x="1987" y="4677"/>
                      <a:pt x="1992" y="4699"/>
                    </a:cubicBezTo>
                    <a:cubicBezTo>
                      <a:pt x="1940" y="4705"/>
                      <a:pt x="1817" y="4717"/>
                      <a:pt x="1770" y="4717"/>
                    </a:cubicBezTo>
                    <a:cubicBezTo>
                      <a:pt x="1763" y="4717"/>
                      <a:pt x="1758" y="4717"/>
                      <a:pt x="1754" y="4716"/>
                    </a:cubicBezTo>
                    <a:cubicBezTo>
                      <a:pt x="1603" y="4691"/>
                      <a:pt x="1453" y="4665"/>
                      <a:pt x="1302" y="4640"/>
                    </a:cubicBezTo>
                    <a:cubicBezTo>
                      <a:pt x="1086" y="4604"/>
                      <a:pt x="648" y="4543"/>
                      <a:pt x="382" y="4543"/>
                    </a:cubicBezTo>
                    <a:cubicBezTo>
                      <a:pt x="333" y="4543"/>
                      <a:pt x="291" y="4589"/>
                      <a:pt x="241" y="4700"/>
                    </a:cubicBezTo>
                    <a:cubicBezTo>
                      <a:pt x="154" y="4889"/>
                      <a:pt x="1" y="5407"/>
                      <a:pt x="138" y="5568"/>
                    </a:cubicBezTo>
                    <a:cubicBezTo>
                      <a:pt x="298" y="5753"/>
                      <a:pt x="3052" y="6814"/>
                      <a:pt x="3361" y="6814"/>
                    </a:cubicBezTo>
                    <a:cubicBezTo>
                      <a:pt x="3369" y="6814"/>
                      <a:pt x="3374" y="6814"/>
                      <a:pt x="3379" y="6811"/>
                    </a:cubicBezTo>
                    <a:cubicBezTo>
                      <a:pt x="3414" y="6803"/>
                      <a:pt x="3442" y="6772"/>
                      <a:pt x="3472" y="6709"/>
                    </a:cubicBezTo>
                    <a:cubicBezTo>
                      <a:pt x="3640" y="6349"/>
                      <a:pt x="3966" y="4440"/>
                      <a:pt x="3968" y="4184"/>
                    </a:cubicBezTo>
                    <a:lnTo>
                      <a:pt x="3970" y="4184"/>
                    </a:lnTo>
                    <a:cubicBezTo>
                      <a:pt x="4070" y="2958"/>
                      <a:pt x="4099" y="2647"/>
                      <a:pt x="4106" y="2601"/>
                    </a:cubicBezTo>
                    <a:cubicBezTo>
                      <a:pt x="4110" y="2572"/>
                      <a:pt x="4090" y="2546"/>
                      <a:pt x="4061" y="2543"/>
                    </a:cubicBezTo>
                    <a:cubicBezTo>
                      <a:pt x="4059" y="2542"/>
                      <a:pt x="4056" y="2542"/>
                      <a:pt x="4054" y="2542"/>
                    </a:cubicBezTo>
                    <a:cubicBezTo>
                      <a:pt x="4029" y="2542"/>
                      <a:pt x="4008" y="2560"/>
                      <a:pt x="4004" y="2586"/>
                    </a:cubicBezTo>
                    <a:cubicBezTo>
                      <a:pt x="3994" y="2655"/>
                      <a:pt x="3948" y="3190"/>
                      <a:pt x="3868" y="4177"/>
                    </a:cubicBezTo>
                    <a:cubicBezTo>
                      <a:pt x="3868" y="4178"/>
                      <a:pt x="3868" y="4180"/>
                      <a:pt x="3868" y="4181"/>
                    </a:cubicBezTo>
                    <a:cubicBezTo>
                      <a:pt x="3854" y="4397"/>
                      <a:pt x="3503" y="6599"/>
                      <a:pt x="3355" y="6713"/>
                    </a:cubicBezTo>
                    <a:lnTo>
                      <a:pt x="3347" y="6713"/>
                    </a:lnTo>
                    <a:cubicBezTo>
                      <a:pt x="3092" y="6713"/>
                      <a:pt x="346" y="5652"/>
                      <a:pt x="216" y="5501"/>
                    </a:cubicBezTo>
                    <a:cubicBezTo>
                      <a:pt x="184" y="5464"/>
                      <a:pt x="177" y="5362"/>
                      <a:pt x="195" y="5228"/>
                    </a:cubicBezTo>
                    <a:cubicBezTo>
                      <a:pt x="232" y="4963"/>
                      <a:pt x="344" y="4688"/>
                      <a:pt x="391" y="4645"/>
                    </a:cubicBezTo>
                    <a:cubicBezTo>
                      <a:pt x="619" y="4647"/>
                      <a:pt x="1012" y="4695"/>
                      <a:pt x="1285" y="4742"/>
                    </a:cubicBezTo>
                    <a:cubicBezTo>
                      <a:pt x="1436" y="4767"/>
                      <a:pt x="1587" y="4792"/>
                      <a:pt x="1737" y="4817"/>
                    </a:cubicBezTo>
                    <a:cubicBezTo>
                      <a:pt x="1744" y="4819"/>
                      <a:pt x="1756" y="4819"/>
                      <a:pt x="1770" y="4819"/>
                    </a:cubicBezTo>
                    <a:cubicBezTo>
                      <a:pt x="1848" y="4819"/>
                      <a:pt x="2007" y="4800"/>
                      <a:pt x="2024" y="4797"/>
                    </a:cubicBezTo>
                    <a:cubicBezTo>
                      <a:pt x="2053" y="4793"/>
                      <a:pt x="2091" y="4787"/>
                      <a:pt x="2107" y="4753"/>
                    </a:cubicBezTo>
                    <a:cubicBezTo>
                      <a:pt x="2121" y="4723"/>
                      <a:pt x="2104" y="4698"/>
                      <a:pt x="2098" y="4687"/>
                    </a:cubicBezTo>
                    <a:cubicBezTo>
                      <a:pt x="2090" y="4676"/>
                      <a:pt x="2090" y="4676"/>
                      <a:pt x="2097" y="4666"/>
                    </a:cubicBezTo>
                    <a:cubicBezTo>
                      <a:pt x="2100" y="4659"/>
                      <a:pt x="2107" y="4642"/>
                      <a:pt x="2116" y="4623"/>
                    </a:cubicBezTo>
                    <a:cubicBezTo>
                      <a:pt x="2122" y="4607"/>
                      <a:pt x="2129" y="4588"/>
                      <a:pt x="2134" y="4577"/>
                    </a:cubicBezTo>
                    <a:cubicBezTo>
                      <a:pt x="2148" y="4565"/>
                      <a:pt x="2155" y="4548"/>
                      <a:pt x="2152" y="4529"/>
                    </a:cubicBezTo>
                    <a:cubicBezTo>
                      <a:pt x="2152" y="4529"/>
                      <a:pt x="2152" y="4528"/>
                      <a:pt x="2152" y="4528"/>
                    </a:cubicBezTo>
                    <a:cubicBezTo>
                      <a:pt x="2152" y="4528"/>
                      <a:pt x="2152" y="4527"/>
                      <a:pt x="2152" y="4527"/>
                    </a:cubicBezTo>
                    <a:cubicBezTo>
                      <a:pt x="2118" y="4364"/>
                      <a:pt x="1820" y="2911"/>
                      <a:pt x="1758" y="2116"/>
                    </a:cubicBezTo>
                    <a:cubicBezTo>
                      <a:pt x="1687" y="1192"/>
                      <a:pt x="1732" y="656"/>
                      <a:pt x="1896" y="474"/>
                    </a:cubicBezTo>
                    <a:cubicBezTo>
                      <a:pt x="2075" y="275"/>
                      <a:pt x="2689" y="103"/>
                      <a:pt x="2913" y="103"/>
                    </a:cubicBezTo>
                    <a:cubicBezTo>
                      <a:pt x="2942" y="103"/>
                      <a:pt x="2965" y="80"/>
                      <a:pt x="2965" y="52"/>
                    </a:cubicBezTo>
                    <a:cubicBezTo>
                      <a:pt x="2965" y="24"/>
                      <a:pt x="2942" y="1"/>
                      <a:pt x="29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1724;p52">
                <a:extLst>
                  <a:ext uri="{FF2B5EF4-FFF2-40B4-BE49-F238E27FC236}">
                    <a16:creationId xmlns:a16="http://schemas.microsoft.com/office/drawing/2014/main" id="{73AF2397-38D7-DD0B-E222-103078957EF9}"/>
                  </a:ext>
                </a:extLst>
              </p:cNvPr>
              <p:cNvSpPr/>
              <p:nvPr/>
            </p:nvSpPr>
            <p:spPr>
              <a:xfrm flipH="1">
                <a:off x="1269569" y="2882012"/>
                <a:ext cx="82112" cy="74679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53" extrusionOk="0">
                    <a:moveTo>
                      <a:pt x="57" y="1"/>
                    </a:moveTo>
                    <a:cubicBezTo>
                      <a:pt x="44" y="1"/>
                      <a:pt x="31" y="6"/>
                      <a:pt x="21" y="15"/>
                    </a:cubicBezTo>
                    <a:cubicBezTo>
                      <a:pt x="1" y="34"/>
                      <a:pt x="0" y="67"/>
                      <a:pt x="19" y="88"/>
                    </a:cubicBezTo>
                    <a:cubicBezTo>
                      <a:pt x="33" y="101"/>
                      <a:pt x="344" y="430"/>
                      <a:pt x="629" y="643"/>
                    </a:cubicBezTo>
                    <a:cubicBezTo>
                      <a:pt x="637" y="649"/>
                      <a:pt x="649" y="652"/>
                      <a:pt x="659" y="652"/>
                    </a:cubicBezTo>
                    <a:cubicBezTo>
                      <a:pt x="675" y="652"/>
                      <a:pt x="690" y="646"/>
                      <a:pt x="700" y="632"/>
                    </a:cubicBezTo>
                    <a:cubicBezTo>
                      <a:pt x="717" y="609"/>
                      <a:pt x="713" y="578"/>
                      <a:pt x="690" y="560"/>
                    </a:cubicBezTo>
                    <a:cubicBezTo>
                      <a:pt x="414" y="353"/>
                      <a:pt x="97" y="20"/>
                      <a:pt x="94" y="17"/>
                    </a:cubicBezTo>
                    <a:cubicBezTo>
                      <a:pt x="84" y="6"/>
                      <a:pt x="70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1725;p52">
                <a:extLst>
                  <a:ext uri="{FF2B5EF4-FFF2-40B4-BE49-F238E27FC236}">
                    <a16:creationId xmlns:a16="http://schemas.microsoft.com/office/drawing/2014/main" id="{3CD0D683-1725-0635-B337-C01A60AED48B}"/>
                  </a:ext>
                </a:extLst>
              </p:cNvPr>
              <p:cNvSpPr/>
              <p:nvPr/>
            </p:nvSpPr>
            <p:spPr>
              <a:xfrm flipH="1">
                <a:off x="1259391" y="2938851"/>
                <a:ext cx="61984" cy="46317"/>
              </a:xfrm>
              <a:custGeom>
                <a:avLst/>
                <a:gdLst/>
                <a:ahLst/>
                <a:cxnLst/>
                <a:rect l="l" t="t" r="r" b="b"/>
                <a:pathLst>
                  <a:path w="542" h="405" extrusionOk="0">
                    <a:moveTo>
                      <a:pt x="58" y="0"/>
                    </a:moveTo>
                    <a:cubicBezTo>
                      <a:pt x="44" y="0"/>
                      <a:pt x="30" y="6"/>
                      <a:pt x="20" y="17"/>
                    </a:cubicBezTo>
                    <a:cubicBezTo>
                      <a:pt x="1" y="37"/>
                      <a:pt x="2" y="69"/>
                      <a:pt x="23" y="89"/>
                    </a:cubicBezTo>
                    <a:cubicBezTo>
                      <a:pt x="33" y="99"/>
                      <a:pt x="280" y="326"/>
                      <a:pt x="464" y="400"/>
                    </a:cubicBezTo>
                    <a:cubicBezTo>
                      <a:pt x="470" y="403"/>
                      <a:pt x="476" y="404"/>
                      <a:pt x="482" y="404"/>
                    </a:cubicBezTo>
                    <a:cubicBezTo>
                      <a:pt x="503" y="404"/>
                      <a:pt x="522" y="391"/>
                      <a:pt x="531" y="371"/>
                    </a:cubicBezTo>
                    <a:cubicBezTo>
                      <a:pt x="541" y="345"/>
                      <a:pt x="529" y="316"/>
                      <a:pt x="501" y="305"/>
                    </a:cubicBezTo>
                    <a:cubicBezTo>
                      <a:pt x="336" y="238"/>
                      <a:pt x="95" y="16"/>
                      <a:pt x="92" y="14"/>
                    </a:cubicBezTo>
                    <a:cubicBezTo>
                      <a:pt x="83" y="5"/>
                      <a:pt x="70" y="0"/>
                      <a:pt x="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 txBox="1">
            <a:spLocks noGrp="1"/>
          </p:cNvSpPr>
          <p:nvPr>
            <p:ph type="title"/>
          </p:nvPr>
        </p:nvSpPr>
        <p:spPr>
          <a:xfrm>
            <a:off x="57339" y="46425"/>
            <a:ext cx="307402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Handling Null Values</a:t>
            </a:r>
            <a:endParaRPr dirty="0"/>
          </a:p>
        </p:txBody>
      </p:sp>
      <p:grpSp>
        <p:nvGrpSpPr>
          <p:cNvPr id="224" name="Google Shape;224;p18"/>
          <p:cNvGrpSpPr/>
          <p:nvPr/>
        </p:nvGrpSpPr>
        <p:grpSpPr>
          <a:xfrm>
            <a:off x="7027454" y="2826184"/>
            <a:ext cx="2330260" cy="2421394"/>
            <a:chOff x="5341779" y="1332850"/>
            <a:chExt cx="3345000" cy="3504402"/>
          </a:xfrm>
        </p:grpSpPr>
        <p:grpSp>
          <p:nvGrpSpPr>
            <p:cNvPr id="225" name="Google Shape;225;p18"/>
            <p:cNvGrpSpPr/>
            <p:nvPr/>
          </p:nvGrpSpPr>
          <p:grpSpPr>
            <a:xfrm>
              <a:off x="5341779" y="1332850"/>
              <a:ext cx="3345000" cy="3504402"/>
              <a:chOff x="5341779" y="1332850"/>
              <a:chExt cx="3345000" cy="3504402"/>
            </a:xfrm>
          </p:grpSpPr>
          <p:sp>
            <p:nvSpPr>
              <p:cNvPr id="226" name="Google Shape;226;p18"/>
              <p:cNvSpPr/>
              <p:nvPr/>
            </p:nvSpPr>
            <p:spPr>
              <a:xfrm>
                <a:off x="5341779" y="4542052"/>
                <a:ext cx="3345000" cy="295200"/>
              </a:xfrm>
              <a:prstGeom prst="ellipse">
                <a:avLst/>
              </a:prstGeom>
              <a:solidFill>
                <a:srgbClr val="666666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8"/>
              <p:cNvSpPr/>
              <p:nvPr/>
            </p:nvSpPr>
            <p:spPr>
              <a:xfrm>
                <a:off x="5583923" y="4119555"/>
                <a:ext cx="2824586" cy="589910"/>
              </a:xfrm>
              <a:custGeom>
                <a:avLst/>
                <a:gdLst/>
                <a:ahLst/>
                <a:cxnLst/>
                <a:rect l="l" t="t" r="r" b="b"/>
                <a:pathLst>
                  <a:path w="99747" h="20832" extrusionOk="0">
                    <a:moveTo>
                      <a:pt x="4945" y="0"/>
                    </a:moveTo>
                    <a:lnTo>
                      <a:pt x="4318" y="480"/>
                    </a:lnTo>
                    <a:lnTo>
                      <a:pt x="3727" y="997"/>
                    </a:lnTo>
                    <a:lnTo>
                      <a:pt x="3192" y="1532"/>
                    </a:lnTo>
                    <a:lnTo>
                      <a:pt x="2694" y="2085"/>
                    </a:lnTo>
                    <a:lnTo>
                      <a:pt x="2233" y="2657"/>
                    </a:lnTo>
                    <a:lnTo>
                      <a:pt x="1827" y="3248"/>
                    </a:lnTo>
                    <a:lnTo>
                      <a:pt x="1458" y="3856"/>
                    </a:lnTo>
                    <a:lnTo>
                      <a:pt x="1126" y="4465"/>
                    </a:lnTo>
                    <a:lnTo>
                      <a:pt x="849" y="5093"/>
                    </a:lnTo>
                    <a:lnTo>
                      <a:pt x="609" y="5738"/>
                    </a:lnTo>
                    <a:lnTo>
                      <a:pt x="406" y="6384"/>
                    </a:lnTo>
                    <a:lnTo>
                      <a:pt x="240" y="7048"/>
                    </a:lnTo>
                    <a:lnTo>
                      <a:pt x="111" y="7713"/>
                    </a:lnTo>
                    <a:lnTo>
                      <a:pt x="37" y="8395"/>
                    </a:lnTo>
                    <a:lnTo>
                      <a:pt x="0" y="9078"/>
                    </a:lnTo>
                    <a:lnTo>
                      <a:pt x="0" y="9779"/>
                    </a:lnTo>
                    <a:lnTo>
                      <a:pt x="19" y="10462"/>
                    </a:lnTo>
                    <a:lnTo>
                      <a:pt x="92" y="11163"/>
                    </a:lnTo>
                    <a:lnTo>
                      <a:pt x="203" y="11864"/>
                    </a:lnTo>
                    <a:lnTo>
                      <a:pt x="369" y="12584"/>
                    </a:lnTo>
                    <a:lnTo>
                      <a:pt x="554" y="13285"/>
                    </a:lnTo>
                    <a:lnTo>
                      <a:pt x="775" y="13986"/>
                    </a:lnTo>
                    <a:lnTo>
                      <a:pt x="1033" y="14687"/>
                    </a:lnTo>
                    <a:lnTo>
                      <a:pt x="1329" y="15407"/>
                    </a:lnTo>
                    <a:lnTo>
                      <a:pt x="1661" y="16089"/>
                    </a:lnTo>
                    <a:lnTo>
                      <a:pt x="2030" y="16790"/>
                    </a:lnTo>
                    <a:lnTo>
                      <a:pt x="2417" y="17492"/>
                    </a:lnTo>
                    <a:lnTo>
                      <a:pt x="2860" y="18174"/>
                    </a:lnTo>
                    <a:lnTo>
                      <a:pt x="3321" y="18839"/>
                    </a:lnTo>
                    <a:lnTo>
                      <a:pt x="3838" y="19521"/>
                    </a:lnTo>
                    <a:lnTo>
                      <a:pt x="4373" y="20167"/>
                    </a:lnTo>
                    <a:lnTo>
                      <a:pt x="4945" y="20831"/>
                    </a:lnTo>
                    <a:lnTo>
                      <a:pt x="99746" y="20831"/>
                    </a:lnTo>
                    <a:lnTo>
                      <a:pt x="99746" y="18027"/>
                    </a:lnTo>
                    <a:lnTo>
                      <a:pt x="96757" y="18027"/>
                    </a:lnTo>
                    <a:lnTo>
                      <a:pt x="96757" y="2491"/>
                    </a:lnTo>
                    <a:lnTo>
                      <a:pt x="99746" y="2491"/>
                    </a:lnTo>
                    <a:lnTo>
                      <a:pt x="9974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18"/>
              <p:cNvSpPr/>
              <p:nvPr/>
            </p:nvSpPr>
            <p:spPr>
              <a:xfrm>
                <a:off x="5680574" y="4190096"/>
                <a:ext cx="2643297" cy="439941"/>
              </a:xfrm>
              <a:custGeom>
                <a:avLst/>
                <a:gdLst/>
                <a:ahLst/>
                <a:cxnLst/>
                <a:rect l="l" t="t" r="r" b="b"/>
                <a:pathLst>
                  <a:path w="93345" h="15536" extrusionOk="0">
                    <a:moveTo>
                      <a:pt x="3303" y="0"/>
                    </a:moveTo>
                    <a:lnTo>
                      <a:pt x="2897" y="314"/>
                    </a:lnTo>
                    <a:lnTo>
                      <a:pt x="2528" y="646"/>
                    </a:lnTo>
                    <a:lnTo>
                      <a:pt x="2178" y="1033"/>
                    </a:lnTo>
                    <a:lnTo>
                      <a:pt x="1846" y="1421"/>
                    </a:lnTo>
                    <a:lnTo>
                      <a:pt x="1551" y="1864"/>
                    </a:lnTo>
                    <a:lnTo>
                      <a:pt x="1274" y="2306"/>
                    </a:lnTo>
                    <a:lnTo>
                      <a:pt x="1034" y="2786"/>
                    </a:lnTo>
                    <a:lnTo>
                      <a:pt x="812" y="3266"/>
                    </a:lnTo>
                    <a:lnTo>
                      <a:pt x="628" y="3782"/>
                    </a:lnTo>
                    <a:lnTo>
                      <a:pt x="462" y="4299"/>
                    </a:lnTo>
                    <a:lnTo>
                      <a:pt x="314" y="4853"/>
                    </a:lnTo>
                    <a:lnTo>
                      <a:pt x="204" y="5388"/>
                    </a:lnTo>
                    <a:lnTo>
                      <a:pt x="111" y="5960"/>
                    </a:lnTo>
                    <a:lnTo>
                      <a:pt x="56" y="6513"/>
                    </a:lnTo>
                    <a:lnTo>
                      <a:pt x="19" y="7085"/>
                    </a:lnTo>
                    <a:lnTo>
                      <a:pt x="1" y="7657"/>
                    </a:lnTo>
                    <a:lnTo>
                      <a:pt x="19" y="8229"/>
                    </a:lnTo>
                    <a:lnTo>
                      <a:pt x="56" y="8801"/>
                    </a:lnTo>
                    <a:lnTo>
                      <a:pt x="130" y="9373"/>
                    </a:lnTo>
                    <a:lnTo>
                      <a:pt x="222" y="9945"/>
                    </a:lnTo>
                    <a:lnTo>
                      <a:pt x="333" y="10499"/>
                    </a:lnTo>
                    <a:lnTo>
                      <a:pt x="480" y="11052"/>
                    </a:lnTo>
                    <a:lnTo>
                      <a:pt x="646" y="11587"/>
                    </a:lnTo>
                    <a:lnTo>
                      <a:pt x="849" y="12104"/>
                    </a:lnTo>
                    <a:lnTo>
                      <a:pt x="1071" y="12620"/>
                    </a:lnTo>
                    <a:lnTo>
                      <a:pt x="1311" y="13100"/>
                    </a:lnTo>
                    <a:lnTo>
                      <a:pt x="1587" y="13561"/>
                    </a:lnTo>
                    <a:lnTo>
                      <a:pt x="1883" y="14023"/>
                    </a:lnTo>
                    <a:lnTo>
                      <a:pt x="2196" y="14447"/>
                    </a:lnTo>
                    <a:lnTo>
                      <a:pt x="2547" y="14835"/>
                    </a:lnTo>
                    <a:lnTo>
                      <a:pt x="2916" y="15204"/>
                    </a:lnTo>
                    <a:lnTo>
                      <a:pt x="3303" y="15536"/>
                    </a:lnTo>
                    <a:lnTo>
                      <a:pt x="93344" y="15536"/>
                    </a:lnTo>
                    <a:lnTo>
                      <a:pt x="9334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18"/>
              <p:cNvSpPr/>
              <p:nvPr/>
            </p:nvSpPr>
            <p:spPr>
              <a:xfrm>
                <a:off x="5859264" y="3535402"/>
                <a:ext cx="2825124" cy="589910"/>
              </a:xfrm>
              <a:custGeom>
                <a:avLst/>
                <a:gdLst/>
                <a:ahLst/>
                <a:cxnLst/>
                <a:rect l="l" t="t" r="r" b="b"/>
                <a:pathLst>
                  <a:path w="99766" h="20832" extrusionOk="0">
                    <a:moveTo>
                      <a:pt x="1" y="0"/>
                    </a:moveTo>
                    <a:lnTo>
                      <a:pt x="1" y="2491"/>
                    </a:lnTo>
                    <a:lnTo>
                      <a:pt x="2990" y="2491"/>
                    </a:lnTo>
                    <a:lnTo>
                      <a:pt x="2990" y="18045"/>
                    </a:lnTo>
                    <a:lnTo>
                      <a:pt x="1" y="18045"/>
                    </a:lnTo>
                    <a:lnTo>
                      <a:pt x="1" y="20831"/>
                    </a:lnTo>
                    <a:lnTo>
                      <a:pt x="94802" y="20831"/>
                    </a:lnTo>
                    <a:lnTo>
                      <a:pt x="95374" y="20167"/>
                    </a:lnTo>
                    <a:lnTo>
                      <a:pt x="95909" y="19521"/>
                    </a:lnTo>
                    <a:lnTo>
                      <a:pt x="96426" y="18838"/>
                    </a:lnTo>
                    <a:lnTo>
                      <a:pt x="96887" y="18174"/>
                    </a:lnTo>
                    <a:lnTo>
                      <a:pt x="97330" y="17492"/>
                    </a:lnTo>
                    <a:lnTo>
                      <a:pt x="97717" y="16790"/>
                    </a:lnTo>
                    <a:lnTo>
                      <a:pt x="98086" y="16108"/>
                    </a:lnTo>
                    <a:lnTo>
                      <a:pt x="98418" y="15407"/>
                    </a:lnTo>
                    <a:lnTo>
                      <a:pt x="98714" y="14705"/>
                    </a:lnTo>
                    <a:lnTo>
                      <a:pt x="98972" y="13986"/>
                    </a:lnTo>
                    <a:lnTo>
                      <a:pt x="99193" y="13285"/>
                    </a:lnTo>
                    <a:lnTo>
                      <a:pt x="99396" y="12584"/>
                    </a:lnTo>
                    <a:lnTo>
                      <a:pt x="99544" y="11882"/>
                    </a:lnTo>
                    <a:lnTo>
                      <a:pt x="99655" y="11163"/>
                    </a:lnTo>
                    <a:lnTo>
                      <a:pt x="99728" y="10462"/>
                    </a:lnTo>
                    <a:lnTo>
                      <a:pt x="99765" y="9779"/>
                    </a:lnTo>
                    <a:lnTo>
                      <a:pt x="99747" y="9078"/>
                    </a:lnTo>
                    <a:lnTo>
                      <a:pt x="99710" y="8395"/>
                    </a:lnTo>
                    <a:lnTo>
                      <a:pt x="99636" y="7713"/>
                    </a:lnTo>
                    <a:lnTo>
                      <a:pt x="99507" y="7048"/>
                    </a:lnTo>
                    <a:lnTo>
                      <a:pt x="99341" y="6384"/>
                    </a:lnTo>
                    <a:lnTo>
                      <a:pt x="99138" y="5738"/>
                    </a:lnTo>
                    <a:lnTo>
                      <a:pt x="98898" y="5093"/>
                    </a:lnTo>
                    <a:lnTo>
                      <a:pt x="98621" y="4465"/>
                    </a:lnTo>
                    <a:lnTo>
                      <a:pt x="98289" y="3856"/>
                    </a:lnTo>
                    <a:lnTo>
                      <a:pt x="97920" y="3247"/>
                    </a:lnTo>
                    <a:lnTo>
                      <a:pt x="97514" y="2657"/>
                    </a:lnTo>
                    <a:lnTo>
                      <a:pt x="97053" y="2085"/>
                    </a:lnTo>
                    <a:lnTo>
                      <a:pt x="96555" y="1550"/>
                    </a:lnTo>
                    <a:lnTo>
                      <a:pt x="96020" y="1015"/>
                    </a:lnTo>
                    <a:lnTo>
                      <a:pt x="95429" y="498"/>
                    </a:lnTo>
                    <a:lnTo>
                      <a:pt x="9480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8"/>
              <p:cNvSpPr/>
              <p:nvPr/>
            </p:nvSpPr>
            <p:spPr>
              <a:xfrm>
                <a:off x="5537934" y="3535402"/>
                <a:ext cx="2825095" cy="589910"/>
              </a:xfrm>
              <a:custGeom>
                <a:avLst/>
                <a:gdLst/>
                <a:ahLst/>
                <a:cxnLst/>
                <a:rect l="l" t="t" r="r" b="b"/>
                <a:pathLst>
                  <a:path w="99765" h="20832" extrusionOk="0">
                    <a:moveTo>
                      <a:pt x="1" y="0"/>
                    </a:moveTo>
                    <a:lnTo>
                      <a:pt x="1" y="2491"/>
                    </a:lnTo>
                    <a:lnTo>
                      <a:pt x="3008" y="2491"/>
                    </a:lnTo>
                    <a:lnTo>
                      <a:pt x="3008" y="18045"/>
                    </a:lnTo>
                    <a:lnTo>
                      <a:pt x="1" y="18045"/>
                    </a:lnTo>
                    <a:lnTo>
                      <a:pt x="1" y="20831"/>
                    </a:lnTo>
                    <a:lnTo>
                      <a:pt x="94820" y="20831"/>
                    </a:lnTo>
                    <a:lnTo>
                      <a:pt x="95392" y="20167"/>
                    </a:lnTo>
                    <a:lnTo>
                      <a:pt x="95927" y="19521"/>
                    </a:lnTo>
                    <a:lnTo>
                      <a:pt x="96425" y="18838"/>
                    </a:lnTo>
                    <a:lnTo>
                      <a:pt x="96905" y="18174"/>
                    </a:lnTo>
                    <a:lnTo>
                      <a:pt x="97329" y="17492"/>
                    </a:lnTo>
                    <a:lnTo>
                      <a:pt x="97735" y="16790"/>
                    </a:lnTo>
                    <a:lnTo>
                      <a:pt x="98104" y="16108"/>
                    </a:lnTo>
                    <a:lnTo>
                      <a:pt x="98436" y="15407"/>
                    </a:lnTo>
                    <a:lnTo>
                      <a:pt x="98732" y="14705"/>
                    </a:lnTo>
                    <a:lnTo>
                      <a:pt x="98990" y="13986"/>
                    </a:lnTo>
                    <a:lnTo>
                      <a:pt x="99211" y="13285"/>
                    </a:lnTo>
                    <a:lnTo>
                      <a:pt x="99396" y="12584"/>
                    </a:lnTo>
                    <a:lnTo>
                      <a:pt x="99543" y="11882"/>
                    </a:lnTo>
                    <a:lnTo>
                      <a:pt x="99654" y="11163"/>
                    </a:lnTo>
                    <a:lnTo>
                      <a:pt x="99728" y="10462"/>
                    </a:lnTo>
                    <a:lnTo>
                      <a:pt x="99765" y="9779"/>
                    </a:lnTo>
                    <a:lnTo>
                      <a:pt x="99765" y="9078"/>
                    </a:lnTo>
                    <a:lnTo>
                      <a:pt x="99728" y="8395"/>
                    </a:lnTo>
                    <a:lnTo>
                      <a:pt x="99636" y="7713"/>
                    </a:lnTo>
                    <a:lnTo>
                      <a:pt x="99525" y="7048"/>
                    </a:lnTo>
                    <a:lnTo>
                      <a:pt x="99359" y="6384"/>
                    </a:lnTo>
                    <a:lnTo>
                      <a:pt x="99156" y="5738"/>
                    </a:lnTo>
                    <a:lnTo>
                      <a:pt x="98916" y="5093"/>
                    </a:lnTo>
                    <a:lnTo>
                      <a:pt x="98621" y="4465"/>
                    </a:lnTo>
                    <a:lnTo>
                      <a:pt x="98289" y="3856"/>
                    </a:lnTo>
                    <a:lnTo>
                      <a:pt x="97938" y="3247"/>
                    </a:lnTo>
                    <a:lnTo>
                      <a:pt x="97514" y="2657"/>
                    </a:lnTo>
                    <a:lnTo>
                      <a:pt x="97071" y="2085"/>
                    </a:lnTo>
                    <a:lnTo>
                      <a:pt x="96573" y="1550"/>
                    </a:lnTo>
                    <a:lnTo>
                      <a:pt x="96019" y="1015"/>
                    </a:lnTo>
                    <a:lnTo>
                      <a:pt x="95447" y="498"/>
                    </a:lnTo>
                    <a:lnTo>
                      <a:pt x="94820" y="0"/>
                    </a:lnTo>
                    <a:close/>
                  </a:path>
                </a:pathLst>
              </a:custGeom>
              <a:solidFill>
                <a:srgbClr val="EA9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8"/>
              <p:cNvSpPr/>
              <p:nvPr/>
            </p:nvSpPr>
            <p:spPr>
              <a:xfrm>
                <a:off x="5623116" y="3605915"/>
                <a:ext cx="2642731" cy="440507"/>
              </a:xfrm>
              <a:custGeom>
                <a:avLst/>
                <a:gdLst/>
                <a:ahLst/>
                <a:cxnLst/>
                <a:rect l="l" t="t" r="r" b="b"/>
                <a:pathLst>
                  <a:path w="93325" h="15556" extrusionOk="0">
                    <a:moveTo>
                      <a:pt x="0" y="1"/>
                    </a:moveTo>
                    <a:lnTo>
                      <a:pt x="0" y="15555"/>
                    </a:lnTo>
                    <a:lnTo>
                      <a:pt x="90041" y="15555"/>
                    </a:lnTo>
                    <a:lnTo>
                      <a:pt x="90428" y="15204"/>
                    </a:lnTo>
                    <a:lnTo>
                      <a:pt x="90797" y="14835"/>
                    </a:lnTo>
                    <a:lnTo>
                      <a:pt x="91148" y="14448"/>
                    </a:lnTo>
                    <a:lnTo>
                      <a:pt x="91461" y="14024"/>
                    </a:lnTo>
                    <a:lnTo>
                      <a:pt x="91757" y="13581"/>
                    </a:lnTo>
                    <a:lnTo>
                      <a:pt x="92033" y="13101"/>
                    </a:lnTo>
                    <a:lnTo>
                      <a:pt x="92273" y="12621"/>
                    </a:lnTo>
                    <a:lnTo>
                      <a:pt x="92495" y="12105"/>
                    </a:lnTo>
                    <a:lnTo>
                      <a:pt x="92679" y="11588"/>
                    </a:lnTo>
                    <a:lnTo>
                      <a:pt x="92845" y="11053"/>
                    </a:lnTo>
                    <a:lnTo>
                      <a:pt x="92993" y="10499"/>
                    </a:lnTo>
                    <a:lnTo>
                      <a:pt x="93122" y="9946"/>
                    </a:lnTo>
                    <a:lnTo>
                      <a:pt x="93214" y="9374"/>
                    </a:lnTo>
                    <a:lnTo>
                      <a:pt x="93270" y="8802"/>
                    </a:lnTo>
                    <a:lnTo>
                      <a:pt x="93325" y="8230"/>
                    </a:lnTo>
                    <a:lnTo>
                      <a:pt x="93325" y="7658"/>
                    </a:lnTo>
                    <a:lnTo>
                      <a:pt x="93325" y="7086"/>
                    </a:lnTo>
                    <a:lnTo>
                      <a:pt x="93288" y="6514"/>
                    </a:lnTo>
                    <a:lnTo>
                      <a:pt x="93233" y="5961"/>
                    </a:lnTo>
                    <a:lnTo>
                      <a:pt x="93140" y="5389"/>
                    </a:lnTo>
                    <a:lnTo>
                      <a:pt x="93030" y="4854"/>
                    </a:lnTo>
                    <a:lnTo>
                      <a:pt x="92882" y="4300"/>
                    </a:lnTo>
                    <a:lnTo>
                      <a:pt x="92716" y="3783"/>
                    </a:lnTo>
                    <a:lnTo>
                      <a:pt x="92532" y="3267"/>
                    </a:lnTo>
                    <a:lnTo>
                      <a:pt x="92310" y="2787"/>
                    </a:lnTo>
                    <a:lnTo>
                      <a:pt x="92052" y="2307"/>
                    </a:lnTo>
                    <a:lnTo>
                      <a:pt x="91794" y="1864"/>
                    </a:lnTo>
                    <a:lnTo>
                      <a:pt x="91498" y="1440"/>
                    </a:lnTo>
                    <a:lnTo>
                      <a:pt x="91166" y="1034"/>
                    </a:lnTo>
                    <a:lnTo>
                      <a:pt x="90816" y="647"/>
                    </a:lnTo>
                    <a:lnTo>
                      <a:pt x="90428" y="315"/>
                    </a:lnTo>
                    <a:lnTo>
                      <a:pt x="9004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8"/>
              <p:cNvSpPr/>
              <p:nvPr/>
            </p:nvSpPr>
            <p:spPr>
              <a:xfrm>
                <a:off x="5587038" y="2938166"/>
                <a:ext cx="2942670" cy="597244"/>
              </a:xfrm>
              <a:custGeom>
                <a:avLst/>
                <a:gdLst/>
                <a:ahLst/>
                <a:cxnLst/>
                <a:rect l="l" t="t" r="r" b="b"/>
                <a:pathLst>
                  <a:path w="103917" h="21091" extrusionOk="0">
                    <a:moveTo>
                      <a:pt x="1219" y="1"/>
                    </a:moveTo>
                    <a:lnTo>
                      <a:pt x="1071" y="19"/>
                    </a:lnTo>
                    <a:lnTo>
                      <a:pt x="942" y="56"/>
                    </a:lnTo>
                    <a:lnTo>
                      <a:pt x="831" y="93"/>
                    </a:lnTo>
                    <a:lnTo>
                      <a:pt x="702" y="148"/>
                    </a:lnTo>
                    <a:lnTo>
                      <a:pt x="591" y="222"/>
                    </a:lnTo>
                    <a:lnTo>
                      <a:pt x="499" y="296"/>
                    </a:lnTo>
                    <a:lnTo>
                      <a:pt x="407" y="388"/>
                    </a:lnTo>
                    <a:lnTo>
                      <a:pt x="315" y="480"/>
                    </a:lnTo>
                    <a:lnTo>
                      <a:pt x="241" y="591"/>
                    </a:lnTo>
                    <a:lnTo>
                      <a:pt x="167" y="702"/>
                    </a:lnTo>
                    <a:lnTo>
                      <a:pt x="112" y="813"/>
                    </a:lnTo>
                    <a:lnTo>
                      <a:pt x="75" y="942"/>
                    </a:lnTo>
                    <a:lnTo>
                      <a:pt x="38" y="1071"/>
                    </a:lnTo>
                    <a:lnTo>
                      <a:pt x="19" y="1200"/>
                    </a:lnTo>
                    <a:lnTo>
                      <a:pt x="1" y="1329"/>
                    </a:lnTo>
                    <a:lnTo>
                      <a:pt x="1" y="19743"/>
                    </a:lnTo>
                    <a:lnTo>
                      <a:pt x="19" y="19872"/>
                    </a:lnTo>
                    <a:lnTo>
                      <a:pt x="38" y="20020"/>
                    </a:lnTo>
                    <a:lnTo>
                      <a:pt x="75" y="20149"/>
                    </a:lnTo>
                    <a:lnTo>
                      <a:pt x="112" y="20260"/>
                    </a:lnTo>
                    <a:lnTo>
                      <a:pt x="167" y="20389"/>
                    </a:lnTo>
                    <a:lnTo>
                      <a:pt x="241" y="20500"/>
                    </a:lnTo>
                    <a:lnTo>
                      <a:pt x="315" y="20592"/>
                    </a:lnTo>
                    <a:lnTo>
                      <a:pt x="407" y="20684"/>
                    </a:lnTo>
                    <a:lnTo>
                      <a:pt x="499" y="20776"/>
                    </a:lnTo>
                    <a:lnTo>
                      <a:pt x="591" y="20850"/>
                    </a:lnTo>
                    <a:lnTo>
                      <a:pt x="702" y="20924"/>
                    </a:lnTo>
                    <a:lnTo>
                      <a:pt x="831" y="20979"/>
                    </a:lnTo>
                    <a:lnTo>
                      <a:pt x="942" y="21016"/>
                    </a:lnTo>
                    <a:lnTo>
                      <a:pt x="1071" y="21053"/>
                    </a:lnTo>
                    <a:lnTo>
                      <a:pt x="1219" y="21072"/>
                    </a:lnTo>
                    <a:lnTo>
                      <a:pt x="1348" y="21090"/>
                    </a:lnTo>
                    <a:lnTo>
                      <a:pt x="102570" y="21090"/>
                    </a:lnTo>
                    <a:lnTo>
                      <a:pt x="102717" y="21072"/>
                    </a:lnTo>
                    <a:lnTo>
                      <a:pt x="102847" y="21053"/>
                    </a:lnTo>
                    <a:lnTo>
                      <a:pt x="102976" y="21016"/>
                    </a:lnTo>
                    <a:lnTo>
                      <a:pt x="103086" y="20979"/>
                    </a:lnTo>
                    <a:lnTo>
                      <a:pt x="103216" y="20924"/>
                    </a:lnTo>
                    <a:lnTo>
                      <a:pt x="103326" y="20850"/>
                    </a:lnTo>
                    <a:lnTo>
                      <a:pt x="103419" y="20776"/>
                    </a:lnTo>
                    <a:lnTo>
                      <a:pt x="103529" y="20684"/>
                    </a:lnTo>
                    <a:lnTo>
                      <a:pt x="103603" y="20592"/>
                    </a:lnTo>
                    <a:lnTo>
                      <a:pt x="103677" y="20500"/>
                    </a:lnTo>
                    <a:lnTo>
                      <a:pt x="103751" y="20389"/>
                    </a:lnTo>
                    <a:lnTo>
                      <a:pt x="103806" y="20260"/>
                    </a:lnTo>
                    <a:lnTo>
                      <a:pt x="103861" y="20149"/>
                    </a:lnTo>
                    <a:lnTo>
                      <a:pt x="103880" y="20020"/>
                    </a:lnTo>
                    <a:lnTo>
                      <a:pt x="103898" y="19872"/>
                    </a:lnTo>
                    <a:lnTo>
                      <a:pt x="103917" y="19743"/>
                    </a:lnTo>
                    <a:lnTo>
                      <a:pt x="103917" y="1329"/>
                    </a:lnTo>
                    <a:lnTo>
                      <a:pt x="103898" y="1200"/>
                    </a:lnTo>
                    <a:lnTo>
                      <a:pt x="103880" y="1071"/>
                    </a:lnTo>
                    <a:lnTo>
                      <a:pt x="103861" y="942"/>
                    </a:lnTo>
                    <a:lnTo>
                      <a:pt x="103806" y="813"/>
                    </a:lnTo>
                    <a:lnTo>
                      <a:pt x="103751" y="702"/>
                    </a:lnTo>
                    <a:lnTo>
                      <a:pt x="103677" y="591"/>
                    </a:lnTo>
                    <a:lnTo>
                      <a:pt x="103603" y="480"/>
                    </a:lnTo>
                    <a:lnTo>
                      <a:pt x="103529" y="388"/>
                    </a:lnTo>
                    <a:lnTo>
                      <a:pt x="103419" y="296"/>
                    </a:lnTo>
                    <a:lnTo>
                      <a:pt x="103326" y="222"/>
                    </a:lnTo>
                    <a:lnTo>
                      <a:pt x="103216" y="148"/>
                    </a:lnTo>
                    <a:lnTo>
                      <a:pt x="103086" y="93"/>
                    </a:lnTo>
                    <a:lnTo>
                      <a:pt x="102976" y="56"/>
                    </a:lnTo>
                    <a:lnTo>
                      <a:pt x="102847" y="19"/>
                    </a:lnTo>
                    <a:lnTo>
                      <a:pt x="10271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8"/>
              <p:cNvSpPr/>
              <p:nvPr/>
            </p:nvSpPr>
            <p:spPr>
              <a:xfrm>
                <a:off x="7794096" y="2938166"/>
                <a:ext cx="352185" cy="593563"/>
              </a:xfrm>
              <a:custGeom>
                <a:avLst/>
                <a:gdLst/>
                <a:ahLst/>
                <a:cxnLst/>
                <a:rect l="l" t="t" r="r" b="b"/>
                <a:pathLst>
                  <a:path w="12437" h="20961" extrusionOk="0">
                    <a:moveTo>
                      <a:pt x="1" y="1"/>
                    </a:moveTo>
                    <a:lnTo>
                      <a:pt x="1" y="20961"/>
                    </a:lnTo>
                    <a:lnTo>
                      <a:pt x="12437" y="20961"/>
                    </a:lnTo>
                    <a:lnTo>
                      <a:pt x="12437" y="1"/>
                    </a:lnTo>
                    <a:close/>
                  </a:path>
                </a:pathLst>
              </a:custGeom>
              <a:solidFill>
                <a:srgbClr val="EACC07"/>
              </a:solidFill>
              <a:ln w="9525" cap="flat" cmpd="sng">
                <a:solidFill>
                  <a:srgbClr val="EACC0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8"/>
              <p:cNvSpPr/>
              <p:nvPr/>
            </p:nvSpPr>
            <p:spPr>
              <a:xfrm>
                <a:off x="7446628" y="3019157"/>
                <a:ext cx="227843" cy="431587"/>
              </a:xfrm>
              <a:custGeom>
                <a:avLst/>
                <a:gdLst/>
                <a:ahLst/>
                <a:cxnLst/>
                <a:rect l="l" t="t" r="r" b="b"/>
                <a:pathLst>
                  <a:path w="8046" h="15241" extrusionOk="0">
                    <a:moveTo>
                      <a:pt x="1" y="1"/>
                    </a:moveTo>
                    <a:lnTo>
                      <a:pt x="1" y="15241"/>
                    </a:lnTo>
                    <a:lnTo>
                      <a:pt x="8046" y="15241"/>
                    </a:lnTo>
                    <a:lnTo>
                      <a:pt x="8046" y="1"/>
                    </a:lnTo>
                    <a:close/>
                  </a:path>
                </a:pathLst>
              </a:custGeom>
              <a:solidFill>
                <a:srgbClr val="EACC0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8"/>
              <p:cNvSpPr/>
              <p:nvPr/>
            </p:nvSpPr>
            <p:spPr>
              <a:xfrm>
                <a:off x="6300875" y="3557170"/>
                <a:ext cx="283973" cy="188088"/>
              </a:xfrm>
              <a:custGeom>
                <a:avLst/>
                <a:gdLst/>
                <a:ahLst/>
                <a:cxnLst/>
                <a:rect l="l" t="t" r="r" b="b"/>
                <a:pathLst>
                  <a:path w="8636" h="5720" extrusionOk="0">
                    <a:moveTo>
                      <a:pt x="6642" y="0"/>
                    </a:moveTo>
                    <a:lnTo>
                      <a:pt x="6642" y="18"/>
                    </a:lnTo>
                    <a:lnTo>
                      <a:pt x="6624" y="74"/>
                    </a:lnTo>
                    <a:lnTo>
                      <a:pt x="6569" y="295"/>
                    </a:lnTo>
                    <a:lnTo>
                      <a:pt x="6329" y="959"/>
                    </a:lnTo>
                    <a:lnTo>
                      <a:pt x="6052" y="1661"/>
                    </a:lnTo>
                    <a:lnTo>
                      <a:pt x="5941" y="1900"/>
                    </a:lnTo>
                    <a:lnTo>
                      <a:pt x="5886" y="2030"/>
                    </a:lnTo>
                    <a:lnTo>
                      <a:pt x="5775" y="2159"/>
                    </a:lnTo>
                    <a:lnTo>
                      <a:pt x="5646" y="2288"/>
                    </a:lnTo>
                    <a:lnTo>
                      <a:pt x="5535" y="2380"/>
                    </a:lnTo>
                    <a:lnTo>
                      <a:pt x="5406" y="2472"/>
                    </a:lnTo>
                    <a:lnTo>
                      <a:pt x="5277" y="2565"/>
                    </a:lnTo>
                    <a:lnTo>
                      <a:pt x="5129" y="2638"/>
                    </a:lnTo>
                    <a:lnTo>
                      <a:pt x="4834" y="2749"/>
                    </a:lnTo>
                    <a:lnTo>
                      <a:pt x="4539" y="2841"/>
                    </a:lnTo>
                    <a:lnTo>
                      <a:pt x="4207" y="2897"/>
                    </a:lnTo>
                    <a:lnTo>
                      <a:pt x="3893" y="2934"/>
                    </a:lnTo>
                    <a:lnTo>
                      <a:pt x="3543" y="2934"/>
                    </a:lnTo>
                    <a:lnTo>
                      <a:pt x="3211" y="2915"/>
                    </a:lnTo>
                    <a:lnTo>
                      <a:pt x="2860" y="2860"/>
                    </a:lnTo>
                    <a:lnTo>
                      <a:pt x="2528" y="2823"/>
                    </a:lnTo>
                    <a:lnTo>
                      <a:pt x="2177" y="2749"/>
                    </a:lnTo>
                    <a:lnTo>
                      <a:pt x="1550" y="2602"/>
                    </a:lnTo>
                    <a:lnTo>
                      <a:pt x="960" y="2436"/>
                    </a:lnTo>
                    <a:lnTo>
                      <a:pt x="701" y="2380"/>
                    </a:lnTo>
                    <a:lnTo>
                      <a:pt x="572" y="2362"/>
                    </a:lnTo>
                    <a:lnTo>
                      <a:pt x="443" y="2362"/>
                    </a:lnTo>
                    <a:lnTo>
                      <a:pt x="295" y="2399"/>
                    </a:lnTo>
                    <a:lnTo>
                      <a:pt x="185" y="2454"/>
                    </a:lnTo>
                    <a:lnTo>
                      <a:pt x="92" y="2528"/>
                    </a:lnTo>
                    <a:lnTo>
                      <a:pt x="55" y="2583"/>
                    </a:lnTo>
                    <a:lnTo>
                      <a:pt x="19" y="2638"/>
                    </a:lnTo>
                    <a:lnTo>
                      <a:pt x="0" y="2712"/>
                    </a:lnTo>
                    <a:lnTo>
                      <a:pt x="0" y="2786"/>
                    </a:lnTo>
                    <a:lnTo>
                      <a:pt x="37" y="2934"/>
                    </a:lnTo>
                    <a:lnTo>
                      <a:pt x="111" y="3118"/>
                    </a:lnTo>
                    <a:lnTo>
                      <a:pt x="221" y="3266"/>
                    </a:lnTo>
                    <a:lnTo>
                      <a:pt x="351" y="3395"/>
                    </a:lnTo>
                    <a:lnTo>
                      <a:pt x="517" y="3506"/>
                    </a:lnTo>
                    <a:lnTo>
                      <a:pt x="683" y="3616"/>
                    </a:lnTo>
                    <a:lnTo>
                      <a:pt x="867" y="3690"/>
                    </a:lnTo>
                    <a:lnTo>
                      <a:pt x="1255" y="3838"/>
                    </a:lnTo>
                    <a:lnTo>
                      <a:pt x="6772" y="5664"/>
                    </a:lnTo>
                    <a:lnTo>
                      <a:pt x="6901" y="5701"/>
                    </a:lnTo>
                    <a:lnTo>
                      <a:pt x="7030" y="5720"/>
                    </a:lnTo>
                    <a:lnTo>
                      <a:pt x="7104" y="5701"/>
                    </a:lnTo>
                    <a:lnTo>
                      <a:pt x="7177" y="5683"/>
                    </a:lnTo>
                    <a:lnTo>
                      <a:pt x="7288" y="5609"/>
                    </a:lnTo>
                    <a:lnTo>
                      <a:pt x="7399" y="5517"/>
                    </a:lnTo>
                    <a:lnTo>
                      <a:pt x="7491" y="5443"/>
                    </a:lnTo>
                    <a:lnTo>
                      <a:pt x="7657" y="5240"/>
                    </a:lnTo>
                    <a:lnTo>
                      <a:pt x="7786" y="5037"/>
                    </a:lnTo>
                    <a:lnTo>
                      <a:pt x="7897" y="4797"/>
                    </a:lnTo>
                    <a:lnTo>
                      <a:pt x="7989" y="4539"/>
                    </a:lnTo>
                    <a:lnTo>
                      <a:pt x="8063" y="4281"/>
                    </a:lnTo>
                    <a:lnTo>
                      <a:pt x="8118" y="4022"/>
                    </a:lnTo>
                    <a:lnTo>
                      <a:pt x="8137" y="3764"/>
                    </a:lnTo>
                    <a:lnTo>
                      <a:pt x="8192" y="3247"/>
                    </a:lnTo>
                    <a:lnTo>
                      <a:pt x="8229" y="2712"/>
                    </a:lnTo>
                    <a:lnTo>
                      <a:pt x="8266" y="2454"/>
                    </a:lnTo>
                    <a:lnTo>
                      <a:pt x="8321" y="2214"/>
                    </a:lnTo>
                    <a:lnTo>
                      <a:pt x="8395" y="1956"/>
                    </a:lnTo>
                    <a:lnTo>
                      <a:pt x="8469" y="1716"/>
                    </a:lnTo>
                    <a:lnTo>
                      <a:pt x="8561" y="1550"/>
                    </a:lnTo>
                    <a:lnTo>
                      <a:pt x="8617" y="1365"/>
                    </a:lnTo>
                    <a:lnTo>
                      <a:pt x="8635" y="1273"/>
                    </a:lnTo>
                    <a:lnTo>
                      <a:pt x="8635" y="1181"/>
                    </a:lnTo>
                    <a:lnTo>
                      <a:pt x="8617" y="1107"/>
                    </a:lnTo>
                    <a:lnTo>
                      <a:pt x="8598" y="1015"/>
                    </a:lnTo>
                    <a:lnTo>
                      <a:pt x="8543" y="941"/>
                    </a:lnTo>
                    <a:lnTo>
                      <a:pt x="8487" y="886"/>
                    </a:lnTo>
                    <a:lnTo>
                      <a:pt x="8340" y="793"/>
                    </a:lnTo>
                    <a:lnTo>
                      <a:pt x="7934" y="554"/>
                    </a:lnTo>
                    <a:lnTo>
                      <a:pt x="7510" y="351"/>
                    </a:lnTo>
                    <a:lnTo>
                      <a:pt x="7085" y="148"/>
                    </a:lnTo>
                    <a:lnTo>
                      <a:pt x="66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8"/>
              <p:cNvSpPr/>
              <p:nvPr/>
            </p:nvSpPr>
            <p:spPr>
              <a:xfrm>
                <a:off x="7130271" y="1764850"/>
                <a:ext cx="172337" cy="170496"/>
              </a:xfrm>
              <a:custGeom>
                <a:avLst/>
                <a:gdLst/>
                <a:ahLst/>
                <a:cxnLst/>
                <a:rect l="l" t="t" r="r" b="b"/>
                <a:pathLst>
                  <a:path w="5241" h="5185" extrusionOk="0">
                    <a:moveTo>
                      <a:pt x="3801" y="0"/>
                    </a:moveTo>
                    <a:lnTo>
                      <a:pt x="2768" y="203"/>
                    </a:lnTo>
                    <a:lnTo>
                      <a:pt x="1735" y="406"/>
                    </a:lnTo>
                    <a:lnTo>
                      <a:pt x="1311" y="480"/>
                    </a:lnTo>
                    <a:lnTo>
                      <a:pt x="868" y="554"/>
                    </a:lnTo>
                    <a:lnTo>
                      <a:pt x="443" y="627"/>
                    </a:lnTo>
                    <a:lnTo>
                      <a:pt x="1" y="720"/>
                    </a:lnTo>
                    <a:lnTo>
                      <a:pt x="148" y="1236"/>
                    </a:lnTo>
                    <a:lnTo>
                      <a:pt x="277" y="1771"/>
                    </a:lnTo>
                    <a:lnTo>
                      <a:pt x="499" y="2841"/>
                    </a:lnTo>
                    <a:lnTo>
                      <a:pt x="720" y="3875"/>
                    </a:lnTo>
                    <a:lnTo>
                      <a:pt x="960" y="4890"/>
                    </a:lnTo>
                    <a:lnTo>
                      <a:pt x="978" y="4963"/>
                    </a:lnTo>
                    <a:lnTo>
                      <a:pt x="1015" y="5019"/>
                    </a:lnTo>
                    <a:lnTo>
                      <a:pt x="1052" y="5056"/>
                    </a:lnTo>
                    <a:lnTo>
                      <a:pt x="1089" y="5074"/>
                    </a:lnTo>
                    <a:lnTo>
                      <a:pt x="1181" y="5092"/>
                    </a:lnTo>
                    <a:lnTo>
                      <a:pt x="1698" y="5166"/>
                    </a:lnTo>
                    <a:lnTo>
                      <a:pt x="2196" y="5185"/>
                    </a:lnTo>
                    <a:lnTo>
                      <a:pt x="2713" y="5166"/>
                    </a:lnTo>
                    <a:lnTo>
                      <a:pt x="3211" y="5129"/>
                    </a:lnTo>
                    <a:lnTo>
                      <a:pt x="3728" y="5074"/>
                    </a:lnTo>
                    <a:lnTo>
                      <a:pt x="4226" y="5000"/>
                    </a:lnTo>
                    <a:lnTo>
                      <a:pt x="4742" y="4908"/>
                    </a:lnTo>
                    <a:lnTo>
                      <a:pt x="5241" y="4797"/>
                    </a:lnTo>
                    <a:lnTo>
                      <a:pt x="4964" y="3635"/>
                    </a:lnTo>
                    <a:lnTo>
                      <a:pt x="4669" y="2454"/>
                    </a:lnTo>
                    <a:lnTo>
                      <a:pt x="4355" y="1310"/>
                    </a:lnTo>
                    <a:lnTo>
                      <a:pt x="4041" y="148"/>
                    </a:lnTo>
                    <a:lnTo>
                      <a:pt x="4004" y="74"/>
                    </a:lnTo>
                    <a:lnTo>
                      <a:pt x="3967" y="18"/>
                    </a:lnTo>
                    <a:lnTo>
                      <a:pt x="3931" y="0"/>
                    </a:lnTo>
                    <a:close/>
                  </a:path>
                </a:pathLst>
              </a:custGeom>
              <a:solidFill>
                <a:srgbClr val="D99D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8"/>
              <p:cNvSpPr/>
              <p:nvPr/>
            </p:nvSpPr>
            <p:spPr>
              <a:xfrm>
                <a:off x="6451943" y="2675544"/>
                <a:ext cx="975032" cy="953790"/>
              </a:xfrm>
              <a:custGeom>
                <a:avLst/>
                <a:gdLst/>
                <a:ahLst/>
                <a:cxnLst/>
                <a:rect l="l" t="t" r="r" b="b"/>
                <a:pathLst>
                  <a:path w="29652" h="29006" extrusionOk="0">
                    <a:moveTo>
                      <a:pt x="24872" y="1"/>
                    </a:moveTo>
                    <a:lnTo>
                      <a:pt x="24356" y="19"/>
                    </a:lnTo>
                    <a:lnTo>
                      <a:pt x="23415" y="75"/>
                    </a:lnTo>
                    <a:lnTo>
                      <a:pt x="22695" y="130"/>
                    </a:lnTo>
                    <a:lnTo>
                      <a:pt x="21717" y="222"/>
                    </a:lnTo>
                    <a:lnTo>
                      <a:pt x="20776" y="351"/>
                    </a:lnTo>
                    <a:lnTo>
                      <a:pt x="19817" y="517"/>
                    </a:lnTo>
                    <a:lnTo>
                      <a:pt x="18876" y="702"/>
                    </a:lnTo>
                    <a:lnTo>
                      <a:pt x="17916" y="905"/>
                    </a:lnTo>
                    <a:lnTo>
                      <a:pt x="16975" y="1108"/>
                    </a:lnTo>
                    <a:lnTo>
                      <a:pt x="15112" y="1569"/>
                    </a:lnTo>
                    <a:lnTo>
                      <a:pt x="7510" y="3470"/>
                    </a:lnTo>
                    <a:lnTo>
                      <a:pt x="7270" y="3525"/>
                    </a:lnTo>
                    <a:lnTo>
                      <a:pt x="7049" y="3599"/>
                    </a:lnTo>
                    <a:lnTo>
                      <a:pt x="6827" y="3709"/>
                    </a:lnTo>
                    <a:lnTo>
                      <a:pt x="6606" y="3820"/>
                    </a:lnTo>
                    <a:lnTo>
                      <a:pt x="6495" y="3931"/>
                    </a:lnTo>
                    <a:lnTo>
                      <a:pt x="6384" y="4023"/>
                    </a:lnTo>
                    <a:lnTo>
                      <a:pt x="6292" y="4152"/>
                    </a:lnTo>
                    <a:lnTo>
                      <a:pt x="6218" y="4263"/>
                    </a:lnTo>
                    <a:lnTo>
                      <a:pt x="6071" y="4540"/>
                    </a:lnTo>
                    <a:lnTo>
                      <a:pt x="5923" y="4817"/>
                    </a:lnTo>
                    <a:lnTo>
                      <a:pt x="5609" y="5555"/>
                    </a:lnTo>
                    <a:lnTo>
                      <a:pt x="5296" y="6293"/>
                    </a:lnTo>
                    <a:lnTo>
                      <a:pt x="5001" y="7031"/>
                    </a:lnTo>
                    <a:lnTo>
                      <a:pt x="4724" y="7769"/>
                    </a:lnTo>
                    <a:lnTo>
                      <a:pt x="4465" y="8507"/>
                    </a:lnTo>
                    <a:lnTo>
                      <a:pt x="4207" y="9263"/>
                    </a:lnTo>
                    <a:lnTo>
                      <a:pt x="3967" y="10020"/>
                    </a:lnTo>
                    <a:lnTo>
                      <a:pt x="3746" y="10776"/>
                    </a:lnTo>
                    <a:lnTo>
                      <a:pt x="3451" y="11809"/>
                    </a:lnTo>
                    <a:lnTo>
                      <a:pt x="3155" y="12861"/>
                    </a:lnTo>
                    <a:lnTo>
                      <a:pt x="2897" y="13913"/>
                    </a:lnTo>
                    <a:lnTo>
                      <a:pt x="2620" y="14965"/>
                    </a:lnTo>
                    <a:lnTo>
                      <a:pt x="2122" y="17086"/>
                    </a:lnTo>
                    <a:lnTo>
                      <a:pt x="1624" y="19227"/>
                    </a:lnTo>
                    <a:lnTo>
                      <a:pt x="1292" y="20887"/>
                    </a:lnTo>
                    <a:lnTo>
                      <a:pt x="757" y="23747"/>
                    </a:lnTo>
                    <a:lnTo>
                      <a:pt x="0" y="27659"/>
                    </a:lnTo>
                    <a:lnTo>
                      <a:pt x="4982" y="29006"/>
                    </a:lnTo>
                    <a:lnTo>
                      <a:pt x="5683" y="26626"/>
                    </a:lnTo>
                    <a:lnTo>
                      <a:pt x="6384" y="24245"/>
                    </a:lnTo>
                    <a:lnTo>
                      <a:pt x="7787" y="19485"/>
                    </a:lnTo>
                    <a:lnTo>
                      <a:pt x="8506" y="17105"/>
                    </a:lnTo>
                    <a:lnTo>
                      <a:pt x="9244" y="14743"/>
                    </a:lnTo>
                    <a:lnTo>
                      <a:pt x="10001" y="12400"/>
                    </a:lnTo>
                    <a:lnTo>
                      <a:pt x="10407" y="11219"/>
                    </a:lnTo>
                    <a:lnTo>
                      <a:pt x="10831" y="10057"/>
                    </a:lnTo>
                    <a:lnTo>
                      <a:pt x="11606" y="10020"/>
                    </a:lnTo>
                    <a:lnTo>
                      <a:pt x="12399" y="9964"/>
                    </a:lnTo>
                    <a:lnTo>
                      <a:pt x="13193" y="9891"/>
                    </a:lnTo>
                    <a:lnTo>
                      <a:pt x="13968" y="9817"/>
                    </a:lnTo>
                    <a:lnTo>
                      <a:pt x="14761" y="9706"/>
                    </a:lnTo>
                    <a:lnTo>
                      <a:pt x="15536" y="9595"/>
                    </a:lnTo>
                    <a:lnTo>
                      <a:pt x="16311" y="9466"/>
                    </a:lnTo>
                    <a:lnTo>
                      <a:pt x="17086" y="9337"/>
                    </a:lnTo>
                    <a:lnTo>
                      <a:pt x="17861" y="9171"/>
                    </a:lnTo>
                    <a:lnTo>
                      <a:pt x="18636" y="9005"/>
                    </a:lnTo>
                    <a:lnTo>
                      <a:pt x="19411" y="8820"/>
                    </a:lnTo>
                    <a:lnTo>
                      <a:pt x="20167" y="8617"/>
                    </a:lnTo>
                    <a:lnTo>
                      <a:pt x="20942" y="8414"/>
                    </a:lnTo>
                    <a:lnTo>
                      <a:pt x="21699" y="8175"/>
                    </a:lnTo>
                    <a:lnTo>
                      <a:pt x="22437" y="7935"/>
                    </a:lnTo>
                    <a:lnTo>
                      <a:pt x="23193" y="7676"/>
                    </a:lnTo>
                    <a:lnTo>
                      <a:pt x="24079" y="7344"/>
                    </a:lnTo>
                    <a:lnTo>
                      <a:pt x="24522" y="7178"/>
                    </a:lnTo>
                    <a:lnTo>
                      <a:pt x="24964" y="6975"/>
                    </a:lnTo>
                    <a:lnTo>
                      <a:pt x="25389" y="6772"/>
                    </a:lnTo>
                    <a:lnTo>
                      <a:pt x="25813" y="6551"/>
                    </a:lnTo>
                    <a:lnTo>
                      <a:pt x="26238" y="6330"/>
                    </a:lnTo>
                    <a:lnTo>
                      <a:pt x="26644" y="6090"/>
                    </a:lnTo>
                    <a:lnTo>
                      <a:pt x="27031" y="5813"/>
                    </a:lnTo>
                    <a:lnTo>
                      <a:pt x="27400" y="5536"/>
                    </a:lnTo>
                    <a:lnTo>
                      <a:pt x="27751" y="5241"/>
                    </a:lnTo>
                    <a:lnTo>
                      <a:pt x="28101" y="4927"/>
                    </a:lnTo>
                    <a:lnTo>
                      <a:pt x="28415" y="4595"/>
                    </a:lnTo>
                    <a:lnTo>
                      <a:pt x="28710" y="4226"/>
                    </a:lnTo>
                    <a:lnTo>
                      <a:pt x="28968" y="3857"/>
                    </a:lnTo>
                    <a:lnTo>
                      <a:pt x="29208" y="3451"/>
                    </a:lnTo>
                    <a:lnTo>
                      <a:pt x="29337" y="3230"/>
                    </a:lnTo>
                    <a:lnTo>
                      <a:pt x="29430" y="2990"/>
                    </a:lnTo>
                    <a:lnTo>
                      <a:pt x="29522" y="2732"/>
                    </a:lnTo>
                    <a:lnTo>
                      <a:pt x="29596" y="2492"/>
                    </a:lnTo>
                    <a:lnTo>
                      <a:pt x="29633" y="2233"/>
                    </a:lnTo>
                    <a:lnTo>
                      <a:pt x="29651" y="1975"/>
                    </a:lnTo>
                    <a:lnTo>
                      <a:pt x="29633" y="1717"/>
                    </a:lnTo>
                    <a:lnTo>
                      <a:pt x="29577" y="1477"/>
                    </a:lnTo>
                    <a:lnTo>
                      <a:pt x="29503" y="1292"/>
                    </a:lnTo>
                    <a:lnTo>
                      <a:pt x="29411" y="1126"/>
                    </a:lnTo>
                    <a:lnTo>
                      <a:pt x="29300" y="979"/>
                    </a:lnTo>
                    <a:lnTo>
                      <a:pt x="29171" y="850"/>
                    </a:lnTo>
                    <a:lnTo>
                      <a:pt x="29024" y="720"/>
                    </a:lnTo>
                    <a:lnTo>
                      <a:pt x="28858" y="610"/>
                    </a:lnTo>
                    <a:lnTo>
                      <a:pt x="28673" y="517"/>
                    </a:lnTo>
                    <a:lnTo>
                      <a:pt x="28470" y="425"/>
                    </a:lnTo>
                    <a:lnTo>
                      <a:pt x="28249" y="351"/>
                    </a:lnTo>
                    <a:lnTo>
                      <a:pt x="28027" y="278"/>
                    </a:lnTo>
                    <a:lnTo>
                      <a:pt x="27548" y="167"/>
                    </a:lnTo>
                    <a:lnTo>
                      <a:pt x="27049" y="75"/>
                    </a:lnTo>
                    <a:lnTo>
                      <a:pt x="26514" y="38"/>
                    </a:lnTo>
                    <a:lnTo>
                      <a:pt x="259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6808108" y="3546219"/>
                <a:ext cx="235439" cy="253031"/>
              </a:xfrm>
              <a:custGeom>
                <a:avLst/>
                <a:gdLst/>
                <a:ahLst/>
                <a:cxnLst/>
                <a:rect l="l" t="t" r="r" b="b"/>
                <a:pathLst>
                  <a:path w="7160" h="7695" extrusionOk="0">
                    <a:moveTo>
                      <a:pt x="4465" y="1"/>
                    </a:moveTo>
                    <a:lnTo>
                      <a:pt x="4299" y="38"/>
                    </a:lnTo>
                    <a:lnTo>
                      <a:pt x="3856" y="167"/>
                    </a:lnTo>
                    <a:lnTo>
                      <a:pt x="3413" y="333"/>
                    </a:lnTo>
                    <a:lnTo>
                      <a:pt x="2989" y="536"/>
                    </a:lnTo>
                    <a:lnTo>
                      <a:pt x="2565" y="757"/>
                    </a:lnTo>
                    <a:lnTo>
                      <a:pt x="2583" y="776"/>
                    </a:lnTo>
                    <a:lnTo>
                      <a:pt x="2620" y="813"/>
                    </a:lnTo>
                    <a:lnTo>
                      <a:pt x="2731" y="1016"/>
                    </a:lnTo>
                    <a:lnTo>
                      <a:pt x="3063" y="1643"/>
                    </a:lnTo>
                    <a:lnTo>
                      <a:pt x="3395" y="2307"/>
                    </a:lnTo>
                    <a:lnTo>
                      <a:pt x="3506" y="2547"/>
                    </a:lnTo>
                    <a:lnTo>
                      <a:pt x="3561" y="2695"/>
                    </a:lnTo>
                    <a:lnTo>
                      <a:pt x="3580" y="2861"/>
                    </a:lnTo>
                    <a:lnTo>
                      <a:pt x="3580" y="3027"/>
                    </a:lnTo>
                    <a:lnTo>
                      <a:pt x="3580" y="3174"/>
                    </a:lnTo>
                    <a:lnTo>
                      <a:pt x="3561" y="3341"/>
                    </a:lnTo>
                    <a:lnTo>
                      <a:pt x="3543" y="3488"/>
                    </a:lnTo>
                    <a:lnTo>
                      <a:pt x="3487" y="3654"/>
                    </a:lnTo>
                    <a:lnTo>
                      <a:pt x="3395" y="3949"/>
                    </a:lnTo>
                    <a:lnTo>
                      <a:pt x="3247" y="4226"/>
                    </a:lnTo>
                    <a:lnTo>
                      <a:pt x="3063" y="4503"/>
                    </a:lnTo>
                    <a:lnTo>
                      <a:pt x="2860" y="4761"/>
                    </a:lnTo>
                    <a:lnTo>
                      <a:pt x="2639" y="5020"/>
                    </a:lnTo>
                    <a:lnTo>
                      <a:pt x="2399" y="5259"/>
                    </a:lnTo>
                    <a:lnTo>
                      <a:pt x="2140" y="5481"/>
                    </a:lnTo>
                    <a:lnTo>
                      <a:pt x="1864" y="5702"/>
                    </a:lnTo>
                    <a:lnTo>
                      <a:pt x="1587" y="5905"/>
                    </a:lnTo>
                    <a:lnTo>
                      <a:pt x="1033" y="6274"/>
                    </a:lnTo>
                    <a:lnTo>
                      <a:pt x="535" y="6606"/>
                    </a:lnTo>
                    <a:lnTo>
                      <a:pt x="314" y="6754"/>
                    </a:lnTo>
                    <a:lnTo>
                      <a:pt x="203" y="6828"/>
                    </a:lnTo>
                    <a:lnTo>
                      <a:pt x="111" y="6920"/>
                    </a:lnTo>
                    <a:lnTo>
                      <a:pt x="55" y="7049"/>
                    </a:lnTo>
                    <a:lnTo>
                      <a:pt x="19" y="7178"/>
                    </a:lnTo>
                    <a:lnTo>
                      <a:pt x="0" y="7307"/>
                    </a:lnTo>
                    <a:lnTo>
                      <a:pt x="19" y="7363"/>
                    </a:lnTo>
                    <a:lnTo>
                      <a:pt x="55" y="7418"/>
                    </a:lnTo>
                    <a:lnTo>
                      <a:pt x="92" y="7492"/>
                    </a:lnTo>
                    <a:lnTo>
                      <a:pt x="148" y="7529"/>
                    </a:lnTo>
                    <a:lnTo>
                      <a:pt x="277" y="7621"/>
                    </a:lnTo>
                    <a:lnTo>
                      <a:pt x="461" y="7676"/>
                    </a:lnTo>
                    <a:lnTo>
                      <a:pt x="646" y="7695"/>
                    </a:lnTo>
                    <a:lnTo>
                      <a:pt x="830" y="7676"/>
                    </a:lnTo>
                    <a:lnTo>
                      <a:pt x="1015" y="7640"/>
                    </a:lnTo>
                    <a:lnTo>
                      <a:pt x="1218" y="7584"/>
                    </a:lnTo>
                    <a:lnTo>
                      <a:pt x="1402" y="7510"/>
                    </a:lnTo>
                    <a:lnTo>
                      <a:pt x="1753" y="7326"/>
                    </a:lnTo>
                    <a:lnTo>
                      <a:pt x="6845" y="4484"/>
                    </a:lnTo>
                    <a:lnTo>
                      <a:pt x="6956" y="4411"/>
                    </a:lnTo>
                    <a:lnTo>
                      <a:pt x="7048" y="4318"/>
                    </a:lnTo>
                    <a:lnTo>
                      <a:pt x="7085" y="4263"/>
                    </a:lnTo>
                    <a:lnTo>
                      <a:pt x="7104" y="4208"/>
                    </a:lnTo>
                    <a:lnTo>
                      <a:pt x="7141" y="4060"/>
                    </a:lnTo>
                    <a:lnTo>
                      <a:pt x="7159" y="3931"/>
                    </a:lnTo>
                    <a:lnTo>
                      <a:pt x="7159" y="3802"/>
                    </a:lnTo>
                    <a:lnTo>
                      <a:pt x="7122" y="3543"/>
                    </a:lnTo>
                    <a:lnTo>
                      <a:pt x="7048" y="3304"/>
                    </a:lnTo>
                    <a:lnTo>
                      <a:pt x="6956" y="3064"/>
                    </a:lnTo>
                    <a:lnTo>
                      <a:pt x="6827" y="2824"/>
                    </a:lnTo>
                    <a:lnTo>
                      <a:pt x="6698" y="2602"/>
                    </a:lnTo>
                    <a:lnTo>
                      <a:pt x="6532" y="2400"/>
                    </a:lnTo>
                    <a:lnTo>
                      <a:pt x="6366" y="2197"/>
                    </a:lnTo>
                    <a:lnTo>
                      <a:pt x="6015" y="1809"/>
                    </a:lnTo>
                    <a:lnTo>
                      <a:pt x="5646" y="1422"/>
                    </a:lnTo>
                    <a:lnTo>
                      <a:pt x="5480" y="1219"/>
                    </a:lnTo>
                    <a:lnTo>
                      <a:pt x="5332" y="1016"/>
                    </a:lnTo>
                    <a:lnTo>
                      <a:pt x="5185" y="794"/>
                    </a:lnTo>
                    <a:lnTo>
                      <a:pt x="5074" y="554"/>
                    </a:lnTo>
                    <a:lnTo>
                      <a:pt x="5000" y="388"/>
                    </a:lnTo>
                    <a:lnTo>
                      <a:pt x="4908" y="222"/>
                    </a:lnTo>
                    <a:lnTo>
                      <a:pt x="4853" y="149"/>
                    </a:lnTo>
                    <a:lnTo>
                      <a:pt x="4797" y="75"/>
                    </a:lnTo>
                    <a:lnTo>
                      <a:pt x="4723" y="38"/>
                    </a:lnTo>
                    <a:lnTo>
                      <a:pt x="46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8"/>
              <p:cNvSpPr/>
              <p:nvPr/>
            </p:nvSpPr>
            <p:spPr>
              <a:xfrm>
                <a:off x="6951284" y="1459651"/>
                <a:ext cx="371342" cy="404093"/>
              </a:xfrm>
              <a:custGeom>
                <a:avLst/>
                <a:gdLst/>
                <a:ahLst/>
                <a:cxnLst/>
                <a:rect l="l" t="t" r="r" b="b"/>
                <a:pathLst>
                  <a:path w="11293" h="12289" extrusionOk="0">
                    <a:moveTo>
                      <a:pt x="4964" y="0"/>
                    </a:moveTo>
                    <a:lnTo>
                      <a:pt x="4650" y="19"/>
                    </a:lnTo>
                    <a:lnTo>
                      <a:pt x="4318" y="56"/>
                    </a:lnTo>
                    <a:lnTo>
                      <a:pt x="4004" y="92"/>
                    </a:lnTo>
                    <a:lnTo>
                      <a:pt x="3672" y="148"/>
                    </a:lnTo>
                    <a:lnTo>
                      <a:pt x="3377" y="222"/>
                    </a:lnTo>
                    <a:lnTo>
                      <a:pt x="3063" y="314"/>
                    </a:lnTo>
                    <a:lnTo>
                      <a:pt x="2768" y="425"/>
                    </a:lnTo>
                    <a:lnTo>
                      <a:pt x="2473" y="535"/>
                    </a:lnTo>
                    <a:lnTo>
                      <a:pt x="2196" y="683"/>
                    </a:lnTo>
                    <a:lnTo>
                      <a:pt x="1919" y="849"/>
                    </a:lnTo>
                    <a:lnTo>
                      <a:pt x="1661" y="1015"/>
                    </a:lnTo>
                    <a:lnTo>
                      <a:pt x="1421" y="1218"/>
                    </a:lnTo>
                    <a:lnTo>
                      <a:pt x="1181" y="1439"/>
                    </a:lnTo>
                    <a:lnTo>
                      <a:pt x="960" y="1679"/>
                    </a:lnTo>
                    <a:lnTo>
                      <a:pt x="757" y="1938"/>
                    </a:lnTo>
                    <a:lnTo>
                      <a:pt x="554" y="2251"/>
                    </a:lnTo>
                    <a:lnTo>
                      <a:pt x="388" y="2602"/>
                    </a:lnTo>
                    <a:lnTo>
                      <a:pt x="259" y="2952"/>
                    </a:lnTo>
                    <a:lnTo>
                      <a:pt x="148" y="3321"/>
                    </a:lnTo>
                    <a:lnTo>
                      <a:pt x="74" y="3690"/>
                    </a:lnTo>
                    <a:lnTo>
                      <a:pt x="19" y="4078"/>
                    </a:lnTo>
                    <a:lnTo>
                      <a:pt x="0" y="4465"/>
                    </a:lnTo>
                    <a:lnTo>
                      <a:pt x="0" y="4871"/>
                    </a:lnTo>
                    <a:lnTo>
                      <a:pt x="19" y="5259"/>
                    </a:lnTo>
                    <a:lnTo>
                      <a:pt x="74" y="5665"/>
                    </a:lnTo>
                    <a:lnTo>
                      <a:pt x="130" y="6052"/>
                    </a:lnTo>
                    <a:lnTo>
                      <a:pt x="203" y="6440"/>
                    </a:lnTo>
                    <a:lnTo>
                      <a:pt x="296" y="6827"/>
                    </a:lnTo>
                    <a:lnTo>
                      <a:pt x="406" y="7196"/>
                    </a:lnTo>
                    <a:lnTo>
                      <a:pt x="517" y="7547"/>
                    </a:lnTo>
                    <a:lnTo>
                      <a:pt x="646" y="7897"/>
                    </a:lnTo>
                    <a:lnTo>
                      <a:pt x="812" y="8285"/>
                    </a:lnTo>
                    <a:lnTo>
                      <a:pt x="1015" y="8709"/>
                    </a:lnTo>
                    <a:lnTo>
                      <a:pt x="1255" y="9152"/>
                    </a:lnTo>
                    <a:lnTo>
                      <a:pt x="1532" y="9613"/>
                    </a:lnTo>
                    <a:lnTo>
                      <a:pt x="1846" y="10093"/>
                    </a:lnTo>
                    <a:lnTo>
                      <a:pt x="2178" y="10536"/>
                    </a:lnTo>
                    <a:lnTo>
                      <a:pt x="2547" y="10979"/>
                    </a:lnTo>
                    <a:lnTo>
                      <a:pt x="2731" y="11181"/>
                    </a:lnTo>
                    <a:lnTo>
                      <a:pt x="2934" y="11366"/>
                    </a:lnTo>
                    <a:lnTo>
                      <a:pt x="3192" y="11587"/>
                    </a:lnTo>
                    <a:lnTo>
                      <a:pt x="3451" y="11790"/>
                    </a:lnTo>
                    <a:lnTo>
                      <a:pt x="3728" y="11956"/>
                    </a:lnTo>
                    <a:lnTo>
                      <a:pt x="4004" y="12086"/>
                    </a:lnTo>
                    <a:lnTo>
                      <a:pt x="4281" y="12196"/>
                    </a:lnTo>
                    <a:lnTo>
                      <a:pt x="4576" y="12270"/>
                    </a:lnTo>
                    <a:lnTo>
                      <a:pt x="4853" y="12289"/>
                    </a:lnTo>
                    <a:lnTo>
                      <a:pt x="5001" y="12289"/>
                    </a:lnTo>
                    <a:lnTo>
                      <a:pt x="5148" y="12270"/>
                    </a:lnTo>
                    <a:lnTo>
                      <a:pt x="5536" y="12215"/>
                    </a:lnTo>
                    <a:lnTo>
                      <a:pt x="5905" y="12104"/>
                    </a:lnTo>
                    <a:lnTo>
                      <a:pt x="6255" y="11993"/>
                    </a:lnTo>
                    <a:lnTo>
                      <a:pt x="6606" y="11846"/>
                    </a:lnTo>
                    <a:lnTo>
                      <a:pt x="6956" y="11680"/>
                    </a:lnTo>
                    <a:lnTo>
                      <a:pt x="7289" y="11495"/>
                    </a:lnTo>
                    <a:lnTo>
                      <a:pt x="7621" y="11311"/>
                    </a:lnTo>
                    <a:lnTo>
                      <a:pt x="7934" y="11089"/>
                    </a:lnTo>
                    <a:lnTo>
                      <a:pt x="8230" y="10849"/>
                    </a:lnTo>
                    <a:lnTo>
                      <a:pt x="8525" y="10610"/>
                    </a:lnTo>
                    <a:lnTo>
                      <a:pt x="8820" y="10351"/>
                    </a:lnTo>
                    <a:lnTo>
                      <a:pt x="9097" y="10074"/>
                    </a:lnTo>
                    <a:lnTo>
                      <a:pt x="9355" y="9779"/>
                    </a:lnTo>
                    <a:lnTo>
                      <a:pt x="9613" y="9484"/>
                    </a:lnTo>
                    <a:lnTo>
                      <a:pt x="9853" y="9170"/>
                    </a:lnTo>
                    <a:lnTo>
                      <a:pt x="10093" y="8838"/>
                    </a:lnTo>
                    <a:lnTo>
                      <a:pt x="10315" y="8506"/>
                    </a:lnTo>
                    <a:lnTo>
                      <a:pt x="10499" y="8156"/>
                    </a:lnTo>
                    <a:lnTo>
                      <a:pt x="10684" y="7805"/>
                    </a:lnTo>
                    <a:lnTo>
                      <a:pt x="10850" y="7454"/>
                    </a:lnTo>
                    <a:lnTo>
                      <a:pt x="10979" y="7085"/>
                    </a:lnTo>
                    <a:lnTo>
                      <a:pt x="11090" y="6716"/>
                    </a:lnTo>
                    <a:lnTo>
                      <a:pt x="11182" y="6347"/>
                    </a:lnTo>
                    <a:lnTo>
                      <a:pt x="11256" y="5960"/>
                    </a:lnTo>
                    <a:lnTo>
                      <a:pt x="11274" y="5683"/>
                    </a:lnTo>
                    <a:lnTo>
                      <a:pt x="11292" y="5406"/>
                    </a:lnTo>
                    <a:lnTo>
                      <a:pt x="11292" y="5130"/>
                    </a:lnTo>
                    <a:lnTo>
                      <a:pt x="11274" y="4871"/>
                    </a:lnTo>
                    <a:lnTo>
                      <a:pt x="11237" y="4595"/>
                    </a:lnTo>
                    <a:lnTo>
                      <a:pt x="11182" y="4336"/>
                    </a:lnTo>
                    <a:lnTo>
                      <a:pt x="11126" y="4096"/>
                    </a:lnTo>
                    <a:lnTo>
                      <a:pt x="11034" y="3838"/>
                    </a:lnTo>
                    <a:lnTo>
                      <a:pt x="10942" y="3598"/>
                    </a:lnTo>
                    <a:lnTo>
                      <a:pt x="10850" y="3358"/>
                    </a:lnTo>
                    <a:lnTo>
                      <a:pt x="10720" y="3118"/>
                    </a:lnTo>
                    <a:lnTo>
                      <a:pt x="10591" y="2897"/>
                    </a:lnTo>
                    <a:lnTo>
                      <a:pt x="10462" y="2676"/>
                    </a:lnTo>
                    <a:lnTo>
                      <a:pt x="10296" y="2473"/>
                    </a:lnTo>
                    <a:lnTo>
                      <a:pt x="10149" y="2270"/>
                    </a:lnTo>
                    <a:lnTo>
                      <a:pt x="9964" y="2067"/>
                    </a:lnTo>
                    <a:lnTo>
                      <a:pt x="9779" y="1864"/>
                    </a:lnTo>
                    <a:lnTo>
                      <a:pt x="9595" y="1679"/>
                    </a:lnTo>
                    <a:lnTo>
                      <a:pt x="9392" y="1513"/>
                    </a:lnTo>
                    <a:lnTo>
                      <a:pt x="9189" y="1347"/>
                    </a:lnTo>
                    <a:lnTo>
                      <a:pt x="8968" y="1181"/>
                    </a:lnTo>
                    <a:lnTo>
                      <a:pt x="8765" y="1033"/>
                    </a:lnTo>
                    <a:lnTo>
                      <a:pt x="8303" y="757"/>
                    </a:lnTo>
                    <a:lnTo>
                      <a:pt x="7805" y="535"/>
                    </a:lnTo>
                    <a:lnTo>
                      <a:pt x="7307" y="332"/>
                    </a:lnTo>
                    <a:lnTo>
                      <a:pt x="7067" y="259"/>
                    </a:lnTo>
                    <a:lnTo>
                      <a:pt x="6809" y="185"/>
                    </a:lnTo>
                    <a:lnTo>
                      <a:pt x="6551" y="129"/>
                    </a:lnTo>
                    <a:lnTo>
                      <a:pt x="6292" y="74"/>
                    </a:lnTo>
                    <a:lnTo>
                      <a:pt x="5794" y="19"/>
                    </a:lnTo>
                    <a:lnTo>
                      <a:pt x="5296" y="0"/>
                    </a:lnTo>
                    <a:close/>
                  </a:path>
                </a:pathLst>
              </a:custGeom>
              <a:solidFill>
                <a:srgbClr val="FAB5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8"/>
              <p:cNvSpPr/>
              <p:nvPr/>
            </p:nvSpPr>
            <p:spPr>
              <a:xfrm>
                <a:off x="6569635" y="2648251"/>
                <a:ext cx="927089" cy="968357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9449" extrusionOk="0">
                    <a:moveTo>
                      <a:pt x="26976" y="1"/>
                    </a:moveTo>
                    <a:lnTo>
                      <a:pt x="26589" y="19"/>
                    </a:lnTo>
                    <a:lnTo>
                      <a:pt x="26183" y="56"/>
                    </a:lnTo>
                    <a:lnTo>
                      <a:pt x="25352" y="167"/>
                    </a:lnTo>
                    <a:lnTo>
                      <a:pt x="24965" y="204"/>
                    </a:lnTo>
                    <a:lnTo>
                      <a:pt x="24596" y="222"/>
                    </a:lnTo>
                    <a:lnTo>
                      <a:pt x="20186" y="333"/>
                    </a:lnTo>
                    <a:lnTo>
                      <a:pt x="11570" y="573"/>
                    </a:lnTo>
                    <a:lnTo>
                      <a:pt x="9743" y="628"/>
                    </a:lnTo>
                    <a:lnTo>
                      <a:pt x="8820" y="665"/>
                    </a:lnTo>
                    <a:lnTo>
                      <a:pt x="7916" y="702"/>
                    </a:lnTo>
                    <a:lnTo>
                      <a:pt x="6532" y="831"/>
                    </a:lnTo>
                    <a:lnTo>
                      <a:pt x="5167" y="978"/>
                    </a:lnTo>
                    <a:lnTo>
                      <a:pt x="4484" y="1071"/>
                    </a:lnTo>
                    <a:lnTo>
                      <a:pt x="3802" y="1163"/>
                    </a:lnTo>
                    <a:lnTo>
                      <a:pt x="3119" y="1292"/>
                    </a:lnTo>
                    <a:lnTo>
                      <a:pt x="2436" y="1421"/>
                    </a:lnTo>
                    <a:lnTo>
                      <a:pt x="2123" y="1477"/>
                    </a:lnTo>
                    <a:lnTo>
                      <a:pt x="1846" y="1587"/>
                    </a:lnTo>
                    <a:lnTo>
                      <a:pt x="1588" y="1698"/>
                    </a:lnTo>
                    <a:lnTo>
                      <a:pt x="1366" y="1827"/>
                    </a:lnTo>
                    <a:lnTo>
                      <a:pt x="1145" y="1975"/>
                    </a:lnTo>
                    <a:lnTo>
                      <a:pt x="960" y="2141"/>
                    </a:lnTo>
                    <a:lnTo>
                      <a:pt x="794" y="2325"/>
                    </a:lnTo>
                    <a:lnTo>
                      <a:pt x="628" y="2528"/>
                    </a:lnTo>
                    <a:lnTo>
                      <a:pt x="499" y="2750"/>
                    </a:lnTo>
                    <a:lnTo>
                      <a:pt x="388" y="2971"/>
                    </a:lnTo>
                    <a:lnTo>
                      <a:pt x="296" y="3229"/>
                    </a:lnTo>
                    <a:lnTo>
                      <a:pt x="204" y="3488"/>
                    </a:lnTo>
                    <a:lnTo>
                      <a:pt x="148" y="3746"/>
                    </a:lnTo>
                    <a:lnTo>
                      <a:pt x="93" y="4041"/>
                    </a:lnTo>
                    <a:lnTo>
                      <a:pt x="56" y="4337"/>
                    </a:lnTo>
                    <a:lnTo>
                      <a:pt x="19" y="4650"/>
                    </a:lnTo>
                    <a:lnTo>
                      <a:pt x="1" y="5130"/>
                    </a:lnTo>
                    <a:lnTo>
                      <a:pt x="1" y="5610"/>
                    </a:lnTo>
                    <a:lnTo>
                      <a:pt x="19" y="6071"/>
                    </a:lnTo>
                    <a:lnTo>
                      <a:pt x="38" y="6514"/>
                    </a:lnTo>
                    <a:lnTo>
                      <a:pt x="93" y="6957"/>
                    </a:lnTo>
                    <a:lnTo>
                      <a:pt x="167" y="7381"/>
                    </a:lnTo>
                    <a:lnTo>
                      <a:pt x="259" y="7805"/>
                    </a:lnTo>
                    <a:lnTo>
                      <a:pt x="351" y="8230"/>
                    </a:lnTo>
                    <a:lnTo>
                      <a:pt x="481" y="8636"/>
                    </a:lnTo>
                    <a:lnTo>
                      <a:pt x="610" y="9060"/>
                    </a:lnTo>
                    <a:lnTo>
                      <a:pt x="757" y="9466"/>
                    </a:lnTo>
                    <a:lnTo>
                      <a:pt x="905" y="9872"/>
                    </a:lnTo>
                    <a:lnTo>
                      <a:pt x="1274" y="10721"/>
                    </a:lnTo>
                    <a:lnTo>
                      <a:pt x="1680" y="11569"/>
                    </a:lnTo>
                    <a:lnTo>
                      <a:pt x="2344" y="12953"/>
                    </a:lnTo>
                    <a:lnTo>
                      <a:pt x="2990" y="14355"/>
                    </a:lnTo>
                    <a:lnTo>
                      <a:pt x="3617" y="15758"/>
                    </a:lnTo>
                    <a:lnTo>
                      <a:pt x="4226" y="17178"/>
                    </a:lnTo>
                    <a:lnTo>
                      <a:pt x="4890" y="18765"/>
                    </a:lnTo>
                    <a:lnTo>
                      <a:pt x="5573" y="20352"/>
                    </a:lnTo>
                    <a:lnTo>
                      <a:pt x="6551" y="22603"/>
                    </a:lnTo>
                    <a:lnTo>
                      <a:pt x="7510" y="24872"/>
                    </a:lnTo>
                    <a:lnTo>
                      <a:pt x="7972" y="26016"/>
                    </a:lnTo>
                    <a:lnTo>
                      <a:pt x="8433" y="27160"/>
                    </a:lnTo>
                    <a:lnTo>
                      <a:pt x="8876" y="28304"/>
                    </a:lnTo>
                    <a:lnTo>
                      <a:pt x="9300" y="29448"/>
                    </a:lnTo>
                    <a:lnTo>
                      <a:pt x="13765" y="28120"/>
                    </a:lnTo>
                    <a:lnTo>
                      <a:pt x="10555" y="16145"/>
                    </a:lnTo>
                    <a:lnTo>
                      <a:pt x="10241" y="15020"/>
                    </a:lnTo>
                    <a:lnTo>
                      <a:pt x="9927" y="13913"/>
                    </a:lnTo>
                    <a:lnTo>
                      <a:pt x="9743" y="13359"/>
                    </a:lnTo>
                    <a:lnTo>
                      <a:pt x="9558" y="12824"/>
                    </a:lnTo>
                    <a:lnTo>
                      <a:pt x="9355" y="12289"/>
                    </a:lnTo>
                    <a:lnTo>
                      <a:pt x="9134" y="11754"/>
                    </a:lnTo>
                    <a:lnTo>
                      <a:pt x="8783" y="10997"/>
                    </a:lnTo>
                    <a:lnTo>
                      <a:pt x="8617" y="10591"/>
                    </a:lnTo>
                    <a:lnTo>
                      <a:pt x="8451" y="10167"/>
                    </a:lnTo>
                    <a:lnTo>
                      <a:pt x="8322" y="9743"/>
                    </a:lnTo>
                    <a:lnTo>
                      <a:pt x="8267" y="9521"/>
                    </a:lnTo>
                    <a:lnTo>
                      <a:pt x="8230" y="9300"/>
                    </a:lnTo>
                    <a:lnTo>
                      <a:pt x="8193" y="9097"/>
                    </a:lnTo>
                    <a:lnTo>
                      <a:pt x="8193" y="8894"/>
                    </a:lnTo>
                    <a:lnTo>
                      <a:pt x="8193" y="8691"/>
                    </a:lnTo>
                    <a:lnTo>
                      <a:pt x="8212" y="8488"/>
                    </a:lnTo>
                    <a:lnTo>
                      <a:pt x="8581" y="8525"/>
                    </a:lnTo>
                    <a:lnTo>
                      <a:pt x="8931" y="8599"/>
                    </a:lnTo>
                    <a:lnTo>
                      <a:pt x="9282" y="8691"/>
                    </a:lnTo>
                    <a:lnTo>
                      <a:pt x="9632" y="8802"/>
                    </a:lnTo>
                    <a:lnTo>
                      <a:pt x="9964" y="8931"/>
                    </a:lnTo>
                    <a:lnTo>
                      <a:pt x="10315" y="9060"/>
                    </a:lnTo>
                    <a:lnTo>
                      <a:pt x="10979" y="9337"/>
                    </a:lnTo>
                    <a:lnTo>
                      <a:pt x="11865" y="9706"/>
                    </a:lnTo>
                    <a:lnTo>
                      <a:pt x="12769" y="10038"/>
                    </a:lnTo>
                    <a:lnTo>
                      <a:pt x="13691" y="10352"/>
                    </a:lnTo>
                    <a:lnTo>
                      <a:pt x="14596" y="10610"/>
                    </a:lnTo>
                    <a:lnTo>
                      <a:pt x="15075" y="10739"/>
                    </a:lnTo>
                    <a:lnTo>
                      <a:pt x="15537" y="10850"/>
                    </a:lnTo>
                    <a:lnTo>
                      <a:pt x="15998" y="10942"/>
                    </a:lnTo>
                    <a:lnTo>
                      <a:pt x="16478" y="11016"/>
                    </a:lnTo>
                    <a:lnTo>
                      <a:pt x="16939" y="11090"/>
                    </a:lnTo>
                    <a:lnTo>
                      <a:pt x="17419" y="11145"/>
                    </a:lnTo>
                    <a:lnTo>
                      <a:pt x="17898" y="11182"/>
                    </a:lnTo>
                    <a:lnTo>
                      <a:pt x="18378" y="11219"/>
                    </a:lnTo>
                    <a:lnTo>
                      <a:pt x="19171" y="11219"/>
                    </a:lnTo>
                    <a:lnTo>
                      <a:pt x="19577" y="11200"/>
                    </a:lnTo>
                    <a:lnTo>
                      <a:pt x="19965" y="11163"/>
                    </a:lnTo>
                    <a:lnTo>
                      <a:pt x="20352" y="11126"/>
                    </a:lnTo>
                    <a:lnTo>
                      <a:pt x="20740" y="11071"/>
                    </a:lnTo>
                    <a:lnTo>
                      <a:pt x="21109" y="10997"/>
                    </a:lnTo>
                    <a:lnTo>
                      <a:pt x="21496" y="10923"/>
                    </a:lnTo>
                    <a:lnTo>
                      <a:pt x="21865" y="10813"/>
                    </a:lnTo>
                    <a:lnTo>
                      <a:pt x="22216" y="10721"/>
                    </a:lnTo>
                    <a:lnTo>
                      <a:pt x="22585" y="10591"/>
                    </a:lnTo>
                    <a:lnTo>
                      <a:pt x="22917" y="10462"/>
                    </a:lnTo>
                    <a:lnTo>
                      <a:pt x="23267" y="10315"/>
                    </a:lnTo>
                    <a:lnTo>
                      <a:pt x="23600" y="10149"/>
                    </a:lnTo>
                    <a:lnTo>
                      <a:pt x="23932" y="9982"/>
                    </a:lnTo>
                    <a:lnTo>
                      <a:pt x="24245" y="9798"/>
                    </a:lnTo>
                    <a:lnTo>
                      <a:pt x="24559" y="9595"/>
                    </a:lnTo>
                    <a:lnTo>
                      <a:pt x="24854" y="9392"/>
                    </a:lnTo>
                    <a:lnTo>
                      <a:pt x="25149" y="9171"/>
                    </a:lnTo>
                    <a:lnTo>
                      <a:pt x="25426" y="8931"/>
                    </a:lnTo>
                    <a:lnTo>
                      <a:pt x="25703" y="8672"/>
                    </a:lnTo>
                    <a:lnTo>
                      <a:pt x="25961" y="8414"/>
                    </a:lnTo>
                    <a:lnTo>
                      <a:pt x="26220" y="8137"/>
                    </a:lnTo>
                    <a:lnTo>
                      <a:pt x="26460" y="7861"/>
                    </a:lnTo>
                    <a:lnTo>
                      <a:pt x="26681" y="7547"/>
                    </a:lnTo>
                    <a:lnTo>
                      <a:pt x="26902" y="7233"/>
                    </a:lnTo>
                    <a:lnTo>
                      <a:pt x="27105" y="6901"/>
                    </a:lnTo>
                    <a:lnTo>
                      <a:pt x="27290" y="6569"/>
                    </a:lnTo>
                    <a:lnTo>
                      <a:pt x="27474" y="6219"/>
                    </a:lnTo>
                    <a:lnTo>
                      <a:pt x="27640" y="5849"/>
                    </a:lnTo>
                    <a:lnTo>
                      <a:pt x="27788" y="5462"/>
                    </a:lnTo>
                    <a:lnTo>
                      <a:pt x="27917" y="5075"/>
                    </a:lnTo>
                    <a:lnTo>
                      <a:pt x="28009" y="4779"/>
                    </a:lnTo>
                    <a:lnTo>
                      <a:pt x="28065" y="4484"/>
                    </a:lnTo>
                    <a:lnTo>
                      <a:pt x="28120" y="4170"/>
                    </a:lnTo>
                    <a:lnTo>
                      <a:pt x="28157" y="3857"/>
                    </a:lnTo>
                    <a:lnTo>
                      <a:pt x="28175" y="3525"/>
                    </a:lnTo>
                    <a:lnTo>
                      <a:pt x="28194" y="3211"/>
                    </a:lnTo>
                    <a:lnTo>
                      <a:pt x="28194" y="2879"/>
                    </a:lnTo>
                    <a:lnTo>
                      <a:pt x="28175" y="2565"/>
                    </a:lnTo>
                    <a:lnTo>
                      <a:pt x="28102" y="1901"/>
                    </a:lnTo>
                    <a:lnTo>
                      <a:pt x="28009" y="1274"/>
                    </a:lnTo>
                    <a:lnTo>
                      <a:pt x="27880" y="646"/>
                    </a:lnTo>
                    <a:lnTo>
                      <a:pt x="27733" y="37"/>
                    </a:lnTo>
                    <a:lnTo>
                      <a:pt x="27548" y="19"/>
                    </a:lnTo>
                    <a:lnTo>
                      <a:pt x="273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1" name="Google Shape;241;p18"/>
              <p:cNvSpPr/>
              <p:nvPr/>
            </p:nvSpPr>
            <p:spPr>
              <a:xfrm>
                <a:off x="7043524" y="1877675"/>
                <a:ext cx="445361" cy="787569"/>
              </a:xfrm>
              <a:custGeom>
                <a:avLst/>
                <a:gdLst/>
                <a:ahLst/>
                <a:cxnLst/>
                <a:rect l="l" t="t" r="r" b="b"/>
                <a:pathLst>
                  <a:path w="13544" h="23951" extrusionOk="0">
                    <a:moveTo>
                      <a:pt x="6772" y="1"/>
                    </a:moveTo>
                    <a:lnTo>
                      <a:pt x="6384" y="19"/>
                    </a:lnTo>
                    <a:lnTo>
                      <a:pt x="5997" y="75"/>
                    </a:lnTo>
                    <a:lnTo>
                      <a:pt x="5609" y="167"/>
                    </a:lnTo>
                    <a:lnTo>
                      <a:pt x="5240" y="278"/>
                    </a:lnTo>
                    <a:lnTo>
                      <a:pt x="5019" y="351"/>
                    </a:lnTo>
                    <a:lnTo>
                      <a:pt x="4797" y="444"/>
                    </a:lnTo>
                    <a:lnTo>
                      <a:pt x="4373" y="647"/>
                    </a:lnTo>
                    <a:lnTo>
                      <a:pt x="3985" y="905"/>
                    </a:lnTo>
                    <a:lnTo>
                      <a:pt x="3616" y="1163"/>
                    </a:lnTo>
                    <a:lnTo>
                      <a:pt x="3284" y="1477"/>
                    </a:lnTo>
                    <a:lnTo>
                      <a:pt x="2971" y="1809"/>
                    </a:lnTo>
                    <a:lnTo>
                      <a:pt x="2675" y="2141"/>
                    </a:lnTo>
                    <a:lnTo>
                      <a:pt x="2399" y="2510"/>
                    </a:lnTo>
                    <a:lnTo>
                      <a:pt x="2140" y="2898"/>
                    </a:lnTo>
                    <a:lnTo>
                      <a:pt x="1919" y="3304"/>
                    </a:lnTo>
                    <a:lnTo>
                      <a:pt x="1698" y="3728"/>
                    </a:lnTo>
                    <a:lnTo>
                      <a:pt x="1513" y="4152"/>
                    </a:lnTo>
                    <a:lnTo>
                      <a:pt x="1328" y="4577"/>
                    </a:lnTo>
                    <a:lnTo>
                      <a:pt x="1162" y="5001"/>
                    </a:lnTo>
                    <a:lnTo>
                      <a:pt x="1015" y="5444"/>
                    </a:lnTo>
                    <a:lnTo>
                      <a:pt x="886" y="5887"/>
                    </a:lnTo>
                    <a:lnTo>
                      <a:pt x="720" y="6440"/>
                    </a:lnTo>
                    <a:lnTo>
                      <a:pt x="590" y="7012"/>
                    </a:lnTo>
                    <a:lnTo>
                      <a:pt x="461" y="7584"/>
                    </a:lnTo>
                    <a:lnTo>
                      <a:pt x="369" y="8156"/>
                    </a:lnTo>
                    <a:lnTo>
                      <a:pt x="277" y="8747"/>
                    </a:lnTo>
                    <a:lnTo>
                      <a:pt x="203" y="9319"/>
                    </a:lnTo>
                    <a:lnTo>
                      <a:pt x="148" y="9891"/>
                    </a:lnTo>
                    <a:lnTo>
                      <a:pt x="111" y="10481"/>
                    </a:lnTo>
                    <a:lnTo>
                      <a:pt x="37" y="11643"/>
                    </a:lnTo>
                    <a:lnTo>
                      <a:pt x="18" y="12824"/>
                    </a:lnTo>
                    <a:lnTo>
                      <a:pt x="18" y="13987"/>
                    </a:lnTo>
                    <a:lnTo>
                      <a:pt x="55" y="15168"/>
                    </a:lnTo>
                    <a:lnTo>
                      <a:pt x="55" y="15776"/>
                    </a:lnTo>
                    <a:lnTo>
                      <a:pt x="55" y="16385"/>
                    </a:lnTo>
                    <a:lnTo>
                      <a:pt x="18" y="17622"/>
                    </a:lnTo>
                    <a:lnTo>
                      <a:pt x="0" y="18858"/>
                    </a:lnTo>
                    <a:lnTo>
                      <a:pt x="0" y="19467"/>
                    </a:lnTo>
                    <a:lnTo>
                      <a:pt x="18" y="20094"/>
                    </a:lnTo>
                    <a:lnTo>
                      <a:pt x="37" y="20574"/>
                    </a:lnTo>
                    <a:lnTo>
                      <a:pt x="74" y="21053"/>
                    </a:lnTo>
                    <a:lnTo>
                      <a:pt x="166" y="22013"/>
                    </a:lnTo>
                    <a:lnTo>
                      <a:pt x="369" y="23913"/>
                    </a:lnTo>
                    <a:lnTo>
                      <a:pt x="1587" y="23895"/>
                    </a:lnTo>
                    <a:lnTo>
                      <a:pt x="3395" y="23895"/>
                    </a:lnTo>
                    <a:lnTo>
                      <a:pt x="7805" y="23913"/>
                    </a:lnTo>
                    <a:lnTo>
                      <a:pt x="11809" y="23950"/>
                    </a:lnTo>
                    <a:lnTo>
                      <a:pt x="13063" y="23950"/>
                    </a:lnTo>
                    <a:lnTo>
                      <a:pt x="13414" y="23932"/>
                    </a:lnTo>
                    <a:lnTo>
                      <a:pt x="13543" y="23932"/>
                    </a:lnTo>
                    <a:lnTo>
                      <a:pt x="13469" y="23286"/>
                    </a:lnTo>
                    <a:lnTo>
                      <a:pt x="13432" y="22622"/>
                    </a:lnTo>
                    <a:lnTo>
                      <a:pt x="13395" y="21976"/>
                    </a:lnTo>
                    <a:lnTo>
                      <a:pt x="13359" y="21312"/>
                    </a:lnTo>
                    <a:lnTo>
                      <a:pt x="13340" y="20002"/>
                    </a:lnTo>
                    <a:lnTo>
                      <a:pt x="13340" y="18692"/>
                    </a:lnTo>
                    <a:lnTo>
                      <a:pt x="13377" y="16053"/>
                    </a:lnTo>
                    <a:lnTo>
                      <a:pt x="13395" y="14725"/>
                    </a:lnTo>
                    <a:lnTo>
                      <a:pt x="13377" y="13415"/>
                    </a:lnTo>
                    <a:lnTo>
                      <a:pt x="13359" y="12345"/>
                    </a:lnTo>
                    <a:lnTo>
                      <a:pt x="13303" y="11256"/>
                    </a:lnTo>
                    <a:lnTo>
                      <a:pt x="13211" y="10186"/>
                    </a:lnTo>
                    <a:lnTo>
                      <a:pt x="13063" y="9097"/>
                    </a:lnTo>
                    <a:lnTo>
                      <a:pt x="12989" y="8562"/>
                    </a:lnTo>
                    <a:lnTo>
                      <a:pt x="12897" y="8027"/>
                    </a:lnTo>
                    <a:lnTo>
                      <a:pt x="12787" y="7510"/>
                    </a:lnTo>
                    <a:lnTo>
                      <a:pt x="12657" y="6975"/>
                    </a:lnTo>
                    <a:lnTo>
                      <a:pt x="12528" y="6459"/>
                    </a:lnTo>
                    <a:lnTo>
                      <a:pt x="12381" y="5924"/>
                    </a:lnTo>
                    <a:lnTo>
                      <a:pt x="12215" y="5407"/>
                    </a:lnTo>
                    <a:lnTo>
                      <a:pt x="12030" y="4909"/>
                    </a:lnTo>
                    <a:lnTo>
                      <a:pt x="11864" y="4448"/>
                    </a:lnTo>
                    <a:lnTo>
                      <a:pt x="11679" y="4005"/>
                    </a:lnTo>
                    <a:lnTo>
                      <a:pt x="11477" y="3562"/>
                    </a:lnTo>
                    <a:lnTo>
                      <a:pt x="11255" y="3119"/>
                    </a:lnTo>
                    <a:lnTo>
                      <a:pt x="11015" y="2695"/>
                    </a:lnTo>
                    <a:lnTo>
                      <a:pt x="10738" y="2289"/>
                    </a:lnTo>
                    <a:lnTo>
                      <a:pt x="10462" y="1901"/>
                    </a:lnTo>
                    <a:lnTo>
                      <a:pt x="10148" y="1532"/>
                    </a:lnTo>
                    <a:lnTo>
                      <a:pt x="9834" y="1200"/>
                    </a:lnTo>
                    <a:lnTo>
                      <a:pt x="9465" y="905"/>
                    </a:lnTo>
                    <a:lnTo>
                      <a:pt x="9281" y="757"/>
                    </a:lnTo>
                    <a:lnTo>
                      <a:pt x="9096" y="628"/>
                    </a:lnTo>
                    <a:lnTo>
                      <a:pt x="8893" y="518"/>
                    </a:lnTo>
                    <a:lnTo>
                      <a:pt x="8690" y="407"/>
                    </a:lnTo>
                    <a:lnTo>
                      <a:pt x="8469" y="315"/>
                    </a:lnTo>
                    <a:lnTo>
                      <a:pt x="8248" y="222"/>
                    </a:lnTo>
                    <a:lnTo>
                      <a:pt x="8026" y="149"/>
                    </a:lnTo>
                    <a:lnTo>
                      <a:pt x="7786" y="93"/>
                    </a:lnTo>
                    <a:lnTo>
                      <a:pt x="7546" y="56"/>
                    </a:lnTo>
                    <a:lnTo>
                      <a:pt x="7288" y="19"/>
                    </a:lnTo>
                    <a:lnTo>
                      <a:pt x="703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>
                <a:off x="6909423" y="1332850"/>
                <a:ext cx="782077" cy="900389"/>
              </a:xfrm>
              <a:custGeom>
                <a:avLst/>
                <a:gdLst/>
                <a:ahLst/>
                <a:cxnLst/>
                <a:rect l="l" t="t" r="r" b="b"/>
                <a:pathLst>
                  <a:path w="23784" h="27382" extrusionOk="0">
                    <a:moveTo>
                      <a:pt x="9244" y="0"/>
                    </a:moveTo>
                    <a:lnTo>
                      <a:pt x="8691" y="18"/>
                    </a:lnTo>
                    <a:lnTo>
                      <a:pt x="8045" y="55"/>
                    </a:lnTo>
                    <a:lnTo>
                      <a:pt x="7418" y="129"/>
                    </a:lnTo>
                    <a:lnTo>
                      <a:pt x="6790" y="221"/>
                    </a:lnTo>
                    <a:lnTo>
                      <a:pt x="6163" y="332"/>
                    </a:lnTo>
                    <a:lnTo>
                      <a:pt x="5554" y="480"/>
                    </a:lnTo>
                    <a:lnTo>
                      <a:pt x="4945" y="664"/>
                    </a:lnTo>
                    <a:lnTo>
                      <a:pt x="4355" y="886"/>
                    </a:lnTo>
                    <a:lnTo>
                      <a:pt x="3783" y="1144"/>
                    </a:lnTo>
                    <a:lnTo>
                      <a:pt x="3506" y="1273"/>
                    </a:lnTo>
                    <a:lnTo>
                      <a:pt x="3229" y="1439"/>
                    </a:lnTo>
                    <a:lnTo>
                      <a:pt x="2953" y="1605"/>
                    </a:lnTo>
                    <a:lnTo>
                      <a:pt x="2694" y="1771"/>
                    </a:lnTo>
                    <a:lnTo>
                      <a:pt x="2436" y="1956"/>
                    </a:lnTo>
                    <a:lnTo>
                      <a:pt x="2178" y="2140"/>
                    </a:lnTo>
                    <a:lnTo>
                      <a:pt x="1938" y="2343"/>
                    </a:lnTo>
                    <a:lnTo>
                      <a:pt x="1698" y="2565"/>
                    </a:lnTo>
                    <a:lnTo>
                      <a:pt x="1476" y="2786"/>
                    </a:lnTo>
                    <a:lnTo>
                      <a:pt x="1255" y="3007"/>
                    </a:lnTo>
                    <a:lnTo>
                      <a:pt x="1052" y="3247"/>
                    </a:lnTo>
                    <a:lnTo>
                      <a:pt x="849" y="3506"/>
                    </a:lnTo>
                    <a:lnTo>
                      <a:pt x="683" y="3764"/>
                    </a:lnTo>
                    <a:lnTo>
                      <a:pt x="499" y="4022"/>
                    </a:lnTo>
                    <a:lnTo>
                      <a:pt x="351" y="4299"/>
                    </a:lnTo>
                    <a:lnTo>
                      <a:pt x="203" y="4576"/>
                    </a:lnTo>
                    <a:lnTo>
                      <a:pt x="130" y="4760"/>
                    </a:lnTo>
                    <a:lnTo>
                      <a:pt x="56" y="4945"/>
                    </a:lnTo>
                    <a:lnTo>
                      <a:pt x="19" y="5129"/>
                    </a:lnTo>
                    <a:lnTo>
                      <a:pt x="0" y="5314"/>
                    </a:lnTo>
                    <a:lnTo>
                      <a:pt x="19" y="5461"/>
                    </a:lnTo>
                    <a:lnTo>
                      <a:pt x="37" y="5591"/>
                    </a:lnTo>
                    <a:lnTo>
                      <a:pt x="93" y="5720"/>
                    </a:lnTo>
                    <a:lnTo>
                      <a:pt x="148" y="5830"/>
                    </a:lnTo>
                    <a:lnTo>
                      <a:pt x="222" y="5941"/>
                    </a:lnTo>
                    <a:lnTo>
                      <a:pt x="314" y="6052"/>
                    </a:lnTo>
                    <a:lnTo>
                      <a:pt x="425" y="6144"/>
                    </a:lnTo>
                    <a:lnTo>
                      <a:pt x="535" y="6236"/>
                    </a:lnTo>
                    <a:lnTo>
                      <a:pt x="775" y="6402"/>
                    </a:lnTo>
                    <a:lnTo>
                      <a:pt x="1052" y="6532"/>
                    </a:lnTo>
                    <a:lnTo>
                      <a:pt x="1329" y="6624"/>
                    </a:lnTo>
                    <a:lnTo>
                      <a:pt x="1606" y="6698"/>
                    </a:lnTo>
                    <a:lnTo>
                      <a:pt x="2196" y="6827"/>
                    </a:lnTo>
                    <a:lnTo>
                      <a:pt x="2473" y="6901"/>
                    </a:lnTo>
                    <a:lnTo>
                      <a:pt x="2750" y="6974"/>
                    </a:lnTo>
                    <a:lnTo>
                      <a:pt x="3008" y="7067"/>
                    </a:lnTo>
                    <a:lnTo>
                      <a:pt x="3248" y="7196"/>
                    </a:lnTo>
                    <a:lnTo>
                      <a:pt x="3488" y="7362"/>
                    </a:lnTo>
                    <a:lnTo>
                      <a:pt x="3709" y="7583"/>
                    </a:lnTo>
                    <a:lnTo>
                      <a:pt x="3875" y="7749"/>
                    </a:lnTo>
                    <a:lnTo>
                      <a:pt x="4004" y="7934"/>
                    </a:lnTo>
                    <a:lnTo>
                      <a:pt x="4281" y="8340"/>
                    </a:lnTo>
                    <a:lnTo>
                      <a:pt x="4410" y="8524"/>
                    </a:lnTo>
                    <a:lnTo>
                      <a:pt x="4558" y="8709"/>
                    </a:lnTo>
                    <a:lnTo>
                      <a:pt x="4742" y="8875"/>
                    </a:lnTo>
                    <a:lnTo>
                      <a:pt x="4927" y="9004"/>
                    </a:lnTo>
                    <a:lnTo>
                      <a:pt x="5204" y="9152"/>
                    </a:lnTo>
                    <a:lnTo>
                      <a:pt x="5480" y="9281"/>
                    </a:lnTo>
                    <a:lnTo>
                      <a:pt x="5757" y="9373"/>
                    </a:lnTo>
                    <a:lnTo>
                      <a:pt x="6052" y="9447"/>
                    </a:lnTo>
                    <a:lnTo>
                      <a:pt x="6329" y="9447"/>
                    </a:lnTo>
                    <a:lnTo>
                      <a:pt x="6587" y="9410"/>
                    </a:lnTo>
                    <a:lnTo>
                      <a:pt x="6827" y="9355"/>
                    </a:lnTo>
                    <a:lnTo>
                      <a:pt x="7086" y="9299"/>
                    </a:lnTo>
                    <a:lnTo>
                      <a:pt x="7049" y="9170"/>
                    </a:lnTo>
                    <a:lnTo>
                      <a:pt x="7049" y="9022"/>
                    </a:lnTo>
                    <a:lnTo>
                      <a:pt x="7086" y="8875"/>
                    </a:lnTo>
                    <a:lnTo>
                      <a:pt x="7141" y="8746"/>
                    </a:lnTo>
                    <a:lnTo>
                      <a:pt x="7215" y="8635"/>
                    </a:lnTo>
                    <a:lnTo>
                      <a:pt x="7307" y="8524"/>
                    </a:lnTo>
                    <a:lnTo>
                      <a:pt x="7418" y="8432"/>
                    </a:lnTo>
                    <a:lnTo>
                      <a:pt x="7547" y="8377"/>
                    </a:lnTo>
                    <a:lnTo>
                      <a:pt x="7676" y="8321"/>
                    </a:lnTo>
                    <a:lnTo>
                      <a:pt x="7824" y="8303"/>
                    </a:lnTo>
                    <a:lnTo>
                      <a:pt x="8100" y="8303"/>
                    </a:lnTo>
                    <a:lnTo>
                      <a:pt x="8248" y="8340"/>
                    </a:lnTo>
                    <a:lnTo>
                      <a:pt x="8377" y="8395"/>
                    </a:lnTo>
                    <a:lnTo>
                      <a:pt x="8506" y="8451"/>
                    </a:lnTo>
                    <a:lnTo>
                      <a:pt x="8635" y="8524"/>
                    </a:lnTo>
                    <a:lnTo>
                      <a:pt x="8838" y="8690"/>
                    </a:lnTo>
                    <a:lnTo>
                      <a:pt x="9004" y="8875"/>
                    </a:lnTo>
                    <a:lnTo>
                      <a:pt x="9115" y="9059"/>
                    </a:lnTo>
                    <a:lnTo>
                      <a:pt x="9207" y="9244"/>
                    </a:lnTo>
                    <a:lnTo>
                      <a:pt x="9244" y="9447"/>
                    </a:lnTo>
                    <a:lnTo>
                      <a:pt x="9263" y="9650"/>
                    </a:lnTo>
                    <a:lnTo>
                      <a:pt x="9263" y="9871"/>
                    </a:lnTo>
                    <a:lnTo>
                      <a:pt x="9244" y="10093"/>
                    </a:lnTo>
                    <a:lnTo>
                      <a:pt x="9170" y="10535"/>
                    </a:lnTo>
                    <a:lnTo>
                      <a:pt x="9060" y="10978"/>
                    </a:lnTo>
                    <a:lnTo>
                      <a:pt x="8968" y="11421"/>
                    </a:lnTo>
                    <a:lnTo>
                      <a:pt x="8949" y="11661"/>
                    </a:lnTo>
                    <a:lnTo>
                      <a:pt x="8949" y="11882"/>
                    </a:lnTo>
                    <a:lnTo>
                      <a:pt x="8968" y="12048"/>
                    </a:lnTo>
                    <a:lnTo>
                      <a:pt x="9004" y="12196"/>
                    </a:lnTo>
                    <a:lnTo>
                      <a:pt x="9041" y="12344"/>
                    </a:lnTo>
                    <a:lnTo>
                      <a:pt x="9115" y="12473"/>
                    </a:lnTo>
                    <a:lnTo>
                      <a:pt x="9207" y="12584"/>
                    </a:lnTo>
                    <a:lnTo>
                      <a:pt x="9300" y="12713"/>
                    </a:lnTo>
                    <a:lnTo>
                      <a:pt x="9521" y="12916"/>
                    </a:lnTo>
                    <a:lnTo>
                      <a:pt x="10038" y="13322"/>
                    </a:lnTo>
                    <a:lnTo>
                      <a:pt x="10278" y="13543"/>
                    </a:lnTo>
                    <a:lnTo>
                      <a:pt x="10388" y="13654"/>
                    </a:lnTo>
                    <a:lnTo>
                      <a:pt x="10499" y="13783"/>
                    </a:lnTo>
                    <a:lnTo>
                      <a:pt x="10720" y="14115"/>
                    </a:lnTo>
                    <a:lnTo>
                      <a:pt x="10905" y="14447"/>
                    </a:lnTo>
                    <a:lnTo>
                      <a:pt x="11071" y="14798"/>
                    </a:lnTo>
                    <a:lnTo>
                      <a:pt x="11219" y="15167"/>
                    </a:lnTo>
                    <a:lnTo>
                      <a:pt x="11311" y="15536"/>
                    </a:lnTo>
                    <a:lnTo>
                      <a:pt x="11385" y="15923"/>
                    </a:lnTo>
                    <a:lnTo>
                      <a:pt x="11403" y="16311"/>
                    </a:lnTo>
                    <a:lnTo>
                      <a:pt x="11403" y="16698"/>
                    </a:lnTo>
                    <a:lnTo>
                      <a:pt x="11366" y="17215"/>
                    </a:lnTo>
                    <a:lnTo>
                      <a:pt x="11366" y="17473"/>
                    </a:lnTo>
                    <a:lnTo>
                      <a:pt x="11385" y="17602"/>
                    </a:lnTo>
                    <a:lnTo>
                      <a:pt x="11403" y="17731"/>
                    </a:lnTo>
                    <a:lnTo>
                      <a:pt x="11477" y="17916"/>
                    </a:lnTo>
                    <a:lnTo>
                      <a:pt x="11588" y="18082"/>
                    </a:lnTo>
                    <a:lnTo>
                      <a:pt x="11717" y="18248"/>
                    </a:lnTo>
                    <a:lnTo>
                      <a:pt x="11864" y="18396"/>
                    </a:lnTo>
                    <a:lnTo>
                      <a:pt x="12030" y="18543"/>
                    </a:lnTo>
                    <a:lnTo>
                      <a:pt x="12196" y="18672"/>
                    </a:lnTo>
                    <a:lnTo>
                      <a:pt x="12529" y="18931"/>
                    </a:lnTo>
                    <a:lnTo>
                      <a:pt x="12824" y="19170"/>
                    </a:lnTo>
                    <a:lnTo>
                      <a:pt x="13101" y="19447"/>
                    </a:lnTo>
                    <a:lnTo>
                      <a:pt x="13340" y="19724"/>
                    </a:lnTo>
                    <a:lnTo>
                      <a:pt x="13580" y="20038"/>
                    </a:lnTo>
                    <a:lnTo>
                      <a:pt x="13802" y="20351"/>
                    </a:lnTo>
                    <a:lnTo>
                      <a:pt x="14005" y="20665"/>
                    </a:lnTo>
                    <a:lnTo>
                      <a:pt x="14189" y="20997"/>
                    </a:lnTo>
                    <a:lnTo>
                      <a:pt x="14374" y="21348"/>
                    </a:lnTo>
                    <a:lnTo>
                      <a:pt x="14540" y="21698"/>
                    </a:lnTo>
                    <a:lnTo>
                      <a:pt x="14706" y="22049"/>
                    </a:lnTo>
                    <a:lnTo>
                      <a:pt x="15001" y="22787"/>
                    </a:lnTo>
                    <a:lnTo>
                      <a:pt x="15555" y="24244"/>
                    </a:lnTo>
                    <a:lnTo>
                      <a:pt x="15757" y="24780"/>
                    </a:lnTo>
                    <a:lnTo>
                      <a:pt x="15887" y="25038"/>
                    </a:lnTo>
                    <a:lnTo>
                      <a:pt x="16016" y="25296"/>
                    </a:lnTo>
                    <a:lnTo>
                      <a:pt x="16145" y="25555"/>
                    </a:lnTo>
                    <a:lnTo>
                      <a:pt x="16293" y="25794"/>
                    </a:lnTo>
                    <a:lnTo>
                      <a:pt x="16459" y="26034"/>
                    </a:lnTo>
                    <a:lnTo>
                      <a:pt x="16643" y="26256"/>
                    </a:lnTo>
                    <a:lnTo>
                      <a:pt x="16791" y="26403"/>
                    </a:lnTo>
                    <a:lnTo>
                      <a:pt x="16957" y="26551"/>
                    </a:lnTo>
                    <a:lnTo>
                      <a:pt x="17123" y="26680"/>
                    </a:lnTo>
                    <a:lnTo>
                      <a:pt x="17307" y="26809"/>
                    </a:lnTo>
                    <a:lnTo>
                      <a:pt x="17492" y="26920"/>
                    </a:lnTo>
                    <a:lnTo>
                      <a:pt x="17676" y="27031"/>
                    </a:lnTo>
                    <a:lnTo>
                      <a:pt x="17879" y="27104"/>
                    </a:lnTo>
                    <a:lnTo>
                      <a:pt x="18082" y="27178"/>
                    </a:lnTo>
                    <a:lnTo>
                      <a:pt x="18304" y="27252"/>
                    </a:lnTo>
                    <a:lnTo>
                      <a:pt x="18507" y="27307"/>
                    </a:lnTo>
                    <a:lnTo>
                      <a:pt x="18728" y="27344"/>
                    </a:lnTo>
                    <a:lnTo>
                      <a:pt x="18931" y="27363"/>
                    </a:lnTo>
                    <a:lnTo>
                      <a:pt x="19152" y="27381"/>
                    </a:lnTo>
                    <a:lnTo>
                      <a:pt x="19374" y="27381"/>
                    </a:lnTo>
                    <a:lnTo>
                      <a:pt x="19595" y="27363"/>
                    </a:lnTo>
                    <a:lnTo>
                      <a:pt x="19817" y="27326"/>
                    </a:lnTo>
                    <a:lnTo>
                      <a:pt x="20093" y="27270"/>
                    </a:lnTo>
                    <a:lnTo>
                      <a:pt x="20352" y="27197"/>
                    </a:lnTo>
                    <a:lnTo>
                      <a:pt x="20610" y="27104"/>
                    </a:lnTo>
                    <a:lnTo>
                      <a:pt x="20850" y="26994"/>
                    </a:lnTo>
                    <a:lnTo>
                      <a:pt x="21090" y="26865"/>
                    </a:lnTo>
                    <a:lnTo>
                      <a:pt x="21311" y="26735"/>
                    </a:lnTo>
                    <a:lnTo>
                      <a:pt x="21514" y="26569"/>
                    </a:lnTo>
                    <a:lnTo>
                      <a:pt x="21717" y="26403"/>
                    </a:lnTo>
                    <a:lnTo>
                      <a:pt x="21920" y="26219"/>
                    </a:lnTo>
                    <a:lnTo>
                      <a:pt x="22105" y="26034"/>
                    </a:lnTo>
                    <a:lnTo>
                      <a:pt x="22455" y="25628"/>
                    </a:lnTo>
                    <a:lnTo>
                      <a:pt x="22787" y="25204"/>
                    </a:lnTo>
                    <a:lnTo>
                      <a:pt x="23101" y="24761"/>
                    </a:lnTo>
                    <a:lnTo>
                      <a:pt x="23230" y="24540"/>
                    </a:lnTo>
                    <a:lnTo>
                      <a:pt x="23359" y="24337"/>
                    </a:lnTo>
                    <a:lnTo>
                      <a:pt x="23452" y="24115"/>
                    </a:lnTo>
                    <a:lnTo>
                      <a:pt x="23544" y="23894"/>
                    </a:lnTo>
                    <a:lnTo>
                      <a:pt x="23618" y="23654"/>
                    </a:lnTo>
                    <a:lnTo>
                      <a:pt x="23691" y="23414"/>
                    </a:lnTo>
                    <a:lnTo>
                      <a:pt x="23728" y="23174"/>
                    </a:lnTo>
                    <a:lnTo>
                      <a:pt x="23765" y="22934"/>
                    </a:lnTo>
                    <a:lnTo>
                      <a:pt x="23784" y="22695"/>
                    </a:lnTo>
                    <a:lnTo>
                      <a:pt x="23784" y="22436"/>
                    </a:lnTo>
                    <a:lnTo>
                      <a:pt x="23784" y="22196"/>
                    </a:lnTo>
                    <a:lnTo>
                      <a:pt x="23747" y="21957"/>
                    </a:lnTo>
                    <a:lnTo>
                      <a:pt x="23710" y="21717"/>
                    </a:lnTo>
                    <a:lnTo>
                      <a:pt x="23654" y="21477"/>
                    </a:lnTo>
                    <a:lnTo>
                      <a:pt x="23581" y="21237"/>
                    </a:lnTo>
                    <a:lnTo>
                      <a:pt x="23488" y="21016"/>
                    </a:lnTo>
                    <a:lnTo>
                      <a:pt x="23341" y="20702"/>
                    </a:lnTo>
                    <a:lnTo>
                      <a:pt x="23175" y="20407"/>
                    </a:lnTo>
                    <a:lnTo>
                      <a:pt x="22990" y="20111"/>
                    </a:lnTo>
                    <a:lnTo>
                      <a:pt x="22787" y="19835"/>
                    </a:lnTo>
                    <a:lnTo>
                      <a:pt x="22381" y="19281"/>
                    </a:lnTo>
                    <a:lnTo>
                      <a:pt x="21975" y="18709"/>
                    </a:lnTo>
                    <a:lnTo>
                      <a:pt x="21772" y="18432"/>
                    </a:lnTo>
                    <a:lnTo>
                      <a:pt x="21606" y="18156"/>
                    </a:lnTo>
                    <a:lnTo>
                      <a:pt x="21440" y="17860"/>
                    </a:lnTo>
                    <a:lnTo>
                      <a:pt x="21311" y="17584"/>
                    </a:lnTo>
                    <a:lnTo>
                      <a:pt x="21201" y="17270"/>
                    </a:lnTo>
                    <a:lnTo>
                      <a:pt x="21127" y="16975"/>
                    </a:lnTo>
                    <a:lnTo>
                      <a:pt x="21090" y="16643"/>
                    </a:lnTo>
                    <a:lnTo>
                      <a:pt x="21090" y="16495"/>
                    </a:lnTo>
                    <a:lnTo>
                      <a:pt x="21108" y="16329"/>
                    </a:lnTo>
                    <a:lnTo>
                      <a:pt x="21145" y="16034"/>
                    </a:lnTo>
                    <a:lnTo>
                      <a:pt x="21201" y="15776"/>
                    </a:lnTo>
                    <a:lnTo>
                      <a:pt x="21293" y="15499"/>
                    </a:lnTo>
                    <a:lnTo>
                      <a:pt x="21385" y="15222"/>
                    </a:lnTo>
                    <a:lnTo>
                      <a:pt x="21588" y="14687"/>
                    </a:lnTo>
                    <a:lnTo>
                      <a:pt x="21662" y="14410"/>
                    </a:lnTo>
                    <a:lnTo>
                      <a:pt x="21717" y="14133"/>
                    </a:lnTo>
                    <a:lnTo>
                      <a:pt x="21754" y="13857"/>
                    </a:lnTo>
                    <a:lnTo>
                      <a:pt x="21754" y="13580"/>
                    </a:lnTo>
                    <a:lnTo>
                      <a:pt x="21717" y="13322"/>
                    </a:lnTo>
                    <a:lnTo>
                      <a:pt x="21662" y="13045"/>
                    </a:lnTo>
                    <a:lnTo>
                      <a:pt x="21588" y="12786"/>
                    </a:lnTo>
                    <a:lnTo>
                      <a:pt x="21496" y="12528"/>
                    </a:lnTo>
                    <a:lnTo>
                      <a:pt x="21385" y="12270"/>
                    </a:lnTo>
                    <a:lnTo>
                      <a:pt x="21237" y="12030"/>
                    </a:lnTo>
                    <a:lnTo>
                      <a:pt x="21090" y="11790"/>
                    </a:lnTo>
                    <a:lnTo>
                      <a:pt x="20924" y="11550"/>
                    </a:lnTo>
                    <a:lnTo>
                      <a:pt x="20758" y="11329"/>
                    </a:lnTo>
                    <a:lnTo>
                      <a:pt x="20573" y="11107"/>
                    </a:lnTo>
                    <a:lnTo>
                      <a:pt x="20167" y="10683"/>
                    </a:lnTo>
                    <a:lnTo>
                      <a:pt x="19761" y="10296"/>
                    </a:lnTo>
                    <a:lnTo>
                      <a:pt x="18894" y="9558"/>
                    </a:lnTo>
                    <a:lnTo>
                      <a:pt x="18470" y="9170"/>
                    </a:lnTo>
                    <a:lnTo>
                      <a:pt x="18045" y="8783"/>
                    </a:lnTo>
                    <a:lnTo>
                      <a:pt x="17658" y="8377"/>
                    </a:lnTo>
                    <a:lnTo>
                      <a:pt x="17473" y="8174"/>
                    </a:lnTo>
                    <a:lnTo>
                      <a:pt x="17307" y="7952"/>
                    </a:lnTo>
                    <a:lnTo>
                      <a:pt x="17160" y="7712"/>
                    </a:lnTo>
                    <a:lnTo>
                      <a:pt x="17012" y="7473"/>
                    </a:lnTo>
                    <a:lnTo>
                      <a:pt x="16883" y="7233"/>
                    </a:lnTo>
                    <a:lnTo>
                      <a:pt x="16772" y="6974"/>
                    </a:lnTo>
                    <a:lnTo>
                      <a:pt x="16643" y="6587"/>
                    </a:lnTo>
                    <a:lnTo>
                      <a:pt x="16532" y="6181"/>
                    </a:lnTo>
                    <a:lnTo>
                      <a:pt x="16459" y="5757"/>
                    </a:lnTo>
                    <a:lnTo>
                      <a:pt x="16403" y="5332"/>
                    </a:lnTo>
                    <a:lnTo>
                      <a:pt x="16348" y="4926"/>
                    </a:lnTo>
                    <a:lnTo>
                      <a:pt x="16274" y="4502"/>
                    </a:lnTo>
                    <a:lnTo>
                      <a:pt x="16200" y="4096"/>
                    </a:lnTo>
                    <a:lnTo>
                      <a:pt x="16071" y="3690"/>
                    </a:lnTo>
                    <a:lnTo>
                      <a:pt x="15979" y="3432"/>
                    </a:lnTo>
                    <a:lnTo>
                      <a:pt x="15868" y="3174"/>
                    </a:lnTo>
                    <a:lnTo>
                      <a:pt x="15739" y="2934"/>
                    </a:lnTo>
                    <a:lnTo>
                      <a:pt x="15591" y="2694"/>
                    </a:lnTo>
                    <a:lnTo>
                      <a:pt x="15444" y="2472"/>
                    </a:lnTo>
                    <a:lnTo>
                      <a:pt x="15259" y="2251"/>
                    </a:lnTo>
                    <a:lnTo>
                      <a:pt x="15093" y="2048"/>
                    </a:lnTo>
                    <a:lnTo>
                      <a:pt x="14890" y="1845"/>
                    </a:lnTo>
                    <a:lnTo>
                      <a:pt x="14687" y="1661"/>
                    </a:lnTo>
                    <a:lnTo>
                      <a:pt x="14466" y="1495"/>
                    </a:lnTo>
                    <a:lnTo>
                      <a:pt x="14245" y="1310"/>
                    </a:lnTo>
                    <a:lnTo>
                      <a:pt x="14023" y="1162"/>
                    </a:lnTo>
                    <a:lnTo>
                      <a:pt x="13783" y="1015"/>
                    </a:lnTo>
                    <a:lnTo>
                      <a:pt x="13543" y="886"/>
                    </a:lnTo>
                    <a:lnTo>
                      <a:pt x="13285" y="756"/>
                    </a:lnTo>
                    <a:lnTo>
                      <a:pt x="13045" y="646"/>
                    </a:lnTo>
                    <a:lnTo>
                      <a:pt x="12510" y="443"/>
                    </a:lnTo>
                    <a:lnTo>
                      <a:pt x="11993" y="295"/>
                    </a:lnTo>
                    <a:lnTo>
                      <a:pt x="11458" y="185"/>
                    </a:lnTo>
                    <a:lnTo>
                      <a:pt x="10905" y="92"/>
                    </a:lnTo>
                    <a:lnTo>
                      <a:pt x="10351" y="37"/>
                    </a:lnTo>
                    <a:lnTo>
                      <a:pt x="9798" y="18"/>
                    </a:lnTo>
                    <a:lnTo>
                      <a:pt x="92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3" name="Google Shape;243;p18"/>
              <p:cNvSpPr/>
              <p:nvPr/>
            </p:nvSpPr>
            <p:spPr>
              <a:xfrm>
                <a:off x="7207943" y="1976591"/>
                <a:ext cx="282757" cy="553347"/>
              </a:xfrm>
              <a:custGeom>
                <a:avLst/>
                <a:gdLst/>
                <a:ahLst/>
                <a:cxnLst/>
                <a:rect l="l" t="t" r="r" b="b"/>
                <a:pathLst>
                  <a:path w="8599" h="16828" extrusionOk="0">
                    <a:moveTo>
                      <a:pt x="1421" y="0"/>
                    </a:moveTo>
                    <a:lnTo>
                      <a:pt x="1163" y="37"/>
                    </a:lnTo>
                    <a:lnTo>
                      <a:pt x="923" y="111"/>
                    </a:lnTo>
                    <a:lnTo>
                      <a:pt x="683" y="222"/>
                    </a:lnTo>
                    <a:lnTo>
                      <a:pt x="462" y="369"/>
                    </a:lnTo>
                    <a:lnTo>
                      <a:pt x="351" y="462"/>
                    </a:lnTo>
                    <a:lnTo>
                      <a:pt x="259" y="572"/>
                    </a:lnTo>
                    <a:lnTo>
                      <a:pt x="185" y="683"/>
                    </a:lnTo>
                    <a:lnTo>
                      <a:pt x="129" y="794"/>
                    </a:lnTo>
                    <a:lnTo>
                      <a:pt x="74" y="923"/>
                    </a:lnTo>
                    <a:lnTo>
                      <a:pt x="37" y="1052"/>
                    </a:lnTo>
                    <a:lnTo>
                      <a:pt x="19" y="1163"/>
                    </a:lnTo>
                    <a:lnTo>
                      <a:pt x="0" y="1292"/>
                    </a:lnTo>
                    <a:lnTo>
                      <a:pt x="0" y="1569"/>
                    </a:lnTo>
                    <a:lnTo>
                      <a:pt x="37" y="1827"/>
                    </a:lnTo>
                    <a:lnTo>
                      <a:pt x="92" y="2104"/>
                    </a:lnTo>
                    <a:lnTo>
                      <a:pt x="185" y="2362"/>
                    </a:lnTo>
                    <a:lnTo>
                      <a:pt x="609" y="3561"/>
                    </a:lnTo>
                    <a:lnTo>
                      <a:pt x="1089" y="4742"/>
                    </a:lnTo>
                    <a:lnTo>
                      <a:pt x="1587" y="5923"/>
                    </a:lnTo>
                    <a:lnTo>
                      <a:pt x="2122" y="7086"/>
                    </a:lnTo>
                    <a:lnTo>
                      <a:pt x="2399" y="7713"/>
                    </a:lnTo>
                    <a:lnTo>
                      <a:pt x="2639" y="8322"/>
                    </a:lnTo>
                    <a:lnTo>
                      <a:pt x="2860" y="8949"/>
                    </a:lnTo>
                    <a:lnTo>
                      <a:pt x="3082" y="9576"/>
                    </a:lnTo>
                    <a:lnTo>
                      <a:pt x="3395" y="10536"/>
                    </a:lnTo>
                    <a:lnTo>
                      <a:pt x="3580" y="11016"/>
                    </a:lnTo>
                    <a:lnTo>
                      <a:pt x="3764" y="11477"/>
                    </a:lnTo>
                    <a:lnTo>
                      <a:pt x="5406" y="15555"/>
                    </a:lnTo>
                    <a:lnTo>
                      <a:pt x="5572" y="15924"/>
                    </a:lnTo>
                    <a:lnTo>
                      <a:pt x="5665" y="16108"/>
                    </a:lnTo>
                    <a:lnTo>
                      <a:pt x="5775" y="16293"/>
                    </a:lnTo>
                    <a:lnTo>
                      <a:pt x="5886" y="16440"/>
                    </a:lnTo>
                    <a:lnTo>
                      <a:pt x="6034" y="16588"/>
                    </a:lnTo>
                    <a:lnTo>
                      <a:pt x="6200" y="16698"/>
                    </a:lnTo>
                    <a:lnTo>
                      <a:pt x="6366" y="16791"/>
                    </a:lnTo>
                    <a:lnTo>
                      <a:pt x="6495" y="16809"/>
                    </a:lnTo>
                    <a:lnTo>
                      <a:pt x="6606" y="16828"/>
                    </a:lnTo>
                    <a:lnTo>
                      <a:pt x="6846" y="16828"/>
                    </a:lnTo>
                    <a:lnTo>
                      <a:pt x="7085" y="16772"/>
                    </a:lnTo>
                    <a:lnTo>
                      <a:pt x="7307" y="16698"/>
                    </a:lnTo>
                    <a:lnTo>
                      <a:pt x="7528" y="16569"/>
                    </a:lnTo>
                    <a:lnTo>
                      <a:pt x="7713" y="16422"/>
                    </a:lnTo>
                    <a:lnTo>
                      <a:pt x="7897" y="16256"/>
                    </a:lnTo>
                    <a:lnTo>
                      <a:pt x="8045" y="16053"/>
                    </a:lnTo>
                    <a:lnTo>
                      <a:pt x="8174" y="15850"/>
                    </a:lnTo>
                    <a:lnTo>
                      <a:pt x="8303" y="15628"/>
                    </a:lnTo>
                    <a:lnTo>
                      <a:pt x="8395" y="15407"/>
                    </a:lnTo>
                    <a:lnTo>
                      <a:pt x="8469" y="15167"/>
                    </a:lnTo>
                    <a:lnTo>
                      <a:pt x="8525" y="14890"/>
                    </a:lnTo>
                    <a:lnTo>
                      <a:pt x="8580" y="14614"/>
                    </a:lnTo>
                    <a:lnTo>
                      <a:pt x="8598" y="14337"/>
                    </a:lnTo>
                    <a:lnTo>
                      <a:pt x="8598" y="14060"/>
                    </a:lnTo>
                    <a:lnTo>
                      <a:pt x="8580" y="13783"/>
                    </a:lnTo>
                    <a:lnTo>
                      <a:pt x="8561" y="13506"/>
                    </a:lnTo>
                    <a:lnTo>
                      <a:pt x="8525" y="13230"/>
                    </a:lnTo>
                    <a:lnTo>
                      <a:pt x="8469" y="12953"/>
                    </a:lnTo>
                    <a:lnTo>
                      <a:pt x="8340" y="12399"/>
                    </a:lnTo>
                    <a:lnTo>
                      <a:pt x="8192" y="11846"/>
                    </a:lnTo>
                    <a:lnTo>
                      <a:pt x="7860" y="10794"/>
                    </a:lnTo>
                    <a:lnTo>
                      <a:pt x="7547" y="9835"/>
                    </a:lnTo>
                    <a:lnTo>
                      <a:pt x="7233" y="8894"/>
                    </a:lnTo>
                    <a:lnTo>
                      <a:pt x="6882" y="7953"/>
                    </a:lnTo>
                    <a:lnTo>
                      <a:pt x="6532" y="7030"/>
                    </a:lnTo>
                    <a:lnTo>
                      <a:pt x="6144" y="6108"/>
                    </a:lnTo>
                    <a:lnTo>
                      <a:pt x="5757" y="5204"/>
                    </a:lnTo>
                    <a:lnTo>
                      <a:pt x="5351" y="4281"/>
                    </a:lnTo>
                    <a:lnTo>
                      <a:pt x="4945" y="3377"/>
                    </a:lnTo>
                    <a:lnTo>
                      <a:pt x="4502" y="2436"/>
                    </a:lnTo>
                    <a:lnTo>
                      <a:pt x="4262" y="1975"/>
                    </a:lnTo>
                    <a:lnTo>
                      <a:pt x="3986" y="1532"/>
                    </a:lnTo>
                    <a:lnTo>
                      <a:pt x="3838" y="1310"/>
                    </a:lnTo>
                    <a:lnTo>
                      <a:pt x="3672" y="1107"/>
                    </a:lnTo>
                    <a:lnTo>
                      <a:pt x="3506" y="905"/>
                    </a:lnTo>
                    <a:lnTo>
                      <a:pt x="3321" y="720"/>
                    </a:lnTo>
                    <a:lnTo>
                      <a:pt x="3118" y="554"/>
                    </a:lnTo>
                    <a:lnTo>
                      <a:pt x="2915" y="406"/>
                    </a:lnTo>
                    <a:lnTo>
                      <a:pt x="2694" y="259"/>
                    </a:lnTo>
                    <a:lnTo>
                      <a:pt x="2454" y="148"/>
                    </a:lnTo>
                    <a:lnTo>
                      <a:pt x="2196" y="74"/>
                    </a:lnTo>
                    <a:lnTo>
                      <a:pt x="1938" y="19"/>
                    </a:lnTo>
                    <a:lnTo>
                      <a:pt x="1679" y="0"/>
                    </a:lnTo>
                    <a:close/>
                  </a:path>
                </a:pathLst>
              </a:custGeom>
              <a:solidFill>
                <a:srgbClr val="FAB5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8"/>
              <p:cNvSpPr/>
              <p:nvPr/>
            </p:nvSpPr>
            <p:spPr>
              <a:xfrm>
                <a:off x="6942800" y="2426184"/>
                <a:ext cx="513296" cy="142020"/>
              </a:xfrm>
              <a:custGeom>
                <a:avLst/>
                <a:gdLst/>
                <a:ahLst/>
                <a:cxnLst/>
                <a:rect l="l" t="t" r="r" b="b"/>
                <a:pathLst>
                  <a:path w="15610" h="4319" extrusionOk="0">
                    <a:moveTo>
                      <a:pt x="12934" y="1"/>
                    </a:moveTo>
                    <a:lnTo>
                      <a:pt x="12381" y="19"/>
                    </a:lnTo>
                    <a:lnTo>
                      <a:pt x="11846" y="37"/>
                    </a:lnTo>
                    <a:lnTo>
                      <a:pt x="10757" y="111"/>
                    </a:lnTo>
                    <a:lnTo>
                      <a:pt x="10130" y="185"/>
                    </a:lnTo>
                    <a:lnTo>
                      <a:pt x="9521" y="259"/>
                    </a:lnTo>
                    <a:lnTo>
                      <a:pt x="8303" y="443"/>
                    </a:lnTo>
                    <a:lnTo>
                      <a:pt x="7085" y="665"/>
                    </a:lnTo>
                    <a:lnTo>
                      <a:pt x="5886" y="905"/>
                    </a:lnTo>
                    <a:lnTo>
                      <a:pt x="4668" y="1181"/>
                    </a:lnTo>
                    <a:lnTo>
                      <a:pt x="3469" y="1477"/>
                    </a:lnTo>
                    <a:lnTo>
                      <a:pt x="1070" y="2085"/>
                    </a:lnTo>
                    <a:lnTo>
                      <a:pt x="867" y="2122"/>
                    </a:lnTo>
                    <a:lnTo>
                      <a:pt x="683" y="2196"/>
                    </a:lnTo>
                    <a:lnTo>
                      <a:pt x="498" y="2270"/>
                    </a:lnTo>
                    <a:lnTo>
                      <a:pt x="332" y="2381"/>
                    </a:lnTo>
                    <a:lnTo>
                      <a:pt x="258" y="2473"/>
                    </a:lnTo>
                    <a:lnTo>
                      <a:pt x="166" y="2565"/>
                    </a:lnTo>
                    <a:lnTo>
                      <a:pt x="111" y="2676"/>
                    </a:lnTo>
                    <a:lnTo>
                      <a:pt x="56" y="2805"/>
                    </a:lnTo>
                    <a:lnTo>
                      <a:pt x="19" y="2934"/>
                    </a:lnTo>
                    <a:lnTo>
                      <a:pt x="0" y="3063"/>
                    </a:lnTo>
                    <a:lnTo>
                      <a:pt x="0" y="3193"/>
                    </a:lnTo>
                    <a:lnTo>
                      <a:pt x="0" y="3322"/>
                    </a:lnTo>
                    <a:lnTo>
                      <a:pt x="19" y="3451"/>
                    </a:lnTo>
                    <a:lnTo>
                      <a:pt x="56" y="3580"/>
                    </a:lnTo>
                    <a:lnTo>
                      <a:pt x="111" y="3709"/>
                    </a:lnTo>
                    <a:lnTo>
                      <a:pt x="166" y="3820"/>
                    </a:lnTo>
                    <a:lnTo>
                      <a:pt x="240" y="3912"/>
                    </a:lnTo>
                    <a:lnTo>
                      <a:pt x="332" y="4004"/>
                    </a:lnTo>
                    <a:lnTo>
                      <a:pt x="443" y="4078"/>
                    </a:lnTo>
                    <a:lnTo>
                      <a:pt x="554" y="4134"/>
                    </a:lnTo>
                    <a:lnTo>
                      <a:pt x="683" y="4170"/>
                    </a:lnTo>
                    <a:lnTo>
                      <a:pt x="812" y="4189"/>
                    </a:lnTo>
                    <a:lnTo>
                      <a:pt x="1089" y="4207"/>
                    </a:lnTo>
                    <a:lnTo>
                      <a:pt x="2270" y="4263"/>
                    </a:lnTo>
                    <a:lnTo>
                      <a:pt x="3469" y="4300"/>
                    </a:lnTo>
                    <a:lnTo>
                      <a:pt x="4059" y="4318"/>
                    </a:lnTo>
                    <a:lnTo>
                      <a:pt x="4650" y="4300"/>
                    </a:lnTo>
                    <a:lnTo>
                      <a:pt x="5240" y="4281"/>
                    </a:lnTo>
                    <a:lnTo>
                      <a:pt x="5831" y="4244"/>
                    </a:lnTo>
                    <a:lnTo>
                      <a:pt x="8303" y="3986"/>
                    </a:lnTo>
                    <a:lnTo>
                      <a:pt x="9539" y="3838"/>
                    </a:lnTo>
                    <a:lnTo>
                      <a:pt x="10776" y="3691"/>
                    </a:lnTo>
                    <a:lnTo>
                      <a:pt x="11772" y="3543"/>
                    </a:lnTo>
                    <a:lnTo>
                      <a:pt x="12768" y="3414"/>
                    </a:lnTo>
                    <a:lnTo>
                      <a:pt x="13396" y="3322"/>
                    </a:lnTo>
                    <a:lnTo>
                      <a:pt x="14041" y="3229"/>
                    </a:lnTo>
                    <a:lnTo>
                      <a:pt x="14355" y="3174"/>
                    </a:lnTo>
                    <a:lnTo>
                      <a:pt x="14669" y="3100"/>
                    </a:lnTo>
                    <a:lnTo>
                      <a:pt x="14964" y="2990"/>
                    </a:lnTo>
                    <a:lnTo>
                      <a:pt x="15259" y="2842"/>
                    </a:lnTo>
                    <a:lnTo>
                      <a:pt x="15370" y="2768"/>
                    </a:lnTo>
                    <a:lnTo>
                      <a:pt x="15425" y="2713"/>
                    </a:lnTo>
                    <a:lnTo>
                      <a:pt x="15462" y="2657"/>
                    </a:lnTo>
                    <a:lnTo>
                      <a:pt x="15517" y="2565"/>
                    </a:lnTo>
                    <a:lnTo>
                      <a:pt x="15536" y="2436"/>
                    </a:lnTo>
                    <a:lnTo>
                      <a:pt x="15591" y="2178"/>
                    </a:lnTo>
                    <a:lnTo>
                      <a:pt x="15610" y="1901"/>
                    </a:lnTo>
                    <a:lnTo>
                      <a:pt x="15610" y="1624"/>
                    </a:lnTo>
                    <a:lnTo>
                      <a:pt x="15591" y="1477"/>
                    </a:lnTo>
                    <a:lnTo>
                      <a:pt x="15554" y="1347"/>
                    </a:lnTo>
                    <a:lnTo>
                      <a:pt x="15462" y="1144"/>
                    </a:lnTo>
                    <a:lnTo>
                      <a:pt x="15370" y="960"/>
                    </a:lnTo>
                    <a:lnTo>
                      <a:pt x="15259" y="812"/>
                    </a:lnTo>
                    <a:lnTo>
                      <a:pt x="15130" y="665"/>
                    </a:lnTo>
                    <a:lnTo>
                      <a:pt x="14982" y="536"/>
                    </a:lnTo>
                    <a:lnTo>
                      <a:pt x="14835" y="425"/>
                    </a:lnTo>
                    <a:lnTo>
                      <a:pt x="14669" y="314"/>
                    </a:lnTo>
                    <a:lnTo>
                      <a:pt x="14484" y="240"/>
                    </a:lnTo>
                    <a:lnTo>
                      <a:pt x="14318" y="167"/>
                    </a:lnTo>
                    <a:lnTo>
                      <a:pt x="14115" y="111"/>
                    </a:lnTo>
                    <a:lnTo>
                      <a:pt x="13931" y="74"/>
                    </a:lnTo>
                    <a:lnTo>
                      <a:pt x="13728" y="37"/>
                    </a:lnTo>
                    <a:lnTo>
                      <a:pt x="13340" y="1"/>
                    </a:lnTo>
                    <a:close/>
                  </a:path>
                </a:pathLst>
              </a:custGeom>
              <a:solidFill>
                <a:srgbClr val="FAB5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8"/>
              <p:cNvSpPr/>
              <p:nvPr/>
            </p:nvSpPr>
            <p:spPr>
              <a:xfrm>
                <a:off x="6527774" y="2614281"/>
                <a:ext cx="451444" cy="95293"/>
              </a:xfrm>
              <a:custGeom>
                <a:avLst/>
                <a:gdLst/>
                <a:ahLst/>
                <a:cxnLst/>
                <a:rect l="l" t="t" r="r" b="b"/>
                <a:pathLst>
                  <a:path w="13729" h="2898" extrusionOk="0">
                    <a:moveTo>
                      <a:pt x="13581" y="0"/>
                    </a:moveTo>
                    <a:lnTo>
                      <a:pt x="1" y="1310"/>
                    </a:lnTo>
                    <a:lnTo>
                      <a:pt x="148" y="2897"/>
                    </a:lnTo>
                    <a:lnTo>
                      <a:pt x="13728" y="1587"/>
                    </a:lnTo>
                    <a:lnTo>
                      <a:pt x="1358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8"/>
              <p:cNvSpPr/>
              <p:nvPr/>
            </p:nvSpPr>
            <p:spPr>
              <a:xfrm>
                <a:off x="6356679" y="2275114"/>
                <a:ext cx="222713" cy="434444"/>
              </a:xfrm>
              <a:custGeom>
                <a:avLst/>
                <a:gdLst/>
                <a:ahLst/>
                <a:cxnLst/>
                <a:rect l="l" t="t" r="r" b="b"/>
                <a:pathLst>
                  <a:path w="6773" h="13212" extrusionOk="0">
                    <a:moveTo>
                      <a:pt x="1495" y="0"/>
                    </a:moveTo>
                    <a:lnTo>
                      <a:pt x="1" y="628"/>
                    </a:lnTo>
                    <a:lnTo>
                      <a:pt x="5278" y="13211"/>
                    </a:lnTo>
                    <a:lnTo>
                      <a:pt x="6772" y="12584"/>
                    </a:lnTo>
                    <a:lnTo>
                      <a:pt x="149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8"/>
              <p:cNvSpPr/>
              <p:nvPr/>
            </p:nvSpPr>
            <p:spPr>
              <a:xfrm>
                <a:off x="6763189" y="2481396"/>
                <a:ext cx="239681" cy="142020"/>
              </a:xfrm>
              <a:custGeom>
                <a:avLst/>
                <a:gdLst/>
                <a:ahLst/>
                <a:cxnLst/>
                <a:rect l="l" t="t" r="r" b="b"/>
                <a:pathLst>
                  <a:path w="7289" h="4319" extrusionOk="0">
                    <a:moveTo>
                      <a:pt x="4632" y="1"/>
                    </a:moveTo>
                    <a:lnTo>
                      <a:pt x="4410" y="19"/>
                    </a:lnTo>
                    <a:lnTo>
                      <a:pt x="4189" y="37"/>
                    </a:lnTo>
                    <a:lnTo>
                      <a:pt x="3968" y="74"/>
                    </a:lnTo>
                    <a:lnTo>
                      <a:pt x="3543" y="148"/>
                    </a:lnTo>
                    <a:lnTo>
                      <a:pt x="1827" y="517"/>
                    </a:lnTo>
                    <a:lnTo>
                      <a:pt x="1477" y="591"/>
                    </a:lnTo>
                    <a:lnTo>
                      <a:pt x="1292" y="646"/>
                    </a:lnTo>
                    <a:lnTo>
                      <a:pt x="1108" y="720"/>
                    </a:lnTo>
                    <a:lnTo>
                      <a:pt x="905" y="831"/>
                    </a:lnTo>
                    <a:lnTo>
                      <a:pt x="702" y="960"/>
                    </a:lnTo>
                    <a:lnTo>
                      <a:pt x="610" y="1034"/>
                    </a:lnTo>
                    <a:lnTo>
                      <a:pt x="536" y="1126"/>
                    </a:lnTo>
                    <a:lnTo>
                      <a:pt x="462" y="1218"/>
                    </a:lnTo>
                    <a:lnTo>
                      <a:pt x="407" y="1311"/>
                    </a:lnTo>
                    <a:lnTo>
                      <a:pt x="333" y="1514"/>
                    </a:lnTo>
                    <a:lnTo>
                      <a:pt x="277" y="1735"/>
                    </a:lnTo>
                    <a:lnTo>
                      <a:pt x="241" y="1956"/>
                    </a:lnTo>
                    <a:lnTo>
                      <a:pt x="204" y="2178"/>
                    </a:lnTo>
                    <a:lnTo>
                      <a:pt x="19" y="3562"/>
                    </a:lnTo>
                    <a:lnTo>
                      <a:pt x="1" y="3728"/>
                    </a:lnTo>
                    <a:lnTo>
                      <a:pt x="1" y="3894"/>
                    </a:lnTo>
                    <a:lnTo>
                      <a:pt x="1" y="3986"/>
                    </a:lnTo>
                    <a:lnTo>
                      <a:pt x="38" y="4060"/>
                    </a:lnTo>
                    <a:lnTo>
                      <a:pt x="56" y="4115"/>
                    </a:lnTo>
                    <a:lnTo>
                      <a:pt x="111" y="4189"/>
                    </a:lnTo>
                    <a:lnTo>
                      <a:pt x="185" y="4244"/>
                    </a:lnTo>
                    <a:lnTo>
                      <a:pt x="259" y="4300"/>
                    </a:lnTo>
                    <a:lnTo>
                      <a:pt x="333" y="4318"/>
                    </a:lnTo>
                    <a:lnTo>
                      <a:pt x="388" y="4318"/>
                    </a:lnTo>
                    <a:lnTo>
                      <a:pt x="462" y="4300"/>
                    </a:lnTo>
                    <a:lnTo>
                      <a:pt x="517" y="4281"/>
                    </a:lnTo>
                    <a:lnTo>
                      <a:pt x="628" y="4189"/>
                    </a:lnTo>
                    <a:lnTo>
                      <a:pt x="720" y="4060"/>
                    </a:lnTo>
                    <a:lnTo>
                      <a:pt x="794" y="3912"/>
                    </a:lnTo>
                    <a:lnTo>
                      <a:pt x="849" y="3765"/>
                    </a:lnTo>
                    <a:lnTo>
                      <a:pt x="886" y="3635"/>
                    </a:lnTo>
                    <a:lnTo>
                      <a:pt x="1163" y="2288"/>
                    </a:lnTo>
                    <a:lnTo>
                      <a:pt x="1606" y="2547"/>
                    </a:lnTo>
                    <a:lnTo>
                      <a:pt x="2067" y="2787"/>
                    </a:lnTo>
                    <a:lnTo>
                      <a:pt x="2528" y="3008"/>
                    </a:lnTo>
                    <a:lnTo>
                      <a:pt x="2768" y="3100"/>
                    </a:lnTo>
                    <a:lnTo>
                      <a:pt x="3008" y="3174"/>
                    </a:lnTo>
                    <a:lnTo>
                      <a:pt x="3248" y="3248"/>
                    </a:lnTo>
                    <a:lnTo>
                      <a:pt x="3506" y="3303"/>
                    </a:lnTo>
                    <a:lnTo>
                      <a:pt x="3746" y="3359"/>
                    </a:lnTo>
                    <a:lnTo>
                      <a:pt x="3986" y="3377"/>
                    </a:lnTo>
                    <a:lnTo>
                      <a:pt x="4484" y="3377"/>
                    </a:lnTo>
                    <a:lnTo>
                      <a:pt x="4724" y="3340"/>
                    </a:lnTo>
                    <a:lnTo>
                      <a:pt x="4982" y="3285"/>
                    </a:lnTo>
                    <a:lnTo>
                      <a:pt x="5185" y="3229"/>
                    </a:lnTo>
                    <a:lnTo>
                      <a:pt x="5388" y="3137"/>
                    </a:lnTo>
                    <a:lnTo>
                      <a:pt x="5776" y="2971"/>
                    </a:lnTo>
                    <a:lnTo>
                      <a:pt x="6053" y="2842"/>
                    </a:lnTo>
                    <a:lnTo>
                      <a:pt x="6329" y="2713"/>
                    </a:lnTo>
                    <a:lnTo>
                      <a:pt x="6588" y="2547"/>
                    </a:lnTo>
                    <a:lnTo>
                      <a:pt x="6717" y="2455"/>
                    </a:lnTo>
                    <a:lnTo>
                      <a:pt x="6828" y="2362"/>
                    </a:lnTo>
                    <a:lnTo>
                      <a:pt x="6938" y="2252"/>
                    </a:lnTo>
                    <a:lnTo>
                      <a:pt x="7030" y="2141"/>
                    </a:lnTo>
                    <a:lnTo>
                      <a:pt x="7104" y="2012"/>
                    </a:lnTo>
                    <a:lnTo>
                      <a:pt x="7178" y="1864"/>
                    </a:lnTo>
                    <a:lnTo>
                      <a:pt x="7233" y="1735"/>
                    </a:lnTo>
                    <a:lnTo>
                      <a:pt x="7270" y="1587"/>
                    </a:lnTo>
                    <a:lnTo>
                      <a:pt x="7289" y="1440"/>
                    </a:lnTo>
                    <a:lnTo>
                      <a:pt x="7270" y="1292"/>
                    </a:lnTo>
                    <a:lnTo>
                      <a:pt x="6034" y="499"/>
                    </a:lnTo>
                    <a:lnTo>
                      <a:pt x="5665" y="277"/>
                    </a:lnTo>
                    <a:lnTo>
                      <a:pt x="5481" y="185"/>
                    </a:lnTo>
                    <a:lnTo>
                      <a:pt x="5278" y="93"/>
                    </a:lnTo>
                    <a:lnTo>
                      <a:pt x="5056" y="37"/>
                    </a:lnTo>
                    <a:lnTo>
                      <a:pt x="4853" y="19"/>
                    </a:lnTo>
                    <a:lnTo>
                      <a:pt x="4632" y="1"/>
                    </a:lnTo>
                    <a:close/>
                  </a:path>
                </a:pathLst>
              </a:custGeom>
              <a:solidFill>
                <a:srgbClr val="FAB5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8"/>
              <p:cNvSpPr/>
              <p:nvPr/>
            </p:nvSpPr>
            <p:spPr>
              <a:xfrm>
                <a:off x="7183050" y="1949297"/>
                <a:ext cx="254872" cy="293674"/>
              </a:xfrm>
              <a:custGeom>
                <a:avLst/>
                <a:gdLst/>
                <a:ahLst/>
                <a:cxnLst/>
                <a:rect l="l" t="t" r="r" b="b"/>
                <a:pathLst>
                  <a:path w="7751" h="8931" extrusionOk="0">
                    <a:moveTo>
                      <a:pt x="2344" y="0"/>
                    </a:moveTo>
                    <a:lnTo>
                      <a:pt x="2160" y="19"/>
                    </a:lnTo>
                    <a:lnTo>
                      <a:pt x="1975" y="37"/>
                    </a:lnTo>
                    <a:lnTo>
                      <a:pt x="1790" y="92"/>
                    </a:lnTo>
                    <a:lnTo>
                      <a:pt x="1606" y="148"/>
                    </a:lnTo>
                    <a:lnTo>
                      <a:pt x="1385" y="258"/>
                    </a:lnTo>
                    <a:lnTo>
                      <a:pt x="1182" y="388"/>
                    </a:lnTo>
                    <a:lnTo>
                      <a:pt x="979" y="554"/>
                    </a:lnTo>
                    <a:lnTo>
                      <a:pt x="794" y="738"/>
                    </a:lnTo>
                    <a:lnTo>
                      <a:pt x="647" y="923"/>
                    </a:lnTo>
                    <a:lnTo>
                      <a:pt x="499" y="1144"/>
                    </a:lnTo>
                    <a:lnTo>
                      <a:pt x="370" y="1365"/>
                    </a:lnTo>
                    <a:lnTo>
                      <a:pt x="278" y="1605"/>
                    </a:lnTo>
                    <a:lnTo>
                      <a:pt x="204" y="1808"/>
                    </a:lnTo>
                    <a:lnTo>
                      <a:pt x="148" y="2030"/>
                    </a:lnTo>
                    <a:lnTo>
                      <a:pt x="56" y="2454"/>
                    </a:lnTo>
                    <a:lnTo>
                      <a:pt x="19" y="2897"/>
                    </a:lnTo>
                    <a:lnTo>
                      <a:pt x="1" y="3358"/>
                    </a:lnTo>
                    <a:lnTo>
                      <a:pt x="38" y="3801"/>
                    </a:lnTo>
                    <a:lnTo>
                      <a:pt x="93" y="4244"/>
                    </a:lnTo>
                    <a:lnTo>
                      <a:pt x="185" y="4687"/>
                    </a:lnTo>
                    <a:lnTo>
                      <a:pt x="296" y="5093"/>
                    </a:lnTo>
                    <a:lnTo>
                      <a:pt x="591" y="6070"/>
                    </a:lnTo>
                    <a:lnTo>
                      <a:pt x="868" y="7067"/>
                    </a:lnTo>
                    <a:lnTo>
                      <a:pt x="1034" y="7547"/>
                    </a:lnTo>
                    <a:lnTo>
                      <a:pt x="1219" y="8026"/>
                    </a:lnTo>
                    <a:lnTo>
                      <a:pt x="1421" y="8488"/>
                    </a:lnTo>
                    <a:lnTo>
                      <a:pt x="1661" y="8930"/>
                    </a:lnTo>
                    <a:lnTo>
                      <a:pt x="2805" y="8506"/>
                    </a:lnTo>
                    <a:lnTo>
                      <a:pt x="4853" y="7786"/>
                    </a:lnTo>
                    <a:lnTo>
                      <a:pt x="5905" y="7436"/>
                    </a:lnTo>
                    <a:lnTo>
                      <a:pt x="6828" y="7141"/>
                    </a:lnTo>
                    <a:lnTo>
                      <a:pt x="7178" y="7048"/>
                    </a:lnTo>
                    <a:lnTo>
                      <a:pt x="7473" y="6975"/>
                    </a:lnTo>
                    <a:lnTo>
                      <a:pt x="7676" y="6956"/>
                    </a:lnTo>
                    <a:lnTo>
                      <a:pt x="7732" y="6956"/>
                    </a:lnTo>
                    <a:lnTo>
                      <a:pt x="7750" y="6975"/>
                    </a:lnTo>
                    <a:lnTo>
                      <a:pt x="6090" y="3450"/>
                    </a:lnTo>
                    <a:lnTo>
                      <a:pt x="5739" y="2749"/>
                    </a:lnTo>
                    <a:lnTo>
                      <a:pt x="5573" y="2399"/>
                    </a:lnTo>
                    <a:lnTo>
                      <a:pt x="5370" y="2067"/>
                    </a:lnTo>
                    <a:lnTo>
                      <a:pt x="5167" y="1753"/>
                    </a:lnTo>
                    <a:lnTo>
                      <a:pt x="4946" y="1439"/>
                    </a:lnTo>
                    <a:lnTo>
                      <a:pt x="4706" y="1144"/>
                    </a:lnTo>
                    <a:lnTo>
                      <a:pt x="4429" y="867"/>
                    </a:lnTo>
                    <a:lnTo>
                      <a:pt x="4134" y="627"/>
                    </a:lnTo>
                    <a:lnTo>
                      <a:pt x="3986" y="517"/>
                    </a:lnTo>
                    <a:lnTo>
                      <a:pt x="3820" y="406"/>
                    </a:lnTo>
                    <a:lnTo>
                      <a:pt x="3636" y="314"/>
                    </a:lnTo>
                    <a:lnTo>
                      <a:pt x="3470" y="240"/>
                    </a:lnTo>
                    <a:lnTo>
                      <a:pt x="3285" y="166"/>
                    </a:lnTo>
                    <a:lnTo>
                      <a:pt x="3101" y="111"/>
                    </a:lnTo>
                    <a:lnTo>
                      <a:pt x="2916" y="55"/>
                    </a:lnTo>
                    <a:lnTo>
                      <a:pt x="2731" y="19"/>
                    </a:lnTo>
                    <a:lnTo>
                      <a:pt x="254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8"/>
              <p:cNvSpPr/>
              <p:nvPr/>
            </p:nvSpPr>
            <p:spPr>
              <a:xfrm>
                <a:off x="7015605" y="1768467"/>
                <a:ext cx="74051" cy="71618"/>
              </a:xfrm>
              <a:custGeom>
                <a:avLst/>
                <a:gdLst/>
                <a:ahLst/>
                <a:cxnLst/>
                <a:rect l="l" t="t" r="r" b="b"/>
                <a:pathLst>
                  <a:path w="2252" h="2178" extrusionOk="0">
                    <a:moveTo>
                      <a:pt x="2122" y="1"/>
                    </a:moveTo>
                    <a:lnTo>
                      <a:pt x="1218" y="425"/>
                    </a:lnTo>
                    <a:lnTo>
                      <a:pt x="757" y="628"/>
                    </a:lnTo>
                    <a:lnTo>
                      <a:pt x="517" y="720"/>
                    </a:lnTo>
                    <a:lnTo>
                      <a:pt x="259" y="794"/>
                    </a:lnTo>
                    <a:lnTo>
                      <a:pt x="0" y="849"/>
                    </a:lnTo>
                    <a:lnTo>
                      <a:pt x="222" y="1145"/>
                    </a:lnTo>
                    <a:lnTo>
                      <a:pt x="462" y="1440"/>
                    </a:lnTo>
                    <a:lnTo>
                      <a:pt x="720" y="1717"/>
                    </a:lnTo>
                    <a:lnTo>
                      <a:pt x="978" y="1975"/>
                    </a:lnTo>
                    <a:lnTo>
                      <a:pt x="1218" y="2178"/>
                    </a:lnTo>
                    <a:lnTo>
                      <a:pt x="1458" y="2030"/>
                    </a:lnTo>
                    <a:lnTo>
                      <a:pt x="1698" y="1846"/>
                    </a:lnTo>
                    <a:lnTo>
                      <a:pt x="1882" y="1643"/>
                    </a:lnTo>
                    <a:lnTo>
                      <a:pt x="1975" y="1514"/>
                    </a:lnTo>
                    <a:lnTo>
                      <a:pt x="2048" y="1403"/>
                    </a:lnTo>
                    <a:lnTo>
                      <a:pt x="2122" y="1219"/>
                    </a:lnTo>
                    <a:lnTo>
                      <a:pt x="2196" y="1034"/>
                    </a:lnTo>
                    <a:lnTo>
                      <a:pt x="2233" y="849"/>
                    </a:lnTo>
                    <a:lnTo>
                      <a:pt x="2251" y="647"/>
                    </a:lnTo>
                    <a:lnTo>
                      <a:pt x="2214" y="296"/>
                    </a:lnTo>
                    <a:lnTo>
                      <a:pt x="2177" y="75"/>
                    </a:lnTo>
                    <a:lnTo>
                      <a:pt x="2141" y="19"/>
                    </a:lnTo>
                    <a:lnTo>
                      <a:pt x="214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8"/>
              <p:cNvSpPr/>
              <p:nvPr/>
            </p:nvSpPr>
            <p:spPr>
              <a:xfrm>
                <a:off x="6993770" y="1652583"/>
                <a:ext cx="33376" cy="56459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1717" extrusionOk="0">
                    <a:moveTo>
                      <a:pt x="369" y="1"/>
                    </a:moveTo>
                    <a:lnTo>
                      <a:pt x="277" y="19"/>
                    </a:lnTo>
                    <a:lnTo>
                      <a:pt x="203" y="56"/>
                    </a:lnTo>
                    <a:lnTo>
                      <a:pt x="129" y="130"/>
                    </a:lnTo>
                    <a:lnTo>
                      <a:pt x="74" y="222"/>
                    </a:lnTo>
                    <a:lnTo>
                      <a:pt x="37" y="351"/>
                    </a:lnTo>
                    <a:lnTo>
                      <a:pt x="0" y="480"/>
                    </a:lnTo>
                    <a:lnTo>
                      <a:pt x="0" y="646"/>
                    </a:lnTo>
                    <a:lnTo>
                      <a:pt x="18" y="812"/>
                    </a:lnTo>
                    <a:lnTo>
                      <a:pt x="55" y="979"/>
                    </a:lnTo>
                    <a:lnTo>
                      <a:pt x="111" y="1163"/>
                    </a:lnTo>
                    <a:lnTo>
                      <a:pt x="185" y="1311"/>
                    </a:lnTo>
                    <a:lnTo>
                      <a:pt x="258" y="1440"/>
                    </a:lnTo>
                    <a:lnTo>
                      <a:pt x="351" y="1551"/>
                    </a:lnTo>
                    <a:lnTo>
                      <a:pt x="443" y="1643"/>
                    </a:lnTo>
                    <a:lnTo>
                      <a:pt x="554" y="1698"/>
                    </a:lnTo>
                    <a:lnTo>
                      <a:pt x="646" y="1717"/>
                    </a:lnTo>
                    <a:lnTo>
                      <a:pt x="738" y="1717"/>
                    </a:lnTo>
                    <a:lnTo>
                      <a:pt x="830" y="1680"/>
                    </a:lnTo>
                    <a:lnTo>
                      <a:pt x="904" y="1606"/>
                    </a:lnTo>
                    <a:lnTo>
                      <a:pt x="959" y="1495"/>
                    </a:lnTo>
                    <a:lnTo>
                      <a:pt x="996" y="1384"/>
                    </a:lnTo>
                    <a:lnTo>
                      <a:pt x="1015" y="1237"/>
                    </a:lnTo>
                    <a:lnTo>
                      <a:pt x="1015" y="1089"/>
                    </a:lnTo>
                    <a:lnTo>
                      <a:pt x="996" y="905"/>
                    </a:lnTo>
                    <a:lnTo>
                      <a:pt x="959" y="739"/>
                    </a:lnTo>
                    <a:lnTo>
                      <a:pt x="904" y="573"/>
                    </a:lnTo>
                    <a:lnTo>
                      <a:pt x="830" y="425"/>
                    </a:lnTo>
                    <a:lnTo>
                      <a:pt x="757" y="277"/>
                    </a:lnTo>
                    <a:lnTo>
                      <a:pt x="664" y="167"/>
                    </a:lnTo>
                    <a:lnTo>
                      <a:pt x="572" y="93"/>
                    </a:lnTo>
                    <a:lnTo>
                      <a:pt x="480" y="38"/>
                    </a:lnTo>
                    <a:lnTo>
                      <a:pt x="3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8"/>
              <p:cNvSpPr/>
              <p:nvPr/>
            </p:nvSpPr>
            <p:spPr>
              <a:xfrm>
                <a:off x="6964010" y="1605263"/>
                <a:ext cx="90460" cy="37026"/>
              </a:xfrm>
              <a:custGeom>
                <a:avLst/>
                <a:gdLst/>
                <a:ahLst/>
                <a:cxnLst/>
                <a:rect l="l" t="t" r="r" b="b"/>
                <a:pathLst>
                  <a:path w="2751" h="1126" extrusionOk="0">
                    <a:moveTo>
                      <a:pt x="942" y="0"/>
                    </a:moveTo>
                    <a:lnTo>
                      <a:pt x="776" y="37"/>
                    </a:lnTo>
                    <a:lnTo>
                      <a:pt x="628" y="74"/>
                    </a:lnTo>
                    <a:lnTo>
                      <a:pt x="462" y="130"/>
                    </a:lnTo>
                    <a:lnTo>
                      <a:pt x="315" y="203"/>
                    </a:lnTo>
                    <a:lnTo>
                      <a:pt x="167" y="296"/>
                    </a:lnTo>
                    <a:lnTo>
                      <a:pt x="93" y="333"/>
                    </a:lnTo>
                    <a:lnTo>
                      <a:pt x="56" y="388"/>
                    </a:lnTo>
                    <a:lnTo>
                      <a:pt x="19" y="462"/>
                    </a:lnTo>
                    <a:lnTo>
                      <a:pt x="1" y="517"/>
                    </a:lnTo>
                    <a:lnTo>
                      <a:pt x="1" y="572"/>
                    </a:lnTo>
                    <a:lnTo>
                      <a:pt x="19" y="646"/>
                    </a:lnTo>
                    <a:lnTo>
                      <a:pt x="56" y="757"/>
                    </a:lnTo>
                    <a:lnTo>
                      <a:pt x="130" y="849"/>
                    </a:lnTo>
                    <a:lnTo>
                      <a:pt x="185" y="886"/>
                    </a:lnTo>
                    <a:lnTo>
                      <a:pt x="241" y="923"/>
                    </a:lnTo>
                    <a:lnTo>
                      <a:pt x="370" y="923"/>
                    </a:lnTo>
                    <a:lnTo>
                      <a:pt x="425" y="905"/>
                    </a:lnTo>
                    <a:lnTo>
                      <a:pt x="499" y="868"/>
                    </a:lnTo>
                    <a:lnTo>
                      <a:pt x="702" y="757"/>
                    </a:lnTo>
                    <a:lnTo>
                      <a:pt x="905" y="702"/>
                    </a:lnTo>
                    <a:lnTo>
                      <a:pt x="1126" y="665"/>
                    </a:lnTo>
                    <a:lnTo>
                      <a:pt x="1348" y="683"/>
                    </a:lnTo>
                    <a:lnTo>
                      <a:pt x="1569" y="720"/>
                    </a:lnTo>
                    <a:lnTo>
                      <a:pt x="1791" y="794"/>
                    </a:lnTo>
                    <a:lnTo>
                      <a:pt x="1975" y="905"/>
                    </a:lnTo>
                    <a:lnTo>
                      <a:pt x="2160" y="1034"/>
                    </a:lnTo>
                    <a:lnTo>
                      <a:pt x="2234" y="1071"/>
                    </a:lnTo>
                    <a:lnTo>
                      <a:pt x="2289" y="1108"/>
                    </a:lnTo>
                    <a:lnTo>
                      <a:pt x="2363" y="1126"/>
                    </a:lnTo>
                    <a:lnTo>
                      <a:pt x="2418" y="1126"/>
                    </a:lnTo>
                    <a:lnTo>
                      <a:pt x="2492" y="1108"/>
                    </a:lnTo>
                    <a:lnTo>
                      <a:pt x="2547" y="1089"/>
                    </a:lnTo>
                    <a:lnTo>
                      <a:pt x="2639" y="1015"/>
                    </a:lnTo>
                    <a:lnTo>
                      <a:pt x="2713" y="905"/>
                    </a:lnTo>
                    <a:lnTo>
                      <a:pt x="2732" y="849"/>
                    </a:lnTo>
                    <a:lnTo>
                      <a:pt x="2750" y="794"/>
                    </a:lnTo>
                    <a:lnTo>
                      <a:pt x="2750" y="738"/>
                    </a:lnTo>
                    <a:lnTo>
                      <a:pt x="2732" y="665"/>
                    </a:lnTo>
                    <a:lnTo>
                      <a:pt x="2695" y="609"/>
                    </a:lnTo>
                    <a:lnTo>
                      <a:pt x="2639" y="554"/>
                    </a:lnTo>
                    <a:lnTo>
                      <a:pt x="2510" y="462"/>
                    </a:lnTo>
                    <a:lnTo>
                      <a:pt x="2363" y="351"/>
                    </a:lnTo>
                    <a:lnTo>
                      <a:pt x="2234" y="277"/>
                    </a:lnTo>
                    <a:lnTo>
                      <a:pt x="2067" y="203"/>
                    </a:lnTo>
                    <a:lnTo>
                      <a:pt x="1920" y="130"/>
                    </a:lnTo>
                    <a:lnTo>
                      <a:pt x="1754" y="74"/>
                    </a:lnTo>
                    <a:lnTo>
                      <a:pt x="1606" y="37"/>
                    </a:lnTo>
                    <a:lnTo>
                      <a:pt x="1440" y="19"/>
                    </a:lnTo>
                    <a:lnTo>
                      <a:pt x="12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2" name="Google Shape;252;p18"/>
            <p:cNvSpPr/>
            <p:nvPr/>
          </p:nvSpPr>
          <p:spPr>
            <a:xfrm>
              <a:off x="6437175" y="2429338"/>
              <a:ext cx="126000" cy="126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1900EEF-A7D3-1794-E283-01A9FFEC08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731" b="12134"/>
          <a:stretch>
            <a:fillRect/>
          </a:stretch>
        </p:blipFill>
        <p:spPr>
          <a:xfrm>
            <a:off x="162818" y="478634"/>
            <a:ext cx="3762900" cy="788020"/>
          </a:xfrm>
          <a:prstGeom prst="rect">
            <a:avLst/>
          </a:prstGeom>
          <a:ln w="41275">
            <a:solidFill>
              <a:schemeClr val="dk2"/>
            </a:solidFill>
          </a:ln>
          <a:effectLst>
            <a:softEdge rad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1C5C69-BE4D-5334-94F0-1B690ADD5793}"/>
              </a:ext>
            </a:extLst>
          </p:cNvPr>
          <p:cNvSpPr txBox="1"/>
          <p:nvPr/>
        </p:nvSpPr>
        <p:spPr>
          <a:xfrm>
            <a:off x="4062927" y="487923"/>
            <a:ext cx="25110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dirty="0"/>
              <a:t>👉</a:t>
            </a:r>
            <a:r>
              <a:rPr lang="en-US" sz="1100" dirty="0"/>
              <a:t>Used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Understand distribution(skewness)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Visualize it using </a:t>
            </a:r>
            <a:r>
              <a:rPr lang="en-IN" sz="1100" dirty="0" err="1"/>
              <a:t>matplolib</a:t>
            </a:r>
            <a:endParaRPr lang="en-IN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Helps in filling </a:t>
            </a:r>
            <a:r>
              <a:rPr lang="en-US" sz="1100" dirty="0" err="1"/>
              <a:t>null”s</a:t>
            </a:r>
            <a:r>
              <a:rPr lang="en-US" sz="1100" dirty="0"/>
              <a:t> using </a:t>
            </a:r>
            <a:r>
              <a:rPr lang="en-US" sz="1100" dirty="0" err="1"/>
              <a:t>fillna</a:t>
            </a:r>
            <a:r>
              <a:rPr lang="en-US" sz="11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F5AF0F-FF53-B512-AD33-0E808A68A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293" y="1354264"/>
            <a:ext cx="2592775" cy="201702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8DA658-44E8-C31B-D4A3-3A660770A2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6167" y="1357420"/>
            <a:ext cx="2592537" cy="202225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CA967E-CC77-30BF-3483-52F8EB78CE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5118" y="1464950"/>
            <a:ext cx="2493412" cy="19180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BBF6B4-8E93-43B3-2722-CA8432EAE9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818" y="3546505"/>
            <a:ext cx="3791479" cy="1486107"/>
          </a:xfrm>
          <a:prstGeom prst="rect">
            <a:avLst/>
          </a:prstGeom>
          <a:ln w="41275">
            <a:solidFill>
              <a:schemeClr val="dk2"/>
            </a:solidFill>
          </a:ln>
          <a:effectLst>
            <a:softEdge rad="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6534A9A-F09C-CDBE-FCCC-0AEB7A430773}"/>
              </a:ext>
            </a:extLst>
          </p:cNvPr>
          <p:cNvSpPr txBox="1"/>
          <p:nvPr/>
        </p:nvSpPr>
        <p:spPr>
          <a:xfrm>
            <a:off x="4100705" y="4108335"/>
            <a:ext cx="25110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👉Logic:</a:t>
            </a:r>
          </a:p>
          <a:p>
            <a:r>
              <a:rPr lang="en-IN" sz="1100" b="1" dirty="0"/>
              <a:t>Numerical skewed → median</a:t>
            </a:r>
            <a:r>
              <a:rPr lang="en-IN" sz="1100" dirty="0"/>
              <a:t> </a:t>
            </a:r>
          </a:p>
          <a:p>
            <a:r>
              <a:rPr lang="en-IN" sz="1100" b="1" dirty="0"/>
              <a:t>Normal → mean</a:t>
            </a:r>
            <a:r>
              <a:rPr lang="en-IN" sz="1100" dirty="0"/>
              <a:t> </a:t>
            </a:r>
          </a:p>
          <a:p>
            <a:r>
              <a:rPr lang="en-IN" sz="1100" b="1" dirty="0"/>
              <a:t>Categorical → mode</a:t>
            </a:r>
            <a:endParaRPr lang="en-IN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33"/>
          <p:cNvSpPr txBox="1">
            <a:spLocks noGrp="1"/>
          </p:cNvSpPr>
          <p:nvPr>
            <p:ph type="title"/>
          </p:nvPr>
        </p:nvSpPr>
        <p:spPr>
          <a:xfrm>
            <a:off x="-186091" y="48798"/>
            <a:ext cx="1062755" cy="2558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EDA</a:t>
            </a:r>
            <a:endParaRPr dirty="0"/>
          </a:p>
        </p:txBody>
      </p:sp>
      <p:grpSp>
        <p:nvGrpSpPr>
          <p:cNvPr id="1260" name="Google Shape;1260;p33"/>
          <p:cNvGrpSpPr/>
          <p:nvPr/>
        </p:nvGrpSpPr>
        <p:grpSpPr>
          <a:xfrm>
            <a:off x="-218120" y="2227493"/>
            <a:ext cx="937895" cy="3646231"/>
            <a:chOff x="1219969" y="1085844"/>
            <a:chExt cx="937895" cy="3646231"/>
          </a:xfrm>
        </p:grpSpPr>
        <p:grpSp>
          <p:nvGrpSpPr>
            <p:cNvPr id="1261" name="Google Shape;1261;p33"/>
            <p:cNvGrpSpPr/>
            <p:nvPr/>
          </p:nvGrpSpPr>
          <p:grpSpPr>
            <a:xfrm>
              <a:off x="1219969" y="1085844"/>
              <a:ext cx="937895" cy="2884386"/>
              <a:chOff x="1219969" y="1085844"/>
              <a:chExt cx="937895" cy="2884386"/>
            </a:xfrm>
          </p:grpSpPr>
          <p:sp>
            <p:nvSpPr>
              <p:cNvPr id="1262" name="Google Shape;1262;p33"/>
              <p:cNvSpPr/>
              <p:nvPr/>
            </p:nvSpPr>
            <p:spPr>
              <a:xfrm>
                <a:off x="1547508" y="2788733"/>
                <a:ext cx="598009" cy="189257"/>
              </a:xfrm>
              <a:custGeom>
                <a:avLst/>
                <a:gdLst/>
                <a:ahLst/>
                <a:cxnLst/>
                <a:rect l="l" t="t" r="r" b="b"/>
                <a:pathLst>
                  <a:path w="33563" h="10622" extrusionOk="0">
                    <a:moveTo>
                      <a:pt x="21001" y="0"/>
                    </a:moveTo>
                    <a:lnTo>
                      <a:pt x="20186" y="18"/>
                    </a:lnTo>
                    <a:lnTo>
                      <a:pt x="19788" y="35"/>
                    </a:lnTo>
                    <a:lnTo>
                      <a:pt x="19389" y="70"/>
                    </a:lnTo>
                    <a:lnTo>
                      <a:pt x="1335" y="5562"/>
                    </a:lnTo>
                    <a:lnTo>
                      <a:pt x="1092" y="5649"/>
                    </a:lnTo>
                    <a:lnTo>
                      <a:pt x="884" y="5788"/>
                    </a:lnTo>
                    <a:lnTo>
                      <a:pt x="676" y="5944"/>
                    </a:lnTo>
                    <a:lnTo>
                      <a:pt x="503" y="6134"/>
                    </a:lnTo>
                    <a:lnTo>
                      <a:pt x="364" y="6342"/>
                    </a:lnTo>
                    <a:lnTo>
                      <a:pt x="243" y="6567"/>
                    </a:lnTo>
                    <a:lnTo>
                      <a:pt x="139" y="6810"/>
                    </a:lnTo>
                    <a:lnTo>
                      <a:pt x="70" y="7070"/>
                    </a:lnTo>
                    <a:lnTo>
                      <a:pt x="18" y="7330"/>
                    </a:lnTo>
                    <a:lnTo>
                      <a:pt x="1" y="7590"/>
                    </a:lnTo>
                    <a:lnTo>
                      <a:pt x="1" y="7867"/>
                    </a:lnTo>
                    <a:lnTo>
                      <a:pt x="35" y="8144"/>
                    </a:lnTo>
                    <a:lnTo>
                      <a:pt x="87" y="8404"/>
                    </a:lnTo>
                    <a:lnTo>
                      <a:pt x="174" y="8664"/>
                    </a:lnTo>
                    <a:lnTo>
                      <a:pt x="278" y="8906"/>
                    </a:lnTo>
                    <a:lnTo>
                      <a:pt x="434" y="9132"/>
                    </a:lnTo>
                    <a:lnTo>
                      <a:pt x="590" y="9340"/>
                    </a:lnTo>
                    <a:lnTo>
                      <a:pt x="763" y="9530"/>
                    </a:lnTo>
                    <a:lnTo>
                      <a:pt x="971" y="9703"/>
                    </a:lnTo>
                    <a:lnTo>
                      <a:pt x="1179" y="9877"/>
                    </a:lnTo>
                    <a:lnTo>
                      <a:pt x="1387" y="10015"/>
                    </a:lnTo>
                    <a:lnTo>
                      <a:pt x="1629" y="10137"/>
                    </a:lnTo>
                    <a:lnTo>
                      <a:pt x="1872" y="10258"/>
                    </a:lnTo>
                    <a:lnTo>
                      <a:pt x="2114" y="10345"/>
                    </a:lnTo>
                    <a:lnTo>
                      <a:pt x="2374" y="10431"/>
                    </a:lnTo>
                    <a:lnTo>
                      <a:pt x="2634" y="10501"/>
                    </a:lnTo>
                    <a:lnTo>
                      <a:pt x="2894" y="10552"/>
                    </a:lnTo>
                    <a:lnTo>
                      <a:pt x="3171" y="10587"/>
                    </a:lnTo>
                    <a:lnTo>
                      <a:pt x="3449" y="10604"/>
                    </a:lnTo>
                    <a:lnTo>
                      <a:pt x="3709" y="10622"/>
                    </a:lnTo>
                    <a:lnTo>
                      <a:pt x="3986" y="10604"/>
                    </a:lnTo>
                    <a:lnTo>
                      <a:pt x="4246" y="10587"/>
                    </a:lnTo>
                    <a:lnTo>
                      <a:pt x="4783" y="10535"/>
                    </a:lnTo>
                    <a:lnTo>
                      <a:pt x="5303" y="10431"/>
                    </a:lnTo>
                    <a:lnTo>
                      <a:pt x="5822" y="10293"/>
                    </a:lnTo>
                    <a:lnTo>
                      <a:pt x="6342" y="10154"/>
                    </a:lnTo>
                    <a:lnTo>
                      <a:pt x="7364" y="9825"/>
                    </a:lnTo>
                    <a:lnTo>
                      <a:pt x="8387" y="9478"/>
                    </a:lnTo>
                    <a:lnTo>
                      <a:pt x="8941" y="9322"/>
                    </a:lnTo>
                    <a:lnTo>
                      <a:pt x="9496" y="9166"/>
                    </a:lnTo>
                    <a:lnTo>
                      <a:pt x="10050" y="9028"/>
                    </a:lnTo>
                    <a:lnTo>
                      <a:pt x="10605" y="8906"/>
                    </a:lnTo>
                    <a:lnTo>
                      <a:pt x="11159" y="8802"/>
                    </a:lnTo>
                    <a:lnTo>
                      <a:pt x="11731" y="8699"/>
                    </a:lnTo>
                    <a:lnTo>
                      <a:pt x="12285" y="8612"/>
                    </a:lnTo>
                    <a:lnTo>
                      <a:pt x="12857" y="8543"/>
                    </a:lnTo>
                    <a:lnTo>
                      <a:pt x="14001" y="8421"/>
                    </a:lnTo>
                    <a:lnTo>
                      <a:pt x="15144" y="8317"/>
                    </a:lnTo>
                    <a:lnTo>
                      <a:pt x="16288" y="8248"/>
                    </a:lnTo>
                    <a:lnTo>
                      <a:pt x="17431" y="8196"/>
                    </a:lnTo>
                    <a:lnTo>
                      <a:pt x="19753" y="8144"/>
                    </a:lnTo>
                    <a:lnTo>
                      <a:pt x="22057" y="8092"/>
                    </a:lnTo>
                    <a:lnTo>
                      <a:pt x="23218" y="8040"/>
                    </a:lnTo>
                    <a:lnTo>
                      <a:pt x="24379" y="7988"/>
                    </a:lnTo>
                    <a:lnTo>
                      <a:pt x="25523" y="7919"/>
                    </a:lnTo>
                    <a:lnTo>
                      <a:pt x="26666" y="7832"/>
                    </a:lnTo>
                    <a:lnTo>
                      <a:pt x="27550" y="7728"/>
                    </a:lnTo>
                    <a:lnTo>
                      <a:pt x="28001" y="7659"/>
                    </a:lnTo>
                    <a:lnTo>
                      <a:pt x="28451" y="7572"/>
                    </a:lnTo>
                    <a:lnTo>
                      <a:pt x="28884" y="7486"/>
                    </a:lnTo>
                    <a:lnTo>
                      <a:pt x="29317" y="7382"/>
                    </a:lnTo>
                    <a:lnTo>
                      <a:pt x="29751" y="7260"/>
                    </a:lnTo>
                    <a:lnTo>
                      <a:pt x="30166" y="7122"/>
                    </a:lnTo>
                    <a:lnTo>
                      <a:pt x="30582" y="6966"/>
                    </a:lnTo>
                    <a:lnTo>
                      <a:pt x="30981" y="6793"/>
                    </a:lnTo>
                    <a:lnTo>
                      <a:pt x="31379" y="6602"/>
                    </a:lnTo>
                    <a:lnTo>
                      <a:pt x="31743" y="6377"/>
                    </a:lnTo>
                    <a:lnTo>
                      <a:pt x="32107" y="6134"/>
                    </a:lnTo>
                    <a:lnTo>
                      <a:pt x="32454" y="5874"/>
                    </a:lnTo>
                    <a:lnTo>
                      <a:pt x="32765" y="5580"/>
                    </a:lnTo>
                    <a:lnTo>
                      <a:pt x="33060" y="5250"/>
                    </a:lnTo>
                    <a:lnTo>
                      <a:pt x="33251" y="5008"/>
                    </a:lnTo>
                    <a:lnTo>
                      <a:pt x="33337" y="4869"/>
                    </a:lnTo>
                    <a:lnTo>
                      <a:pt x="33424" y="4748"/>
                    </a:lnTo>
                    <a:lnTo>
                      <a:pt x="33476" y="4592"/>
                    </a:lnTo>
                    <a:lnTo>
                      <a:pt x="33528" y="4453"/>
                    </a:lnTo>
                    <a:lnTo>
                      <a:pt x="33545" y="4298"/>
                    </a:lnTo>
                    <a:lnTo>
                      <a:pt x="33562" y="4159"/>
                    </a:lnTo>
                    <a:lnTo>
                      <a:pt x="33545" y="4020"/>
                    </a:lnTo>
                    <a:lnTo>
                      <a:pt x="33510" y="3882"/>
                    </a:lnTo>
                    <a:lnTo>
                      <a:pt x="33458" y="3760"/>
                    </a:lnTo>
                    <a:lnTo>
                      <a:pt x="33389" y="3639"/>
                    </a:lnTo>
                    <a:lnTo>
                      <a:pt x="33320" y="3535"/>
                    </a:lnTo>
                    <a:lnTo>
                      <a:pt x="33233" y="3431"/>
                    </a:lnTo>
                    <a:lnTo>
                      <a:pt x="33129" y="3327"/>
                    </a:lnTo>
                    <a:lnTo>
                      <a:pt x="33008" y="3241"/>
                    </a:lnTo>
                    <a:lnTo>
                      <a:pt x="32765" y="3067"/>
                    </a:lnTo>
                    <a:lnTo>
                      <a:pt x="32505" y="2929"/>
                    </a:lnTo>
                    <a:lnTo>
                      <a:pt x="32228" y="2807"/>
                    </a:lnTo>
                    <a:lnTo>
                      <a:pt x="31968" y="2686"/>
                    </a:lnTo>
                    <a:lnTo>
                      <a:pt x="30444" y="2132"/>
                    </a:lnTo>
                    <a:lnTo>
                      <a:pt x="28902" y="1595"/>
                    </a:lnTo>
                    <a:lnTo>
                      <a:pt x="28122" y="1335"/>
                    </a:lnTo>
                    <a:lnTo>
                      <a:pt x="27342" y="1092"/>
                    </a:lnTo>
                    <a:lnTo>
                      <a:pt x="26562" y="867"/>
                    </a:lnTo>
                    <a:lnTo>
                      <a:pt x="25765" y="659"/>
                    </a:lnTo>
                    <a:lnTo>
                      <a:pt x="24986" y="486"/>
                    </a:lnTo>
                    <a:lnTo>
                      <a:pt x="24189" y="330"/>
                    </a:lnTo>
                    <a:lnTo>
                      <a:pt x="23392" y="191"/>
                    </a:lnTo>
                    <a:lnTo>
                      <a:pt x="22595" y="87"/>
                    </a:lnTo>
                    <a:lnTo>
                      <a:pt x="21798" y="35"/>
                    </a:lnTo>
                    <a:lnTo>
                      <a:pt x="21001" y="0"/>
                    </a:lnTo>
                    <a:close/>
                  </a:path>
                </a:pathLst>
              </a:custGeom>
              <a:solidFill>
                <a:srgbClr val="ED90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33"/>
              <p:cNvSpPr/>
              <p:nvPr/>
            </p:nvSpPr>
            <p:spPr>
              <a:xfrm>
                <a:off x="1547508" y="2788733"/>
                <a:ext cx="598009" cy="189257"/>
              </a:xfrm>
              <a:custGeom>
                <a:avLst/>
                <a:gdLst/>
                <a:ahLst/>
                <a:cxnLst/>
                <a:rect l="l" t="t" r="r" b="b"/>
                <a:pathLst>
                  <a:path w="33563" h="10622" fill="none" extrusionOk="0">
                    <a:moveTo>
                      <a:pt x="1335" y="5562"/>
                    </a:moveTo>
                    <a:lnTo>
                      <a:pt x="1335" y="5562"/>
                    </a:lnTo>
                    <a:lnTo>
                      <a:pt x="1092" y="5649"/>
                    </a:lnTo>
                    <a:lnTo>
                      <a:pt x="884" y="5788"/>
                    </a:lnTo>
                    <a:lnTo>
                      <a:pt x="676" y="5944"/>
                    </a:lnTo>
                    <a:lnTo>
                      <a:pt x="503" y="6134"/>
                    </a:lnTo>
                    <a:lnTo>
                      <a:pt x="364" y="6342"/>
                    </a:lnTo>
                    <a:lnTo>
                      <a:pt x="243" y="6567"/>
                    </a:lnTo>
                    <a:lnTo>
                      <a:pt x="139" y="6810"/>
                    </a:lnTo>
                    <a:lnTo>
                      <a:pt x="70" y="7070"/>
                    </a:lnTo>
                    <a:lnTo>
                      <a:pt x="18" y="7330"/>
                    </a:lnTo>
                    <a:lnTo>
                      <a:pt x="1" y="7590"/>
                    </a:lnTo>
                    <a:lnTo>
                      <a:pt x="1" y="7867"/>
                    </a:lnTo>
                    <a:lnTo>
                      <a:pt x="35" y="8144"/>
                    </a:lnTo>
                    <a:lnTo>
                      <a:pt x="87" y="8404"/>
                    </a:lnTo>
                    <a:lnTo>
                      <a:pt x="174" y="8664"/>
                    </a:lnTo>
                    <a:lnTo>
                      <a:pt x="278" y="8906"/>
                    </a:lnTo>
                    <a:lnTo>
                      <a:pt x="434" y="9132"/>
                    </a:lnTo>
                    <a:lnTo>
                      <a:pt x="434" y="9132"/>
                    </a:lnTo>
                    <a:lnTo>
                      <a:pt x="590" y="9340"/>
                    </a:lnTo>
                    <a:lnTo>
                      <a:pt x="763" y="9530"/>
                    </a:lnTo>
                    <a:lnTo>
                      <a:pt x="971" y="9703"/>
                    </a:lnTo>
                    <a:lnTo>
                      <a:pt x="1179" y="9877"/>
                    </a:lnTo>
                    <a:lnTo>
                      <a:pt x="1387" y="10015"/>
                    </a:lnTo>
                    <a:lnTo>
                      <a:pt x="1629" y="10137"/>
                    </a:lnTo>
                    <a:lnTo>
                      <a:pt x="1872" y="10258"/>
                    </a:lnTo>
                    <a:lnTo>
                      <a:pt x="2114" y="10345"/>
                    </a:lnTo>
                    <a:lnTo>
                      <a:pt x="2374" y="10431"/>
                    </a:lnTo>
                    <a:lnTo>
                      <a:pt x="2634" y="10501"/>
                    </a:lnTo>
                    <a:lnTo>
                      <a:pt x="2894" y="10552"/>
                    </a:lnTo>
                    <a:lnTo>
                      <a:pt x="3171" y="10587"/>
                    </a:lnTo>
                    <a:lnTo>
                      <a:pt x="3449" y="10604"/>
                    </a:lnTo>
                    <a:lnTo>
                      <a:pt x="3709" y="10622"/>
                    </a:lnTo>
                    <a:lnTo>
                      <a:pt x="3986" y="10604"/>
                    </a:lnTo>
                    <a:lnTo>
                      <a:pt x="4246" y="10587"/>
                    </a:lnTo>
                    <a:lnTo>
                      <a:pt x="4246" y="10587"/>
                    </a:lnTo>
                    <a:lnTo>
                      <a:pt x="4783" y="10535"/>
                    </a:lnTo>
                    <a:lnTo>
                      <a:pt x="5303" y="10431"/>
                    </a:lnTo>
                    <a:lnTo>
                      <a:pt x="5822" y="10293"/>
                    </a:lnTo>
                    <a:lnTo>
                      <a:pt x="6342" y="10154"/>
                    </a:lnTo>
                    <a:lnTo>
                      <a:pt x="7364" y="9825"/>
                    </a:lnTo>
                    <a:lnTo>
                      <a:pt x="8387" y="9478"/>
                    </a:lnTo>
                    <a:lnTo>
                      <a:pt x="8387" y="9478"/>
                    </a:lnTo>
                    <a:lnTo>
                      <a:pt x="8941" y="9322"/>
                    </a:lnTo>
                    <a:lnTo>
                      <a:pt x="9496" y="9166"/>
                    </a:lnTo>
                    <a:lnTo>
                      <a:pt x="10050" y="9028"/>
                    </a:lnTo>
                    <a:lnTo>
                      <a:pt x="10605" y="8906"/>
                    </a:lnTo>
                    <a:lnTo>
                      <a:pt x="11159" y="8802"/>
                    </a:lnTo>
                    <a:lnTo>
                      <a:pt x="11731" y="8699"/>
                    </a:lnTo>
                    <a:lnTo>
                      <a:pt x="12285" y="8612"/>
                    </a:lnTo>
                    <a:lnTo>
                      <a:pt x="12857" y="8543"/>
                    </a:lnTo>
                    <a:lnTo>
                      <a:pt x="14001" y="8421"/>
                    </a:lnTo>
                    <a:lnTo>
                      <a:pt x="15144" y="8317"/>
                    </a:lnTo>
                    <a:lnTo>
                      <a:pt x="16288" y="8248"/>
                    </a:lnTo>
                    <a:lnTo>
                      <a:pt x="17431" y="8196"/>
                    </a:lnTo>
                    <a:lnTo>
                      <a:pt x="19753" y="8144"/>
                    </a:lnTo>
                    <a:lnTo>
                      <a:pt x="22057" y="8092"/>
                    </a:lnTo>
                    <a:lnTo>
                      <a:pt x="23218" y="8040"/>
                    </a:lnTo>
                    <a:lnTo>
                      <a:pt x="24379" y="7988"/>
                    </a:lnTo>
                    <a:lnTo>
                      <a:pt x="25523" y="7919"/>
                    </a:lnTo>
                    <a:lnTo>
                      <a:pt x="26666" y="7832"/>
                    </a:lnTo>
                    <a:lnTo>
                      <a:pt x="26666" y="7832"/>
                    </a:lnTo>
                    <a:lnTo>
                      <a:pt x="27550" y="7728"/>
                    </a:lnTo>
                    <a:lnTo>
                      <a:pt x="28001" y="7659"/>
                    </a:lnTo>
                    <a:lnTo>
                      <a:pt x="28451" y="7572"/>
                    </a:lnTo>
                    <a:lnTo>
                      <a:pt x="28884" y="7486"/>
                    </a:lnTo>
                    <a:lnTo>
                      <a:pt x="29317" y="7382"/>
                    </a:lnTo>
                    <a:lnTo>
                      <a:pt x="29751" y="7260"/>
                    </a:lnTo>
                    <a:lnTo>
                      <a:pt x="30166" y="7122"/>
                    </a:lnTo>
                    <a:lnTo>
                      <a:pt x="30582" y="6966"/>
                    </a:lnTo>
                    <a:lnTo>
                      <a:pt x="30981" y="6793"/>
                    </a:lnTo>
                    <a:lnTo>
                      <a:pt x="31379" y="6602"/>
                    </a:lnTo>
                    <a:lnTo>
                      <a:pt x="31743" y="6377"/>
                    </a:lnTo>
                    <a:lnTo>
                      <a:pt x="32107" y="6134"/>
                    </a:lnTo>
                    <a:lnTo>
                      <a:pt x="32454" y="5874"/>
                    </a:lnTo>
                    <a:lnTo>
                      <a:pt x="32765" y="5580"/>
                    </a:lnTo>
                    <a:lnTo>
                      <a:pt x="33060" y="5250"/>
                    </a:lnTo>
                    <a:lnTo>
                      <a:pt x="33060" y="5250"/>
                    </a:lnTo>
                    <a:lnTo>
                      <a:pt x="33251" y="5008"/>
                    </a:lnTo>
                    <a:lnTo>
                      <a:pt x="33337" y="4869"/>
                    </a:lnTo>
                    <a:lnTo>
                      <a:pt x="33424" y="4748"/>
                    </a:lnTo>
                    <a:lnTo>
                      <a:pt x="33476" y="4592"/>
                    </a:lnTo>
                    <a:lnTo>
                      <a:pt x="33528" y="4453"/>
                    </a:lnTo>
                    <a:lnTo>
                      <a:pt x="33545" y="4298"/>
                    </a:lnTo>
                    <a:lnTo>
                      <a:pt x="33562" y="4159"/>
                    </a:lnTo>
                    <a:lnTo>
                      <a:pt x="33562" y="4159"/>
                    </a:lnTo>
                    <a:lnTo>
                      <a:pt x="33545" y="4020"/>
                    </a:lnTo>
                    <a:lnTo>
                      <a:pt x="33510" y="3882"/>
                    </a:lnTo>
                    <a:lnTo>
                      <a:pt x="33458" y="3760"/>
                    </a:lnTo>
                    <a:lnTo>
                      <a:pt x="33389" y="3639"/>
                    </a:lnTo>
                    <a:lnTo>
                      <a:pt x="33320" y="3535"/>
                    </a:lnTo>
                    <a:lnTo>
                      <a:pt x="33233" y="3431"/>
                    </a:lnTo>
                    <a:lnTo>
                      <a:pt x="33129" y="3327"/>
                    </a:lnTo>
                    <a:lnTo>
                      <a:pt x="33008" y="3241"/>
                    </a:lnTo>
                    <a:lnTo>
                      <a:pt x="32765" y="3067"/>
                    </a:lnTo>
                    <a:lnTo>
                      <a:pt x="32505" y="2929"/>
                    </a:lnTo>
                    <a:lnTo>
                      <a:pt x="32228" y="2807"/>
                    </a:lnTo>
                    <a:lnTo>
                      <a:pt x="31968" y="2686"/>
                    </a:lnTo>
                    <a:lnTo>
                      <a:pt x="31968" y="2686"/>
                    </a:lnTo>
                    <a:lnTo>
                      <a:pt x="30444" y="2132"/>
                    </a:lnTo>
                    <a:lnTo>
                      <a:pt x="28902" y="1595"/>
                    </a:lnTo>
                    <a:lnTo>
                      <a:pt x="28122" y="1335"/>
                    </a:lnTo>
                    <a:lnTo>
                      <a:pt x="27342" y="1092"/>
                    </a:lnTo>
                    <a:lnTo>
                      <a:pt x="26562" y="867"/>
                    </a:lnTo>
                    <a:lnTo>
                      <a:pt x="25765" y="659"/>
                    </a:lnTo>
                    <a:lnTo>
                      <a:pt x="24986" y="486"/>
                    </a:lnTo>
                    <a:lnTo>
                      <a:pt x="24189" y="330"/>
                    </a:lnTo>
                    <a:lnTo>
                      <a:pt x="23392" y="191"/>
                    </a:lnTo>
                    <a:lnTo>
                      <a:pt x="22595" y="87"/>
                    </a:lnTo>
                    <a:lnTo>
                      <a:pt x="21798" y="35"/>
                    </a:lnTo>
                    <a:lnTo>
                      <a:pt x="21001" y="0"/>
                    </a:lnTo>
                    <a:lnTo>
                      <a:pt x="20186" y="18"/>
                    </a:lnTo>
                    <a:lnTo>
                      <a:pt x="19788" y="35"/>
                    </a:lnTo>
                    <a:lnTo>
                      <a:pt x="19389" y="7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33"/>
              <p:cNvSpPr/>
              <p:nvPr/>
            </p:nvSpPr>
            <p:spPr>
              <a:xfrm>
                <a:off x="1835546" y="2099356"/>
                <a:ext cx="111163" cy="176304"/>
              </a:xfrm>
              <a:custGeom>
                <a:avLst/>
                <a:gdLst/>
                <a:ahLst/>
                <a:cxnLst/>
                <a:rect l="l" t="t" r="r" b="b"/>
                <a:pathLst>
                  <a:path w="6239" h="9895" extrusionOk="0">
                    <a:moveTo>
                      <a:pt x="5077" y="1"/>
                    </a:moveTo>
                    <a:lnTo>
                      <a:pt x="5008" y="35"/>
                    </a:lnTo>
                    <a:lnTo>
                      <a:pt x="4835" y="105"/>
                    </a:lnTo>
                    <a:lnTo>
                      <a:pt x="4557" y="278"/>
                    </a:lnTo>
                    <a:lnTo>
                      <a:pt x="4263" y="451"/>
                    </a:lnTo>
                    <a:lnTo>
                      <a:pt x="3691" y="798"/>
                    </a:lnTo>
                    <a:lnTo>
                      <a:pt x="3414" y="971"/>
                    </a:lnTo>
                    <a:lnTo>
                      <a:pt x="3119" y="1127"/>
                    </a:lnTo>
                    <a:lnTo>
                      <a:pt x="2825" y="1283"/>
                    </a:lnTo>
                    <a:lnTo>
                      <a:pt x="2530" y="1404"/>
                    </a:lnTo>
                    <a:lnTo>
                      <a:pt x="2201" y="1508"/>
                    </a:lnTo>
                    <a:lnTo>
                      <a:pt x="1872" y="1595"/>
                    </a:lnTo>
                    <a:lnTo>
                      <a:pt x="1542" y="1630"/>
                    </a:lnTo>
                    <a:lnTo>
                      <a:pt x="1196" y="1630"/>
                    </a:lnTo>
                    <a:lnTo>
                      <a:pt x="1040" y="1612"/>
                    </a:lnTo>
                    <a:lnTo>
                      <a:pt x="884" y="1595"/>
                    </a:lnTo>
                    <a:lnTo>
                      <a:pt x="711" y="1543"/>
                    </a:lnTo>
                    <a:lnTo>
                      <a:pt x="555" y="1491"/>
                    </a:lnTo>
                    <a:lnTo>
                      <a:pt x="416" y="1439"/>
                    </a:lnTo>
                    <a:lnTo>
                      <a:pt x="278" y="1370"/>
                    </a:lnTo>
                    <a:lnTo>
                      <a:pt x="139" y="1283"/>
                    </a:lnTo>
                    <a:lnTo>
                      <a:pt x="0" y="1179"/>
                    </a:lnTo>
                    <a:lnTo>
                      <a:pt x="139" y="9201"/>
                    </a:lnTo>
                    <a:lnTo>
                      <a:pt x="312" y="9357"/>
                    </a:lnTo>
                    <a:lnTo>
                      <a:pt x="503" y="9479"/>
                    </a:lnTo>
                    <a:lnTo>
                      <a:pt x="711" y="9600"/>
                    </a:lnTo>
                    <a:lnTo>
                      <a:pt x="919" y="9686"/>
                    </a:lnTo>
                    <a:lnTo>
                      <a:pt x="1127" y="9756"/>
                    </a:lnTo>
                    <a:lnTo>
                      <a:pt x="1352" y="9808"/>
                    </a:lnTo>
                    <a:lnTo>
                      <a:pt x="1577" y="9860"/>
                    </a:lnTo>
                    <a:lnTo>
                      <a:pt x="1820" y="9877"/>
                    </a:lnTo>
                    <a:lnTo>
                      <a:pt x="2045" y="9894"/>
                    </a:lnTo>
                    <a:lnTo>
                      <a:pt x="2288" y="9894"/>
                    </a:lnTo>
                    <a:lnTo>
                      <a:pt x="2773" y="9877"/>
                    </a:lnTo>
                    <a:lnTo>
                      <a:pt x="3258" y="9808"/>
                    </a:lnTo>
                    <a:lnTo>
                      <a:pt x="3726" y="9721"/>
                    </a:lnTo>
                    <a:lnTo>
                      <a:pt x="4038" y="9652"/>
                    </a:lnTo>
                    <a:lnTo>
                      <a:pt x="4332" y="9565"/>
                    </a:lnTo>
                    <a:lnTo>
                      <a:pt x="4609" y="9444"/>
                    </a:lnTo>
                    <a:lnTo>
                      <a:pt x="4748" y="9375"/>
                    </a:lnTo>
                    <a:lnTo>
                      <a:pt x="4869" y="9288"/>
                    </a:lnTo>
                    <a:lnTo>
                      <a:pt x="5008" y="9201"/>
                    </a:lnTo>
                    <a:lnTo>
                      <a:pt x="5112" y="9097"/>
                    </a:lnTo>
                    <a:lnTo>
                      <a:pt x="5216" y="8976"/>
                    </a:lnTo>
                    <a:lnTo>
                      <a:pt x="5302" y="8837"/>
                    </a:lnTo>
                    <a:lnTo>
                      <a:pt x="5372" y="8716"/>
                    </a:lnTo>
                    <a:lnTo>
                      <a:pt x="5424" y="8560"/>
                    </a:lnTo>
                    <a:lnTo>
                      <a:pt x="5441" y="8422"/>
                    </a:lnTo>
                    <a:lnTo>
                      <a:pt x="5441" y="8266"/>
                    </a:lnTo>
                    <a:lnTo>
                      <a:pt x="5424" y="8127"/>
                    </a:lnTo>
                    <a:lnTo>
                      <a:pt x="5372" y="7988"/>
                    </a:lnTo>
                    <a:lnTo>
                      <a:pt x="5320" y="7850"/>
                    </a:lnTo>
                    <a:lnTo>
                      <a:pt x="5233" y="7729"/>
                    </a:lnTo>
                    <a:lnTo>
                      <a:pt x="5146" y="7625"/>
                    </a:lnTo>
                    <a:lnTo>
                      <a:pt x="5025" y="7521"/>
                    </a:lnTo>
                    <a:lnTo>
                      <a:pt x="4921" y="7417"/>
                    </a:lnTo>
                    <a:lnTo>
                      <a:pt x="4800" y="7347"/>
                    </a:lnTo>
                    <a:lnTo>
                      <a:pt x="4661" y="7278"/>
                    </a:lnTo>
                    <a:lnTo>
                      <a:pt x="4523" y="7226"/>
                    </a:lnTo>
                    <a:lnTo>
                      <a:pt x="4245" y="7122"/>
                    </a:lnTo>
                    <a:lnTo>
                      <a:pt x="3968" y="7053"/>
                    </a:lnTo>
                    <a:lnTo>
                      <a:pt x="3674" y="7001"/>
                    </a:lnTo>
                    <a:lnTo>
                      <a:pt x="3778" y="6897"/>
                    </a:lnTo>
                    <a:lnTo>
                      <a:pt x="3882" y="6810"/>
                    </a:lnTo>
                    <a:lnTo>
                      <a:pt x="4003" y="6758"/>
                    </a:lnTo>
                    <a:lnTo>
                      <a:pt x="4141" y="6706"/>
                    </a:lnTo>
                    <a:lnTo>
                      <a:pt x="4436" y="6637"/>
                    </a:lnTo>
                    <a:lnTo>
                      <a:pt x="4713" y="6585"/>
                    </a:lnTo>
                    <a:lnTo>
                      <a:pt x="4887" y="6533"/>
                    </a:lnTo>
                    <a:lnTo>
                      <a:pt x="5060" y="6464"/>
                    </a:lnTo>
                    <a:lnTo>
                      <a:pt x="5216" y="6377"/>
                    </a:lnTo>
                    <a:lnTo>
                      <a:pt x="5372" y="6290"/>
                    </a:lnTo>
                    <a:lnTo>
                      <a:pt x="5510" y="6169"/>
                    </a:lnTo>
                    <a:lnTo>
                      <a:pt x="5632" y="6048"/>
                    </a:lnTo>
                    <a:lnTo>
                      <a:pt x="5753" y="5909"/>
                    </a:lnTo>
                    <a:lnTo>
                      <a:pt x="5874" y="5771"/>
                    </a:lnTo>
                    <a:lnTo>
                      <a:pt x="5961" y="5615"/>
                    </a:lnTo>
                    <a:lnTo>
                      <a:pt x="6047" y="5459"/>
                    </a:lnTo>
                    <a:lnTo>
                      <a:pt x="6117" y="5285"/>
                    </a:lnTo>
                    <a:lnTo>
                      <a:pt x="6169" y="5112"/>
                    </a:lnTo>
                    <a:lnTo>
                      <a:pt x="6221" y="4939"/>
                    </a:lnTo>
                    <a:lnTo>
                      <a:pt x="6238" y="4766"/>
                    </a:lnTo>
                    <a:lnTo>
                      <a:pt x="6238" y="4575"/>
                    </a:lnTo>
                    <a:lnTo>
                      <a:pt x="6221" y="4402"/>
                    </a:lnTo>
                    <a:lnTo>
                      <a:pt x="6203" y="4298"/>
                    </a:lnTo>
                    <a:lnTo>
                      <a:pt x="6186" y="4211"/>
                    </a:lnTo>
                    <a:lnTo>
                      <a:pt x="6134" y="4142"/>
                    </a:lnTo>
                    <a:lnTo>
                      <a:pt x="6082" y="4073"/>
                    </a:lnTo>
                    <a:lnTo>
                      <a:pt x="6013" y="4038"/>
                    </a:lnTo>
                    <a:lnTo>
                      <a:pt x="5943" y="4021"/>
                    </a:lnTo>
                    <a:lnTo>
                      <a:pt x="5874" y="4038"/>
                    </a:lnTo>
                    <a:lnTo>
                      <a:pt x="5805" y="4038"/>
                    </a:lnTo>
                    <a:lnTo>
                      <a:pt x="5649" y="4107"/>
                    </a:lnTo>
                    <a:lnTo>
                      <a:pt x="5528" y="4177"/>
                    </a:lnTo>
                    <a:lnTo>
                      <a:pt x="5216" y="4332"/>
                    </a:lnTo>
                    <a:lnTo>
                      <a:pt x="4904" y="4471"/>
                    </a:lnTo>
                    <a:lnTo>
                      <a:pt x="4575" y="4575"/>
                    </a:lnTo>
                    <a:lnTo>
                      <a:pt x="4228" y="4644"/>
                    </a:lnTo>
                    <a:lnTo>
                      <a:pt x="3882" y="4696"/>
                    </a:lnTo>
                    <a:lnTo>
                      <a:pt x="3552" y="4714"/>
                    </a:lnTo>
                    <a:lnTo>
                      <a:pt x="3206" y="4696"/>
                    </a:lnTo>
                    <a:lnTo>
                      <a:pt x="2859" y="4644"/>
                    </a:lnTo>
                    <a:lnTo>
                      <a:pt x="2946" y="4540"/>
                    </a:lnTo>
                    <a:lnTo>
                      <a:pt x="3033" y="4454"/>
                    </a:lnTo>
                    <a:lnTo>
                      <a:pt x="3223" y="4281"/>
                    </a:lnTo>
                    <a:lnTo>
                      <a:pt x="3431" y="4142"/>
                    </a:lnTo>
                    <a:lnTo>
                      <a:pt x="3656" y="4003"/>
                    </a:lnTo>
                    <a:lnTo>
                      <a:pt x="4124" y="3743"/>
                    </a:lnTo>
                    <a:lnTo>
                      <a:pt x="4367" y="3605"/>
                    </a:lnTo>
                    <a:lnTo>
                      <a:pt x="4575" y="3466"/>
                    </a:lnTo>
                    <a:lnTo>
                      <a:pt x="4748" y="3345"/>
                    </a:lnTo>
                    <a:lnTo>
                      <a:pt x="4887" y="3224"/>
                    </a:lnTo>
                    <a:lnTo>
                      <a:pt x="5025" y="3068"/>
                    </a:lnTo>
                    <a:lnTo>
                      <a:pt x="5146" y="2929"/>
                    </a:lnTo>
                    <a:lnTo>
                      <a:pt x="5268" y="2756"/>
                    </a:lnTo>
                    <a:lnTo>
                      <a:pt x="5372" y="2600"/>
                    </a:lnTo>
                    <a:lnTo>
                      <a:pt x="5476" y="2427"/>
                    </a:lnTo>
                    <a:lnTo>
                      <a:pt x="5545" y="2236"/>
                    </a:lnTo>
                    <a:lnTo>
                      <a:pt x="5614" y="2063"/>
                    </a:lnTo>
                    <a:lnTo>
                      <a:pt x="5684" y="1872"/>
                    </a:lnTo>
                    <a:lnTo>
                      <a:pt x="5718" y="1681"/>
                    </a:lnTo>
                    <a:lnTo>
                      <a:pt x="5753" y="1474"/>
                    </a:lnTo>
                    <a:lnTo>
                      <a:pt x="5770" y="1283"/>
                    </a:lnTo>
                    <a:lnTo>
                      <a:pt x="5770" y="1092"/>
                    </a:lnTo>
                    <a:lnTo>
                      <a:pt x="5770" y="884"/>
                    </a:lnTo>
                    <a:lnTo>
                      <a:pt x="5753" y="694"/>
                    </a:lnTo>
                    <a:lnTo>
                      <a:pt x="5718" y="573"/>
                    </a:lnTo>
                    <a:lnTo>
                      <a:pt x="5684" y="451"/>
                    </a:lnTo>
                    <a:lnTo>
                      <a:pt x="5632" y="330"/>
                    </a:lnTo>
                    <a:lnTo>
                      <a:pt x="5562" y="226"/>
                    </a:lnTo>
                    <a:lnTo>
                      <a:pt x="5476" y="122"/>
                    </a:lnTo>
                    <a:lnTo>
                      <a:pt x="5389" y="53"/>
                    </a:lnTo>
                    <a:lnTo>
                      <a:pt x="5285" y="18"/>
                    </a:lnTo>
                    <a:lnTo>
                      <a:pt x="51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33"/>
              <p:cNvSpPr/>
              <p:nvPr/>
            </p:nvSpPr>
            <p:spPr>
              <a:xfrm>
                <a:off x="1835546" y="2099356"/>
                <a:ext cx="111163" cy="176304"/>
              </a:xfrm>
              <a:custGeom>
                <a:avLst/>
                <a:gdLst/>
                <a:ahLst/>
                <a:cxnLst/>
                <a:rect l="l" t="t" r="r" b="b"/>
                <a:pathLst>
                  <a:path w="6239" h="9895" fill="none" extrusionOk="0">
                    <a:moveTo>
                      <a:pt x="0" y="1179"/>
                    </a:moveTo>
                    <a:lnTo>
                      <a:pt x="0" y="1179"/>
                    </a:lnTo>
                    <a:lnTo>
                      <a:pt x="139" y="1283"/>
                    </a:lnTo>
                    <a:lnTo>
                      <a:pt x="278" y="1370"/>
                    </a:lnTo>
                    <a:lnTo>
                      <a:pt x="416" y="1439"/>
                    </a:lnTo>
                    <a:lnTo>
                      <a:pt x="555" y="1491"/>
                    </a:lnTo>
                    <a:lnTo>
                      <a:pt x="711" y="1543"/>
                    </a:lnTo>
                    <a:lnTo>
                      <a:pt x="884" y="1595"/>
                    </a:lnTo>
                    <a:lnTo>
                      <a:pt x="1040" y="1612"/>
                    </a:lnTo>
                    <a:lnTo>
                      <a:pt x="1196" y="1630"/>
                    </a:lnTo>
                    <a:lnTo>
                      <a:pt x="1542" y="1630"/>
                    </a:lnTo>
                    <a:lnTo>
                      <a:pt x="1872" y="1595"/>
                    </a:lnTo>
                    <a:lnTo>
                      <a:pt x="2201" y="1508"/>
                    </a:lnTo>
                    <a:lnTo>
                      <a:pt x="2530" y="1404"/>
                    </a:lnTo>
                    <a:lnTo>
                      <a:pt x="2530" y="1404"/>
                    </a:lnTo>
                    <a:lnTo>
                      <a:pt x="2825" y="1283"/>
                    </a:lnTo>
                    <a:lnTo>
                      <a:pt x="3119" y="1127"/>
                    </a:lnTo>
                    <a:lnTo>
                      <a:pt x="3414" y="971"/>
                    </a:lnTo>
                    <a:lnTo>
                      <a:pt x="3691" y="798"/>
                    </a:lnTo>
                    <a:lnTo>
                      <a:pt x="4263" y="451"/>
                    </a:lnTo>
                    <a:lnTo>
                      <a:pt x="4557" y="278"/>
                    </a:lnTo>
                    <a:lnTo>
                      <a:pt x="4835" y="105"/>
                    </a:lnTo>
                    <a:lnTo>
                      <a:pt x="4835" y="105"/>
                    </a:lnTo>
                    <a:lnTo>
                      <a:pt x="5008" y="35"/>
                    </a:lnTo>
                    <a:lnTo>
                      <a:pt x="5077" y="1"/>
                    </a:lnTo>
                    <a:lnTo>
                      <a:pt x="5181" y="1"/>
                    </a:lnTo>
                    <a:lnTo>
                      <a:pt x="5181" y="1"/>
                    </a:lnTo>
                    <a:lnTo>
                      <a:pt x="5285" y="18"/>
                    </a:lnTo>
                    <a:lnTo>
                      <a:pt x="5389" y="53"/>
                    </a:lnTo>
                    <a:lnTo>
                      <a:pt x="5476" y="122"/>
                    </a:lnTo>
                    <a:lnTo>
                      <a:pt x="5562" y="226"/>
                    </a:lnTo>
                    <a:lnTo>
                      <a:pt x="5632" y="330"/>
                    </a:lnTo>
                    <a:lnTo>
                      <a:pt x="5684" y="451"/>
                    </a:lnTo>
                    <a:lnTo>
                      <a:pt x="5718" y="573"/>
                    </a:lnTo>
                    <a:lnTo>
                      <a:pt x="5753" y="694"/>
                    </a:lnTo>
                    <a:lnTo>
                      <a:pt x="5753" y="694"/>
                    </a:lnTo>
                    <a:lnTo>
                      <a:pt x="5770" y="884"/>
                    </a:lnTo>
                    <a:lnTo>
                      <a:pt x="5770" y="1092"/>
                    </a:lnTo>
                    <a:lnTo>
                      <a:pt x="5770" y="1283"/>
                    </a:lnTo>
                    <a:lnTo>
                      <a:pt x="5753" y="1474"/>
                    </a:lnTo>
                    <a:lnTo>
                      <a:pt x="5718" y="1681"/>
                    </a:lnTo>
                    <a:lnTo>
                      <a:pt x="5684" y="1872"/>
                    </a:lnTo>
                    <a:lnTo>
                      <a:pt x="5614" y="2063"/>
                    </a:lnTo>
                    <a:lnTo>
                      <a:pt x="5545" y="2236"/>
                    </a:lnTo>
                    <a:lnTo>
                      <a:pt x="5476" y="2427"/>
                    </a:lnTo>
                    <a:lnTo>
                      <a:pt x="5372" y="2600"/>
                    </a:lnTo>
                    <a:lnTo>
                      <a:pt x="5268" y="2756"/>
                    </a:lnTo>
                    <a:lnTo>
                      <a:pt x="5146" y="2929"/>
                    </a:lnTo>
                    <a:lnTo>
                      <a:pt x="5025" y="3068"/>
                    </a:lnTo>
                    <a:lnTo>
                      <a:pt x="4887" y="3224"/>
                    </a:lnTo>
                    <a:lnTo>
                      <a:pt x="4748" y="3345"/>
                    </a:lnTo>
                    <a:lnTo>
                      <a:pt x="4575" y="3466"/>
                    </a:lnTo>
                    <a:lnTo>
                      <a:pt x="4575" y="3466"/>
                    </a:lnTo>
                    <a:lnTo>
                      <a:pt x="4367" y="3605"/>
                    </a:lnTo>
                    <a:lnTo>
                      <a:pt x="4124" y="3743"/>
                    </a:lnTo>
                    <a:lnTo>
                      <a:pt x="3656" y="4003"/>
                    </a:lnTo>
                    <a:lnTo>
                      <a:pt x="3431" y="4142"/>
                    </a:lnTo>
                    <a:lnTo>
                      <a:pt x="3223" y="4281"/>
                    </a:lnTo>
                    <a:lnTo>
                      <a:pt x="3033" y="4454"/>
                    </a:lnTo>
                    <a:lnTo>
                      <a:pt x="2946" y="4540"/>
                    </a:lnTo>
                    <a:lnTo>
                      <a:pt x="2859" y="4644"/>
                    </a:lnTo>
                    <a:lnTo>
                      <a:pt x="2859" y="4644"/>
                    </a:lnTo>
                    <a:lnTo>
                      <a:pt x="3206" y="4696"/>
                    </a:lnTo>
                    <a:lnTo>
                      <a:pt x="3552" y="4714"/>
                    </a:lnTo>
                    <a:lnTo>
                      <a:pt x="3882" y="4696"/>
                    </a:lnTo>
                    <a:lnTo>
                      <a:pt x="4228" y="4644"/>
                    </a:lnTo>
                    <a:lnTo>
                      <a:pt x="4575" y="4575"/>
                    </a:lnTo>
                    <a:lnTo>
                      <a:pt x="4904" y="4471"/>
                    </a:lnTo>
                    <a:lnTo>
                      <a:pt x="5216" y="4332"/>
                    </a:lnTo>
                    <a:lnTo>
                      <a:pt x="5528" y="4177"/>
                    </a:lnTo>
                    <a:lnTo>
                      <a:pt x="5528" y="4177"/>
                    </a:lnTo>
                    <a:lnTo>
                      <a:pt x="5649" y="4107"/>
                    </a:lnTo>
                    <a:lnTo>
                      <a:pt x="5805" y="4038"/>
                    </a:lnTo>
                    <a:lnTo>
                      <a:pt x="5874" y="4038"/>
                    </a:lnTo>
                    <a:lnTo>
                      <a:pt x="5943" y="4021"/>
                    </a:lnTo>
                    <a:lnTo>
                      <a:pt x="6013" y="4038"/>
                    </a:lnTo>
                    <a:lnTo>
                      <a:pt x="6082" y="4073"/>
                    </a:lnTo>
                    <a:lnTo>
                      <a:pt x="6082" y="4073"/>
                    </a:lnTo>
                    <a:lnTo>
                      <a:pt x="6134" y="4142"/>
                    </a:lnTo>
                    <a:lnTo>
                      <a:pt x="6186" y="4211"/>
                    </a:lnTo>
                    <a:lnTo>
                      <a:pt x="6203" y="4298"/>
                    </a:lnTo>
                    <a:lnTo>
                      <a:pt x="6221" y="4402"/>
                    </a:lnTo>
                    <a:lnTo>
                      <a:pt x="6221" y="4402"/>
                    </a:lnTo>
                    <a:lnTo>
                      <a:pt x="6238" y="4575"/>
                    </a:lnTo>
                    <a:lnTo>
                      <a:pt x="6238" y="4766"/>
                    </a:lnTo>
                    <a:lnTo>
                      <a:pt x="6221" y="4939"/>
                    </a:lnTo>
                    <a:lnTo>
                      <a:pt x="6169" y="5112"/>
                    </a:lnTo>
                    <a:lnTo>
                      <a:pt x="6117" y="5285"/>
                    </a:lnTo>
                    <a:lnTo>
                      <a:pt x="6047" y="5459"/>
                    </a:lnTo>
                    <a:lnTo>
                      <a:pt x="5961" y="5615"/>
                    </a:lnTo>
                    <a:lnTo>
                      <a:pt x="5874" y="5771"/>
                    </a:lnTo>
                    <a:lnTo>
                      <a:pt x="5753" y="5909"/>
                    </a:lnTo>
                    <a:lnTo>
                      <a:pt x="5632" y="6048"/>
                    </a:lnTo>
                    <a:lnTo>
                      <a:pt x="5510" y="6169"/>
                    </a:lnTo>
                    <a:lnTo>
                      <a:pt x="5372" y="6290"/>
                    </a:lnTo>
                    <a:lnTo>
                      <a:pt x="5216" y="6377"/>
                    </a:lnTo>
                    <a:lnTo>
                      <a:pt x="5060" y="6464"/>
                    </a:lnTo>
                    <a:lnTo>
                      <a:pt x="4887" y="6533"/>
                    </a:lnTo>
                    <a:lnTo>
                      <a:pt x="4713" y="6585"/>
                    </a:lnTo>
                    <a:lnTo>
                      <a:pt x="4713" y="6585"/>
                    </a:lnTo>
                    <a:lnTo>
                      <a:pt x="4436" y="6637"/>
                    </a:lnTo>
                    <a:lnTo>
                      <a:pt x="4141" y="6706"/>
                    </a:lnTo>
                    <a:lnTo>
                      <a:pt x="4003" y="6758"/>
                    </a:lnTo>
                    <a:lnTo>
                      <a:pt x="3882" y="6810"/>
                    </a:lnTo>
                    <a:lnTo>
                      <a:pt x="3778" y="6897"/>
                    </a:lnTo>
                    <a:lnTo>
                      <a:pt x="3674" y="7001"/>
                    </a:lnTo>
                    <a:lnTo>
                      <a:pt x="3674" y="7001"/>
                    </a:lnTo>
                    <a:lnTo>
                      <a:pt x="3968" y="7053"/>
                    </a:lnTo>
                    <a:lnTo>
                      <a:pt x="4245" y="7122"/>
                    </a:lnTo>
                    <a:lnTo>
                      <a:pt x="4523" y="7226"/>
                    </a:lnTo>
                    <a:lnTo>
                      <a:pt x="4661" y="7278"/>
                    </a:lnTo>
                    <a:lnTo>
                      <a:pt x="4800" y="7347"/>
                    </a:lnTo>
                    <a:lnTo>
                      <a:pt x="4800" y="7347"/>
                    </a:lnTo>
                    <a:lnTo>
                      <a:pt x="4921" y="7417"/>
                    </a:lnTo>
                    <a:lnTo>
                      <a:pt x="5025" y="7521"/>
                    </a:lnTo>
                    <a:lnTo>
                      <a:pt x="5146" y="7625"/>
                    </a:lnTo>
                    <a:lnTo>
                      <a:pt x="5233" y="7729"/>
                    </a:lnTo>
                    <a:lnTo>
                      <a:pt x="5320" y="7850"/>
                    </a:lnTo>
                    <a:lnTo>
                      <a:pt x="5372" y="7988"/>
                    </a:lnTo>
                    <a:lnTo>
                      <a:pt x="5424" y="8127"/>
                    </a:lnTo>
                    <a:lnTo>
                      <a:pt x="5441" y="8266"/>
                    </a:lnTo>
                    <a:lnTo>
                      <a:pt x="5441" y="8266"/>
                    </a:lnTo>
                    <a:lnTo>
                      <a:pt x="5441" y="8422"/>
                    </a:lnTo>
                    <a:lnTo>
                      <a:pt x="5424" y="8560"/>
                    </a:lnTo>
                    <a:lnTo>
                      <a:pt x="5372" y="8716"/>
                    </a:lnTo>
                    <a:lnTo>
                      <a:pt x="5302" y="8837"/>
                    </a:lnTo>
                    <a:lnTo>
                      <a:pt x="5216" y="8976"/>
                    </a:lnTo>
                    <a:lnTo>
                      <a:pt x="5112" y="9097"/>
                    </a:lnTo>
                    <a:lnTo>
                      <a:pt x="5008" y="9201"/>
                    </a:lnTo>
                    <a:lnTo>
                      <a:pt x="4869" y="9288"/>
                    </a:lnTo>
                    <a:lnTo>
                      <a:pt x="4869" y="9288"/>
                    </a:lnTo>
                    <a:lnTo>
                      <a:pt x="4748" y="9375"/>
                    </a:lnTo>
                    <a:lnTo>
                      <a:pt x="4609" y="9444"/>
                    </a:lnTo>
                    <a:lnTo>
                      <a:pt x="4332" y="9565"/>
                    </a:lnTo>
                    <a:lnTo>
                      <a:pt x="4038" y="9652"/>
                    </a:lnTo>
                    <a:lnTo>
                      <a:pt x="3726" y="9721"/>
                    </a:lnTo>
                    <a:lnTo>
                      <a:pt x="3726" y="9721"/>
                    </a:lnTo>
                    <a:lnTo>
                      <a:pt x="3258" y="9808"/>
                    </a:lnTo>
                    <a:lnTo>
                      <a:pt x="2773" y="9877"/>
                    </a:lnTo>
                    <a:lnTo>
                      <a:pt x="2288" y="9894"/>
                    </a:lnTo>
                    <a:lnTo>
                      <a:pt x="2045" y="9894"/>
                    </a:lnTo>
                    <a:lnTo>
                      <a:pt x="1820" y="9877"/>
                    </a:lnTo>
                    <a:lnTo>
                      <a:pt x="1577" y="9860"/>
                    </a:lnTo>
                    <a:lnTo>
                      <a:pt x="1352" y="9808"/>
                    </a:lnTo>
                    <a:lnTo>
                      <a:pt x="1127" y="9756"/>
                    </a:lnTo>
                    <a:lnTo>
                      <a:pt x="919" y="9686"/>
                    </a:lnTo>
                    <a:lnTo>
                      <a:pt x="711" y="9600"/>
                    </a:lnTo>
                    <a:lnTo>
                      <a:pt x="503" y="9479"/>
                    </a:lnTo>
                    <a:lnTo>
                      <a:pt x="312" y="9357"/>
                    </a:lnTo>
                    <a:lnTo>
                      <a:pt x="139" y="920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33"/>
              <p:cNvSpPr/>
              <p:nvPr/>
            </p:nvSpPr>
            <p:spPr>
              <a:xfrm>
                <a:off x="1554297" y="3786210"/>
                <a:ext cx="139867" cy="67938"/>
              </a:xfrm>
              <a:custGeom>
                <a:avLst/>
                <a:gdLst/>
                <a:ahLst/>
                <a:cxnLst/>
                <a:rect l="l" t="t" r="r" b="b"/>
                <a:pathLst>
                  <a:path w="7850" h="3813" extrusionOk="0">
                    <a:moveTo>
                      <a:pt x="3501" y="0"/>
                    </a:moveTo>
                    <a:lnTo>
                      <a:pt x="2686" y="18"/>
                    </a:lnTo>
                    <a:lnTo>
                      <a:pt x="1872" y="52"/>
                    </a:lnTo>
                    <a:lnTo>
                      <a:pt x="1058" y="104"/>
                    </a:lnTo>
                    <a:lnTo>
                      <a:pt x="919" y="122"/>
                    </a:lnTo>
                    <a:lnTo>
                      <a:pt x="850" y="139"/>
                    </a:lnTo>
                    <a:lnTo>
                      <a:pt x="781" y="174"/>
                    </a:lnTo>
                    <a:lnTo>
                      <a:pt x="746" y="208"/>
                    </a:lnTo>
                    <a:lnTo>
                      <a:pt x="729" y="260"/>
                    </a:lnTo>
                    <a:lnTo>
                      <a:pt x="677" y="364"/>
                    </a:lnTo>
                    <a:lnTo>
                      <a:pt x="555" y="763"/>
                    </a:lnTo>
                    <a:lnTo>
                      <a:pt x="451" y="1144"/>
                    </a:lnTo>
                    <a:lnTo>
                      <a:pt x="347" y="1542"/>
                    </a:lnTo>
                    <a:lnTo>
                      <a:pt x="278" y="1941"/>
                    </a:lnTo>
                    <a:lnTo>
                      <a:pt x="226" y="2357"/>
                    </a:lnTo>
                    <a:lnTo>
                      <a:pt x="174" y="2755"/>
                    </a:lnTo>
                    <a:lnTo>
                      <a:pt x="157" y="3154"/>
                    </a:lnTo>
                    <a:lnTo>
                      <a:pt x="157" y="3570"/>
                    </a:lnTo>
                    <a:lnTo>
                      <a:pt x="1" y="3812"/>
                    </a:lnTo>
                    <a:lnTo>
                      <a:pt x="1" y="3812"/>
                    </a:lnTo>
                    <a:lnTo>
                      <a:pt x="451" y="3639"/>
                    </a:lnTo>
                    <a:lnTo>
                      <a:pt x="919" y="3483"/>
                    </a:lnTo>
                    <a:lnTo>
                      <a:pt x="1370" y="3344"/>
                    </a:lnTo>
                    <a:lnTo>
                      <a:pt x="1837" y="3223"/>
                    </a:lnTo>
                    <a:lnTo>
                      <a:pt x="2305" y="3102"/>
                    </a:lnTo>
                    <a:lnTo>
                      <a:pt x="2790" y="3015"/>
                    </a:lnTo>
                    <a:lnTo>
                      <a:pt x="3743" y="2842"/>
                    </a:lnTo>
                    <a:lnTo>
                      <a:pt x="4696" y="2703"/>
                    </a:lnTo>
                    <a:lnTo>
                      <a:pt x="5667" y="2582"/>
                    </a:lnTo>
                    <a:lnTo>
                      <a:pt x="6637" y="2478"/>
                    </a:lnTo>
                    <a:lnTo>
                      <a:pt x="7607" y="2357"/>
                    </a:lnTo>
                    <a:lnTo>
                      <a:pt x="7694" y="2339"/>
                    </a:lnTo>
                    <a:lnTo>
                      <a:pt x="7746" y="2322"/>
                    </a:lnTo>
                    <a:lnTo>
                      <a:pt x="7780" y="2305"/>
                    </a:lnTo>
                    <a:lnTo>
                      <a:pt x="7815" y="2253"/>
                    </a:lnTo>
                    <a:lnTo>
                      <a:pt x="7832" y="2201"/>
                    </a:lnTo>
                    <a:lnTo>
                      <a:pt x="7850" y="2097"/>
                    </a:lnTo>
                    <a:lnTo>
                      <a:pt x="7850" y="1854"/>
                    </a:lnTo>
                    <a:lnTo>
                      <a:pt x="7850" y="1594"/>
                    </a:lnTo>
                    <a:lnTo>
                      <a:pt x="7832" y="1352"/>
                    </a:lnTo>
                    <a:lnTo>
                      <a:pt x="7815" y="1109"/>
                    </a:lnTo>
                    <a:lnTo>
                      <a:pt x="7780" y="849"/>
                    </a:lnTo>
                    <a:lnTo>
                      <a:pt x="7729" y="607"/>
                    </a:lnTo>
                    <a:lnTo>
                      <a:pt x="7659" y="364"/>
                    </a:lnTo>
                    <a:lnTo>
                      <a:pt x="7590" y="122"/>
                    </a:lnTo>
                    <a:lnTo>
                      <a:pt x="6776" y="70"/>
                    </a:lnTo>
                    <a:lnTo>
                      <a:pt x="5961" y="35"/>
                    </a:lnTo>
                    <a:lnTo>
                      <a:pt x="5147" y="18"/>
                    </a:lnTo>
                    <a:lnTo>
                      <a:pt x="4332" y="0"/>
                    </a:lnTo>
                    <a:close/>
                  </a:path>
                </a:pathLst>
              </a:custGeom>
              <a:solidFill>
                <a:srgbClr val="ECB28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33"/>
              <p:cNvSpPr/>
              <p:nvPr/>
            </p:nvSpPr>
            <p:spPr>
              <a:xfrm>
                <a:off x="1554297" y="3786210"/>
                <a:ext cx="139867" cy="67938"/>
              </a:xfrm>
              <a:custGeom>
                <a:avLst/>
                <a:gdLst/>
                <a:ahLst/>
                <a:cxnLst/>
                <a:rect l="l" t="t" r="r" b="b"/>
                <a:pathLst>
                  <a:path w="7850" h="3813" fill="none" extrusionOk="0">
                    <a:moveTo>
                      <a:pt x="1" y="3812"/>
                    </a:moveTo>
                    <a:lnTo>
                      <a:pt x="1" y="3812"/>
                    </a:lnTo>
                    <a:lnTo>
                      <a:pt x="451" y="3639"/>
                    </a:lnTo>
                    <a:lnTo>
                      <a:pt x="919" y="3483"/>
                    </a:lnTo>
                    <a:lnTo>
                      <a:pt x="1370" y="3344"/>
                    </a:lnTo>
                    <a:lnTo>
                      <a:pt x="1837" y="3223"/>
                    </a:lnTo>
                    <a:lnTo>
                      <a:pt x="2305" y="3102"/>
                    </a:lnTo>
                    <a:lnTo>
                      <a:pt x="2790" y="3015"/>
                    </a:lnTo>
                    <a:lnTo>
                      <a:pt x="3743" y="2842"/>
                    </a:lnTo>
                    <a:lnTo>
                      <a:pt x="4696" y="2703"/>
                    </a:lnTo>
                    <a:lnTo>
                      <a:pt x="5667" y="2582"/>
                    </a:lnTo>
                    <a:lnTo>
                      <a:pt x="6637" y="2478"/>
                    </a:lnTo>
                    <a:lnTo>
                      <a:pt x="7607" y="2357"/>
                    </a:lnTo>
                    <a:lnTo>
                      <a:pt x="7607" y="2357"/>
                    </a:lnTo>
                    <a:lnTo>
                      <a:pt x="7694" y="2339"/>
                    </a:lnTo>
                    <a:lnTo>
                      <a:pt x="7746" y="2322"/>
                    </a:lnTo>
                    <a:lnTo>
                      <a:pt x="7780" y="2305"/>
                    </a:lnTo>
                    <a:lnTo>
                      <a:pt x="7780" y="2305"/>
                    </a:lnTo>
                    <a:lnTo>
                      <a:pt x="7815" y="2253"/>
                    </a:lnTo>
                    <a:lnTo>
                      <a:pt x="7832" y="2201"/>
                    </a:lnTo>
                    <a:lnTo>
                      <a:pt x="7850" y="2097"/>
                    </a:lnTo>
                    <a:lnTo>
                      <a:pt x="7850" y="2097"/>
                    </a:lnTo>
                    <a:lnTo>
                      <a:pt x="7850" y="1854"/>
                    </a:lnTo>
                    <a:lnTo>
                      <a:pt x="7850" y="1594"/>
                    </a:lnTo>
                    <a:lnTo>
                      <a:pt x="7832" y="1352"/>
                    </a:lnTo>
                    <a:lnTo>
                      <a:pt x="7815" y="1109"/>
                    </a:lnTo>
                    <a:lnTo>
                      <a:pt x="7780" y="849"/>
                    </a:lnTo>
                    <a:lnTo>
                      <a:pt x="7729" y="607"/>
                    </a:lnTo>
                    <a:lnTo>
                      <a:pt x="7659" y="364"/>
                    </a:lnTo>
                    <a:lnTo>
                      <a:pt x="7590" y="122"/>
                    </a:lnTo>
                    <a:lnTo>
                      <a:pt x="7590" y="122"/>
                    </a:lnTo>
                    <a:lnTo>
                      <a:pt x="6776" y="70"/>
                    </a:lnTo>
                    <a:lnTo>
                      <a:pt x="5961" y="35"/>
                    </a:lnTo>
                    <a:lnTo>
                      <a:pt x="5147" y="18"/>
                    </a:lnTo>
                    <a:lnTo>
                      <a:pt x="4332" y="0"/>
                    </a:lnTo>
                    <a:lnTo>
                      <a:pt x="3501" y="0"/>
                    </a:lnTo>
                    <a:lnTo>
                      <a:pt x="2686" y="18"/>
                    </a:lnTo>
                    <a:lnTo>
                      <a:pt x="1872" y="52"/>
                    </a:lnTo>
                    <a:lnTo>
                      <a:pt x="1058" y="104"/>
                    </a:lnTo>
                    <a:lnTo>
                      <a:pt x="1058" y="104"/>
                    </a:lnTo>
                    <a:lnTo>
                      <a:pt x="919" y="122"/>
                    </a:lnTo>
                    <a:lnTo>
                      <a:pt x="850" y="139"/>
                    </a:lnTo>
                    <a:lnTo>
                      <a:pt x="781" y="174"/>
                    </a:lnTo>
                    <a:lnTo>
                      <a:pt x="781" y="174"/>
                    </a:lnTo>
                    <a:lnTo>
                      <a:pt x="746" y="208"/>
                    </a:lnTo>
                    <a:lnTo>
                      <a:pt x="729" y="260"/>
                    </a:lnTo>
                    <a:lnTo>
                      <a:pt x="677" y="364"/>
                    </a:lnTo>
                    <a:lnTo>
                      <a:pt x="677" y="364"/>
                    </a:lnTo>
                    <a:lnTo>
                      <a:pt x="555" y="763"/>
                    </a:lnTo>
                    <a:lnTo>
                      <a:pt x="451" y="1144"/>
                    </a:lnTo>
                    <a:lnTo>
                      <a:pt x="347" y="1542"/>
                    </a:lnTo>
                    <a:lnTo>
                      <a:pt x="278" y="1941"/>
                    </a:lnTo>
                    <a:lnTo>
                      <a:pt x="226" y="2357"/>
                    </a:lnTo>
                    <a:lnTo>
                      <a:pt x="174" y="2755"/>
                    </a:lnTo>
                    <a:lnTo>
                      <a:pt x="157" y="3154"/>
                    </a:lnTo>
                    <a:lnTo>
                      <a:pt x="157" y="357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3"/>
              <p:cNvSpPr/>
              <p:nvPr/>
            </p:nvSpPr>
            <p:spPr>
              <a:xfrm>
                <a:off x="1805595" y="3737123"/>
                <a:ext cx="254398" cy="112072"/>
              </a:xfrm>
              <a:custGeom>
                <a:avLst/>
                <a:gdLst/>
                <a:ahLst/>
                <a:cxnLst/>
                <a:rect l="l" t="t" r="r" b="b"/>
                <a:pathLst>
                  <a:path w="14278" h="6290" extrusionOk="0">
                    <a:moveTo>
                      <a:pt x="14226" y="0"/>
                    </a:moveTo>
                    <a:lnTo>
                      <a:pt x="13342" y="35"/>
                    </a:lnTo>
                    <a:lnTo>
                      <a:pt x="12441" y="104"/>
                    </a:lnTo>
                    <a:lnTo>
                      <a:pt x="11558" y="174"/>
                    </a:lnTo>
                    <a:lnTo>
                      <a:pt x="10674" y="278"/>
                    </a:lnTo>
                    <a:lnTo>
                      <a:pt x="9790" y="416"/>
                    </a:lnTo>
                    <a:lnTo>
                      <a:pt x="8924" y="555"/>
                    </a:lnTo>
                    <a:lnTo>
                      <a:pt x="8040" y="728"/>
                    </a:lnTo>
                    <a:lnTo>
                      <a:pt x="7174" y="919"/>
                    </a:lnTo>
                    <a:lnTo>
                      <a:pt x="6308" y="1127"/>
                    </a:lnTo>
                    <a:lnTo>
                      <a:pt x="5441" y="1369"/>
                    </a:lnTo>
                    <a:lnTo>
                      <a:pt x="4592" y="1612"/>
                    </a:lnTo>
                    <a:lnTo>
                      <a:pt x="3726" y="1889"/>
                    </a:lnTo>
                    <a:lnTo>
                      <a:pt x="2894" y="2184"/>
                    </a:lnTo>
                    <a:lnTo>
                      <a:pt x="2045" y="2495"/>
                    </a:lnTo>
                    <a:lnTo>
                      <a:pt x="1214" y="2842"/>
                    </a:lnTo>
                    <a:lnTo>
                      <a:pt x="399" y="3188"/>
                    </a:lnTo>
                    <a:lnTo>
                      <a:pt x="295" y="3240"/>
                    </a:lnTo>
                    <a:lnTo>
                      <a:pt x="209" y="3292"/>
                    </a:lnTo>
                    <a:lnTo>
                      <a:pt x="122" y="3362"/>
                    </a:lnTo>
                    <a:lnTo>
                      <a:pt x="53" y="3448"/>
                    </a:lnTo>
                    <a:lnTo>
                      <a:pt x="18" y="3535"/>
                    </a:lnTo>
                    <a:lnTo>
                      <a:pt x="1" y="3656"/>
                    </a:lnTo>
                    <a:lnTo>
                      <a:pt x="1" y="3760"/>
                    </a:lnTo>
                    <a:lnTo>
                      <a:pt x="1" y="3882"/>
                    </a:lnTo>
                    <a:lnTo>
                      <a:pt x="122" y="5926"/>
                    </a:lnTo>
                    <a:lnTo>
                      <a:pt x="139" y="6099"/>
                    </a:lnTo>
                    <a:lnTo>
                      <a:pt x="174" y="6169"/>
                    </a:lnTo>
                    <a:lnTo>
                      <a:pt x="226" y="6221"/>
                    </a:lnTo>
                    <a:lnTo>
                      <a:pt x="278" y="6273"/>
                    </a:lnTo>
                    <a:lnTo>
                      <a:pt x="347" y="6290"/>
                    </a:lnTo>
                    <a:lnTo>
                      <a:pt x="503" y="6290"/>
                    </a:lnTo>
                    <a:lnTo>
                      <a:pt x="14278" y="5406"/>
                    </a:lnTo>
                    <a:lnTo>
                      <a:pt x="14226" y="0"/>
                    </a:lnTo>
                    <a:close/>
                  </a:path>
                </a:pathLst>
              </a:custGeom>
              <a:solidFill>
                <a:srgbClr val="2B151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33"/>
              <p:cNvSpPr/>
              <p:nvPr/>
            </p:nvSpPr>
            <p:spPr>
              <a:xfrm>
                <a:off x="1805595" y="3737123"/>
                <a:ext cx="254398" cy="112072"/>
              </a:xfrm>
              <a:custGeom>
                <a:avLst/>
                <a:gdLst/>
                <a:ahLst/>
                <a:cxnLst/>
                <a:rect l="l" t="t" r="r" b="b"/>
                <a:pathLst>
                  <a:path w="14278" h="6290" fill="none" extrusionOk="0">
                    <a:moveTo>
                      <a:pt x="14278" y="5406"/>
                    </a:moveTo>
                    <a:lnTo>
                      <a:pt x="14278" y="5406"/>
                    </a:lnTo>
                    <a:lnTo>
                      <a:pt x="503" y="6290"/>
                    </a:lnTo>
                    <a:lnTo>
                      <a:pt x="503" y="6290"/>
                    </a:lnTo>
                    <a:lnTo>
                      <a:pt x="347" y="6290"/>
                    </a:lnTo>
                    <a:lnTo>
                      <a:pt x="278" y="6273"/>
                    </a:lnTo>
                    <a:lnTo>
                      <a:pt x="226" y="6221"/>
                    </a:lnTo>
                    <a:lnTo>
                      <a:pt x="226" y="6221"/>
                    </a:lnTo>
                    <a:lnTo>
                      <a:pt x="174" y="6169"/>
                    </a:lnTo>
                    <a:lnTo>
                      <a:pt x="139" y="6099"/>
                    </a:lnTo>
                    <a:lnTo>
                      <a:pt x="122" y="5926"/>
                    </a:lnTo>
                    <a:lnTo>
                      <a:pt x="122" y="5926"/>
                    </a:lnTo>
                    <a:lnTo>
                      <a:pt x="1" y="3882"/>
                    </a:lnTo>
                    <a:lnTo>
                      <a:pt x="1" y="3882"/>
                    </a:lnTo>
                    <a:lnTo>
                      <a:pt x="1" y="3760"/>
                    </a:lnTo>
                    <a:lnTo>
                      <a:pt x="1" y="3656"/>
                    </a:lnTo>
                    <a:lnTo>
                      <a:pt x="18" y="3535"/>
                    </a:lnTo>
                    <a:lnTo>
                      <a:pt x="53" y="3448"/>
                    </a:lnTo>
                    <a:lnTo>
                      <a:pt x="53" y="3448"/>
                    </a:lnTo>
                    <a:lnTo>
                      <a:pt x="122" y="3362"/>
                    </a:lnTo>
                    <a:lnTo>
                      <a:pt x="209" y="3292"/>
                    </a:lnTo>
                    <a:lnTo>
                      <a:pt x="295" y="3240"/>
                    </a:lnTo>
                    <a:lnTo>
                      <a:pt x="399" y="3188"/>
                    </a:lnTo>
                    <a:lnTo>
                      <a:pt x="399" y="3188"/>
                    </a:lnTo>
                    <a:lnTo>
                      <a:pt x="1214" y="2842"/>
                    </a:lnTo>
                    <a:lnTo>
                      <a:pt x="2045" y="2495"/>
                    </a:lnTo>
                    <a:lnTo>
                      <a:pt x="2894" y="2184"/>
                    </a:lnTo>
                    <a:lnTo>
                      <a:pt x="3726" y="1889"/>
                    </a:lnTo>
                    <a:lnTo>
                      <a:pt x="4592" y="1612"/>
                    </a:lnTo>
                    <a:lnTo>
                      <a:pt x="5441" y="1369"/>
                    </a:lnTo>
                    <a:lnTo>
                      <a:pt x="6308" y="1127"/>
                    </a:lnTo>
                    <a:lnTo>
                      <a:pt x="7174" y="919"/>
                    </a:lnTo>
                    <a:lnTo>
                      <a:pt x="8040" y="728"/>
                    </a:lnTo>
                    <a:lnTo>
                      <a:pt x="8924" y="555"/>
                    </a:lnTo>
                    <a:lnTo>
                      <a:pt x="9790" y="416"/>
                    </a:lnTo>
                    <a:lnTo>
                      <a:pt x="10674" y="278"/>
                    </a:lnTo>
                    <a:lnTo>
                      <a:pt x="11558" y="174"/>
                    </a:lnTo>
                    <a:lnTo>
                      <a:pt x="12441" y="104"/>
                    </a:lnTo>
                    <a:lnTo>
                      <a:pt x="13342" y="35"/>
                    </a:lnTo>
                    <a:lnTo>
                      <a:pt x="1422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33"/>
              <p:cNvSpPr/>
              <p:nvPr/>
            </p:nvSpPr>
            <p:spPr>
              <a:xfrm>
                <a:off x="1794477" y="3026134"/>
                <a:ext cx="322336" cy="807008"/>
              </a:xfrm>
              <a:custGeom>
                <a:avLst/>
                <a:gdLst/>
                <a:ahLst/>
                <a:cxnLst/>
                <a:rect l="l" t="t" r="r" b="b"/>
                <a:pathLst>
                  <a:path w="18091" h="45293" extrusionOk="0">
                    <a:moveTo>
                      <a:pt x="13291" y="1"/>
                    </a:moveTo>
                    <a:lnTo>
                      <a:pt x="12347" y="1836"/>
                    </a:lnTo>
                    <a:lnTo>
                      <a:pt x="12347" y="1836"/>
                    </a:lnTo>
                    <a:lnTo>
                      <a:pt x="12060" y="1872"/>
                    </a:lnTo>
                    <a:lnTo>
                      <a:pt x="11385" y="1959"/>
                    </a:lnTo>
                    <a:lnTo>
                      <a:pt x="10692" y="2011"/>
                    </a:lnTo>
                    <a:lnTo>
                      <a:pt x="10016" y="2045"/>
                    </a:lnTo>
                    <a:lnTo>
                      <a:pt x="8630" y="2045"/>
                    </a:lnTo>
                    <a:lnTo>
                      <a:pt x="7954" y="2011"/>
                    </a:lnTo>
                    <a:lnTo>
                      <a:pt x="7261" y="1959"/>
                    </a:lnTo>
                    <a:lnTo>
                      <a:pt x="6568" y="1889"/>
                    </a:lnTo>
                    <a:lnTo>
                      <a:pt x="5892" y="1803"/>
                    </a:lnTo>
                    <a:lnTo>
                      <a:pt x="5216" y="1681"/>
                    </a:lnTo>
                    <a:lnTo>
                      <a:pt x="4541" y="1543"/>
                    </a:lnTo>
                    <a:lnTo>
                      <a:pt x="3865" y="1387"/>
                    </a:lnTo>
                    <a:lnTo>
                      <a:pt x="3206" y="1214"/>
                    </a:lnTo>
                    <a:lnTo>
                      <a:pt x="2548" y="1023"/>
                    </a:lnTo>
                    <a:lnTo>
                      <a:pt x="2271" y="936"/>
                    </a:lnTo>
                    <a:lnTo>
                      <a:pt x="1994" y="884"/>
                    </a:lnTo>
                    <a:lnTo>
                      <a:pt x="1855" y="867"/>
                    </a:lnTo>
                    <a:lnTo>
                      <a:pt x="1716" y="867"/>
                    </a:lnTo>
                    <a:lnTo>
                      <a:pt x="1595" y="902"/>
                    </a:lnTo>
                    <a:lnTo>
                      <a:pt x="1456" y="936"/>
                    </a:lnTo>
                    <a:lnTo>
                      <a:pt x="1335" y="1023"/>
                    </a:lnTo>
                    <a:lnTo>
                      <a:pt x="1231" y="1110"/>
                    </a:lnTo>
                    <a:lnTo>
                      <a:pt x="1145" y="1214"/>
                    </a:lnTo>
                    <a:lnTo>
                      <a:pt x="1058" y="1335"/>
                    </a:lnTo>
                    <a:lnTo>
                      <a:pt x="989" y="1474"/>
                    </a:lnTo>
                    <a:lnTo>
                      <a:pt x="937" y="1612"/>
                    </a:lnTo>
                    <a:lnTo>
                      <a:pt x="850" y="1889"/>
                    </a:lnTo>
                    <a:lnTo>
                      <a:pt x="625" y="2704"/>
                    </a:lnTo>
                    <a:lnTo>
                      <a:pt x="434" y="3553"/>
                    </a:lnTo>
                    <a:lnTo>
                      <a:pt x="278" y="4384"/>
                    </a:lnTo>
                    <a:lnTo>
                      <a:pt x="157" y="5233"/>
                    </a:lnTo>
                    <a:lnTo>
                      <a:pt x="70" y="6082"/>
                    </a:lnTo>
                    <a:lnTo>
                      <a:pt x="18" y="6949"/>
                    </a:lnTo>
                    <a:lnTo>
                      <a:pt x="1" y="7798"/>
                    </a:lnTo>
                    <a:lnTo>
                      <a:pt x="18" y="8664"/>
                    </a:lnTo>
                    <a:lnTo>
                      <a:pt x="53" y="9513"/>
                    </a:lnTo>
                    <a:lnTo>
                      <a:pt x="122" y="10380"/>
                    </a:lnTo>
                    <a:lnTo>
                      <a:pt x="209" y="11246"/>
                    </a:lnTo>
                    <a:lnTo>
                      <a:pt x="330" y="12095"/>
                    </a:lnTo>
                    <a:lnTo>
                      <a:pt x="469" y="12944"/>
                    </a:lnTo>
                    <a:lnTo>
                      <a:pt x="625" y="13793"/>
                    </a:lnTo>
                    <a:lnTo>
                      <a:pt x="798" y="14642"/>
                    </a:lnTo>
                    <a:lnTo>
                      <a:pt x="989" y="15491"/>
                    </a:lnTo>
                    <a:lnTo>
                      <a:pt x="1197" y="16323"/>
                    </a:lnTo>
                    <a:lnTo>
                      <a:pt x="1422" y="17154"/>
                    </a:lnTo>
                    <a:lnTo>
                      <a:pt x="1647" y="17969"/>
                    </a:lnTo>
                    <a:lnTo>
                      <a:pt x="1890" y="18800"/>
                    </a:lnTo>
                    <a:lnTo>
                      <a:pt x="2409" y="20446"/>
                    </a:lnTo>
                    <a:lnTo>
                      <a:pt x="2947" y="22075"/>
                    </a:lnTo>
                    <a:lnTo>
                      <a:pt x="4073" y="25333"/>
                    </a:lnTo>
                    <a:lnTo>
                      <a:pt x="4610" y="26961"/>
                    </a:lnTo>
                    <a:lnTo>
                      <a:pt x="5130" y="28590"/>
                    </a:lnTo>
                    <a:lnTo>
                      <a:pt x="5684" y="30392"/>
                    </a:lnTo>
                    <a:lnTo>
                      <a:pt x="6204" y="32194"/>
                    </a:lnTo>
                    <a:lnTo>
                      <a:pt x="6758" y="33996"/>
                    </a:lnTo>
                    <a:lnTo>
                      <a:pt x="7036" y="34897"/>
                    </a:lnTo>
                    <a:lnTo>
                      <a:pt x="7330" y="35781"/>
                    </a:lnTo>
                    <a:lnTo>
                      <a:pt x="7659" y="36664"/>
                    </a:lnTo>
                    <a:lnTo>
                      <a:pt x="7989" y="37531"/>
                    </a:lnTo>
                    <a:lnTo>
                      <a:pt x="8335" y="38397"/>
                    </a:lnTo>
                    <a:lnTo>
                      <a:pt x="8716" y="39246"/>
                    </a:lnTo>
                    <a:lnTo>
                      <a:pt x="9132" y="40078"/>
                    </a:lnTo>
                    <a:lnTo>
                      <a:pt x="9565" y="40892"/>
                    </a:lnTo>
                    <a:lnTo>
                      <a:pt x="10033" y="41689"/>
                    </a:lnTo>
                    <a:lnTo>
                      <a:pt x="10293" y="42088"/>
                    </a:lnTo>
                    <a:lnTo>
                      <a:pt x="10553" y="42469"/>
                    </a:lnTo>
                    <a:lnTo>
                      <a:pt x="10778" y="42781"/>
                    </a:lnTo>
                    <a:lnTo>
                      <a:pt x="11003" y="43075"/>
                    </a:lnTo>
                    <a:lnTo>
                      <a:pt x="11263" y="43387"/>
                    </a:lnTo>
                    <a:lnTo>
                      <a:pt x="11541" y="43664"/>
                    </a:lnTo>
                    <a:lnTo>
                      <a:pt x="11818" y="43941"/>
                    </a:lnTo>
                    <a:lnTo>
                      <a:pt x="12112" y="44201"/>
                    </a:lnTo>
                    <a:lnTo>
                      <a:pt x="12407" y="44444"/>
                    </a:lnTo>
                    <a:lnTo>
                      <a:pt x="12736" y="44652"/>
                    </a:lnTo>
                    <a:lnTo>
                      <a:pt x="13048" y="44842"/>
                    </a:lnTo>
                    <a:lnTo>
                      <a:pt x="13394" y="44998"/>
                    </a:lnTo>
                    <a:lnTo>
                      <a:pt x="13724" y="45137"/>
                    </a:lnTo>
                    <a:lnTo>
                      <a:pt x="14070" y="45224"/>
                    </a:lnTo>
                    <a:lnTo>
                      <a:pt x="14417" y="45276"/>
                    </a:lnTo>
                    <a:lnTo>
                      <a:pt x="14607" y="45293"/>
                    </a:lnTo>
                    <a:lnTo>
                      <a:pt x="14781" y="45293"/>
                    </a:lnTo>
                    <a:lnTo>
                      <a:pt x="14954" y="45276"/>
                    </a:lnTo>
                    <a:lnTo>
                      <a:pt x="15144" y="45258"/>
                    </a:lnTo>
                    <a:lnTo>
                      <a:pt x="15318" y="45224"/>
                    </a:lnTo>
                    <a:lnTo>
                      <a:pt x="15508" y="45172"/>
                    </a:lnTo>
                    <a:lnTo>
                      <a:pt x="15716" y="45102"/>
                    </a:lnTo>
                    <a:lnTo>
                      <a:pt x="15924" y="44998"/>
                    </a:lnTo>
                    <a:lnTo>
                      <a:pt x="16132" y="44894"/>
                    </a:lnTo>
                    <a:lnTo>
                      <a:pt x="16323" y="44773"/>
                    </a:lnTo>
                    <a:lnTo>
                      <a:pt x="16513" y="44635"/>
                    </a:lnTo>
                    <a:lnTo>
                      <a:pt x="16687" y="44479"/>
                    </a:lnTo>
                    <a:lnTo>
                      <a:pt x="16843" y="44323"/>
                    </a:lnTo>
                    <a:lnTo>
                      <a:pt x="16998" y="44149"/>
                    </a:lnTo>
                    <a:lnTo>
                      <a:pt x="17137" y="43976"/>
                    </a:lnTo>
                    <a:lnTo>
                      <a:pt x="17276" y="43768"/>
                    </a:lnTo>
                    <a:lnTo>
                      <a:pt x="17397" y="43578"/>
                    </a:lnTo>
                    <a:lnTo>
                      <a:pt x="17501" y="43370"/>
                    </a:lnTo>
                    <a:lnTo>
                      <a:pt x="17605" y="43162"/>
                    </a:lnTo>
                    <a:lnTo>
                      <a:pt x="17692" y="42937"/>
                    </a:lnTo>
                    <a:lnTo>
                      <a:pt x="17778" y="42729"/>
                    </a:lnTo>
                    <a:lnTo>
                      <a:pt x="17847" y="42503"/>
                    </a:lnTo>
                    <a:lnTo>
                      <a:pt x="17951" y="42053"/>
                    </a:lnTo>
                    <a:lnTo>
                      <a:pt x="18021" y="41585"/>
                    </a:lnTo>
                    <a:lnTo>
                      <a:pt x="18073" y="41135"/>
                    </a:lnTo>
                    <a:lnTo>
                      <a:pt x="18090" y="40667"/>
                    </a:lnTo>
                    <a:lnTo>
                      <a:pt x="18090" y="40199"/>
                    </a:lnTo>
                    <a:lnTo>
                      <a:pt x="18073" y="39731"/>
                    </a:lnTo>
                    <a:lnTo>
                      <a:pt x="18003" y="38813"/>
                    </a:lnTo>
                    <a:lnTo>
                      <a:pt x="17795" y="36231"/>
                    </a:lnTo>
                    <a:lnTo>
                      <a:pt x="17536" y="33424"/>
                    </a:lnTo>
                    <a:lnTo>
                      <a:pt x="17224" y="30409"/>
                    </a:lnTo>
                    <a:lnTo>
                      <a:pt x="16877" y="27273"/>
                    </a:lnTo>
                    <a:lnTo>
                      <a:pt x="16513" y="24068"/>
                    </a:lnTo>
                    <a:lnTo>
                      <a:pt x="16115" y="20828"/>
                    </a:lnTo>
                    <a:lnTo>
                      <a:pt x="15699" y="17639"/>
                    </a:lnTo>
                    <a:lnTo>
                      <a:pt x="15300" y="14538"/>
                    </a:lnTo>
                    <a:lnTo>
                      <a:pt x="14538" y="8872"/>
                    </a:lnTo>
                    <a:lnTo>
                      <a:pt x="13897" y="4246"/>
                    </a:lnTo>
                    <a:lnTo>
                      <a:pt x="132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33"/>
              <p:cNvSpPr/>
              <p:nvPr/>
            </p:nvSpPr>
            <p:spPr>
              <a:xfrm>
                <a:off x="1794477" y="3026134"/>
                <a:ext cx="322336" cy="807008"/>
              </a:xfrm>
              <a:custGeom>
                <a:avLst/>
                <a:gdLst/>
                <a:ahLst/>
                <a:cxnLst/>
                <a:rect l="l" t="t" r="r" b="b"/>
                <a:pathLst>
                  <a:path w="18091" h="45293" fill="none" extrusionOk="0">
                    <a:moveTo>
                      <a:pt x="13429" y="1664"/>
                    </a:moveTo>
                    <a:lnTo>
                      <a:pt x="13429" y="1664"/>
                    </a:lnTo>
                    <a:lnTo>
                      <a:pt x="12753" y="1785"/>
                    </a:lnTo>
                    <a:lnTo>
                      <a:pt x="12060" y="1872"/>
                    </a:lnTo>
                    <a:lnTo>
                      <a:pt x="11385" y="1959"/>
                    </a:lnTo>
                    <a:lnTo>
                      <a:pt x="10692" y="2011"/>
                    </a:lnTo>
                    <a:lnTo>
                      <a:pt x="10016" y="2045"/>
                    </a:lnTo>
                    <a:lnTo>
                      <a:pt x="9323" y="2045"/>
                    </a:lnTo>
                    <a:lnTo>
                      <a:pt x="8630" y="2045"/>
                    </a:lnTo>
                    <a:lnTo>
                      <a:pt x="7954" y="2011"/>
                    </a:lnTo>
                    <a:lnTo>
                      <a:pt x="7261" y="1959"/>
                    </a:lnTo>
                    <a:lnTo>
                      <a:pt x="6568" y="1889"/>
                    </a:lnTo>
                    <a:lnTo>
                      <a:pt x="5892" y="1803"/>
                    </a:lnTo>
                    <a:lnTo>
                      <a:pt x="5216" y="1681"/>
                    </a:lnTo>
                    <a:lnTo>
                      <a:pt x="4541" y="1543"/>
                    </a:lnTo>
                    <a:lnTo>
                      <a:pt x="3865" y="1387"/>
                    </a:lnTo>
                    <a:lnTo>
                      <a:pt x="3206" y="1214"/>
                    </a:lnTo>
                    <a:lnTo>
                      <a:pt x="2548" y="1023"/>
                    </a:lnTo>
                    <a:lnTo>
                      <a:pt x="2548" y="1023"/>
                    </a:lnTo>
                    <a:lnTo>
                      <a:pt x="2271" y="936"/>
                    </a:lnTo>
                    <a:lnTo>
                      <a:pt x="1994" y="884"/>
                    </a:lnTo>
                    <a:lnTo>
                      <a:pt x="1855" y="867"/>
                    </a:lnTo>
                    <a:lnTo>
                      <a:pt x="1716" y="867"/>
                    </a:lnTo>
                    <a:lnTo>
                      <a:pt x="1595" y="902"/>
                    </a:lnTo>
                    <a:lnTo>
                      <a:pt x="1456" y="936"/>
                    </a:lnTo>
                    <a:lnTo>
                      <a:pt x="1456" y="936"/>
                    </a:lnTo>
                    <a:lnTo>
                      <a:pt x="1335" y="1023"/>
                    </a:lnTo>
                    <a:lnTo>
                      <a:pt x="1231" y="1110"/>
                    </a:lnTo>
                    <a:lnTo>
                      <a:pt x="1145" y="1214"/>
                    </a:lnTo>
                    <a:lnTo>
                      <a:pt x="1058" y="1335"/>
                    </a:lnTo>
                    <a:lnTo>
                      <a:pt x="989" y="1474"/>
                    </a:lnTo>
                    <a:lnTo>
                      <a:pt x="937" y="1612"/>
                    </a:lnTo>
                    <a:lnTo>
                      <a:pt x="850" y="1889"/>
                    </a:lnTo>
                    <a:lnTo>
                      <a:pt x="850" y="1889"/>
                    </a:lnTo>
                    <a:lnTo>
                      <a:pt x="625" y="2704"/>
                    </a:lnTo>
                    <a:lnTo>
                      <a:pt x="434" y="3553"/>
                    </a:lnTo>
                    <a:lnTo>
                      <a:pt x="278" y="4384"/>
                    </a:lnTo>
                    <a:lnTo>
                      <a:pt x="157" y="5233"/>
                    </a:lnTo>
                    <a:lnTo>
                      <a:pt x="70" y="6082"/>
                    </a:lnTo>
                    <a:lnTo>
                      <a:pt x="18" y="6949"/>
                    </a:lnTo>
                    <a:lnTo>
                      <a:pt x="1" y="7798"/>
                    </a:lnTo>
                    <a:lnTo>
                      <a:pt x="18" y="8664"/>
                    </a:lnTo>
                    <a:lnTo>
                      <a:pt x="53" y="9513"/>
                    </a:lnTo>
                    <a:lnTo>
                      <a:pt x="122" y="10380"/>
                    </a:lnTo>
                    <a:lnTo>
                      <a:pt x="209" y="11246"/>
                    </a:lnTo>
                    <a:lnTo>
                      <a:pt x="330" y="12095"/>
                    </a:lnTo>
                    <a:lnTo>
                      <a:pt x="469" y="12944"/>
                    </a:lnTo>
                    <a:lnTo>
                      <a:pt x="625" y="13793"/>
                    </a:lnTo>
                    <a:lnTo>
                      <a:pt x="798" y="14642"/>
                    </a:lnTo>
                    <a:lnTo>
                      <a:pt x="989" y="15491"/>
                    </a:lnTo>
                    <a:lnTo>
                      <a:pt x="989" y="15491"/>
                    </a:lnTo>
                    <a:lnTo>
                      <a:pt x="1197" y="16323"/>
                    </a:lnTo>
                    <a:lnTo>
                      <a:pt x="1422" y="17154"/>
                    </a:lnTo>
                    <a:lnTo>
                      <a:pt x="1647" y="17969"/>
                    </a:lnTo>
                    <a:lnTo>
                      <a:pt x="1890" y="18800"/>
                    </a:lnTo>
                    <a:lnTo>
                      <a:pt x="2409" y="20446"/>
                    </a:lnTo>
                    <a:lnTo>
                      <a:pt x="2947" y="22075"/>
                    </a:lnTo>
                    <a:lnTo>
                      <a:pt x="4073" y="25333"/>
                    </a:lnTo>
                    <a:lnTo>
                      <a:pt x="4610" y="26961"/>
                    </a:lnTo>
                    <a:lnTo>
                      <a:pt x="5130" y="28590"/>
                    </a:lnTo>
                    <a:lnTo>
                      <a:pt x="5130" y="28590"/>
                    </a:lnTo>
                    <a:lnTo>
                      <a:pt x="5684" y="30392"/>
                    </a:lnTo>
                    <a:lnTo>
                      <a:pt x="6204" y="32194"/>
                    </a:lnTo>
                    <a:lnTo>
                      <a:pt x="6758" y="33996"/>
                    </a:lnTo>
                    <a:lnTo>
                      <a:pt x="7036" y="34897"/>
                    </a:lnTo>
                    <a:lnTo>
                      <a:pt x="7330" y="35781"/>
                    </a:lnTo>
                    <a:lnTo>
                      <a:pt x="7659" y="36664"/>
                    </a:lnTo>
                    <a:lnTo>
                      <a:pt x="7989" y="37531"/>
                    </a:lnTo>
                    <a:lnTo>
                      <a:pt x="8335" y="38397"/>
                    </a:lnTo>
                    <a:lnTo>
                      <a:pt x="8716" y="39246"/>
                    </a:lnTo>
                    <a:lnTo>
                      <a:pt x="9132" y="40078"/>
                    </a:lnTo>
                    <a:lnTo>
                      <a:pt x="9565" y="40892"/>
                    </a:lnTo>
                    <a:lnTo>
                      <a:pt x="10033" y="41689"/>
                    </a:lnTo>
                    <a:lnTo>
                      <a:pt x="10293" y="42088"/>
                    </a:lnTo>
                    <a:lnTo>
                      <a:pt x="10553" y="42469"/>
                    </a:lnTo>
                    <a:lnTo>
                      <a:pt x="10553" y="42469"/>
                    </a:lnTo>
                    <a:lnTo>
                      <a:pt x="10778" y="42781"/>
                    </a:lnTo>
                    <a:lnTo>
                      <a:pt x="11003" y="43075"/>
                    </a:lnTo>
                    <a:lnTo>
                      <a:pt x="11263" y="43387"/>
                    </a:lnTo>
                    <a:lnTo>
                      <a:pt x="11541" y="43664"/>
                    </a:lnTo>
                    <a:lnTo>
                      <a:pt x="11818" y="43941"/>
                    </a:lnTo>
                    <a:lnTo>
                      <a:pt x="12112" y="44201"/>
                    </a:lnTo>
                    <a:lnTo>
                      <a:pt x="12407" y="44444"/>
                    </a:lnTo>
                    <a:lnTo>
                      <a:pt x="12736" y="44652"/>
                    </a:lnTo>
                    <a:lnTo>
                      <a:pt x="13048" y="44842"/>
                    </a:lnTo>
                    <a:lnTo>
                      <a:pt x="13394" y="44998"/>
                    </a:lnTo>
                    <a:lnTo>
                      <a:pt x="13724" y="45137"/>
                    </a:lnTo>
                    <a:lnTo>
                      <a:pt x="14070" y="45224"/>
                    </a:lnTo>
                    <a:lnTo>
                      <a:pt x="14417" y="45276"/>
                    </a:lnTo>
                    <a:lnTo>
                      <a:pt x="14607" y="45293"/>
                    </a:lnTo>
                    <a:lnTo>
                      <a:pt x="14781" y="45293"/>
                    </a:lnTo>
                    <a:lnTo>
                      <a:pt x="14954" y="45276"/>
                    </a:lnTo>
                    <a:lnTo>
                      <a:pt x="15144" y="45258"/>
                    </a:lnTo>
                    <a:lnTo>
                      <a:pt x="15318" y="45224"/>
                    </a:lnTo>
                    <a:lnTo>
                      <a:pt x="15508" y="45172"/>
                    </a:lnTo>
                    <a:lnTo>
                      <a:pt x="15508" y="45172"/>
                    </a:lnTo>
                    <a:lnTo>
                      <a:pt x="15716" y="45102"/>
                    </a:lnTo>
                    <a:lnTo>
                      <a:pt x="15924" y="44998"/>
                    </a:lnTo>
                    <a:lnTo>
                      <a:pt x="16132" y="44894"/>
                    </a:lnTo>
                    <a:lnTo>
                      <a:pt x="16323" y="44773"/>
                    </a:lnTo>
                    <a:lnTo>
                      <a:pt x="16513" y="44635"/>
                    </a:lnTo>
                    <a:lnTo>
                      <a:pt x="16687" y="44479"/>
                    </a:lnTo>
                    <a:lnTo>
                      <a:pt x="16843" y="44323"/>
                    </a:lnTo>
                    <a:lnTo>
                      <a:pt x="16998" y="44149"/>
                    </a:lnTo>
                    <a:lnTo>
                      <a:pt x="17137" y="43976"/>
                    </a:lnTo>
                    <a:lnTo>
                      <a:pt x="17276" y="43768"/>
                    </a:lnTo>
                    <a:lnTo>
                      <a:pt x="17397" y="43578"/>
                    </a:lnTo>
                    <a:lnTo>
                      <a:pt x="17501" y="43370"/>
                    </a:lnTo>
                    <a:lnTo>
                      <a:pt x="17605" y="43162"/>
                    </a:lnTo>
                    <a:lnTo>
                      <a:pt x="17692" y="42937"/>
                    </a:lnTo>
                    <a:lnTo>
                      <a:pt x="17778" y="42729"/>
                    </a:lnTo>
                    <a:lnTo>
                      <a:pt x="17847" y="42503"/>
                    </a:lnTo>
                    <a:lnTo>
                      <a:pt x="17847" y="42503"/>
                    </a:lnTo>
                    <a:lnTo>
                      <a:pt x="17951" y="42053"/>
                    </a:lnTo>
                    <a:lnTo>
                      <a:pt x="18021" y="41585"/>
                    </a:lnTo>
                    <a:lnTo>
                      <a:pt x="18073" y="41135"/>
                    </a:lnTo>
                    <a:lnTo>
                      <a:pt x="18090" y="40667"/>
                    </a:lnTo>
                    <a:lnTo>
                      <a:pt x="18090" y="40199"/>
                    </a:lnTo>
                    <a:lnTo>
                      <a:pt x="18073" y="39731"/>
                    </a:lnTo>
                    <a:lnTo>
                      <a:pt x="18003" y="38813"/>
                    </a:lnTo>
                    <a:lnTo>
                      <a:pt x="18003" y="38813"/>
                    </a:lnTo>
                    <a:lnTo>
                      <a:pt x="17795" y="36231"/>
                    </a:lnTo>
                    <a:lnTo>
                      <a:pt x="17536" y="33424"/>
                    </a:lnTo>
                    <a:lnTo>
                      <a:pt x="17224" y="30409"/>
                    </a:lnTo>
                    <a:lnTo>
                      <a:pt x="16877" y="27273"/>
                    </a:lnTo>
                    <a:lnTo>
                      <a:pt x="16513" y="24068"/>
                    </a:lnTo>
                    <a:lnTo>
                      <a:pt x="16115" y="20828"/>
                    </a:lnTo>
                    <a:lnTo>
                      <a:pt x="15699" y="17639"/>
                    </a:lnTo>
                    <a:lnTo>
                      <a:pt x="15300" y="14538"/>
                    </a:lnTo>
                    <a:lnTo>
                      <a:pt x="14538" y="8872"/>
                    </a:lnTo>
                    <a:lnTo>
                      <a:pt x="13897" y="4246"/>
                    </a:lnTo>
                    <a:lnTo>
                      <a:pt x="13291" y="1"/>
                    </a:lnTo>
                    <a:lnTo>
                      <a:pt x="12043" y="2427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33"/>
              <p:cNvSpPr/>
              <p:nvPr/>
            </p:nvSpPr>
            <p:spPr>
              <a:xfrm>
                <a:off x="1819189" y="1556938"/>
                <a:ext cx="214879" cy="1024346"/>
              </a:xfrm>
              <a:custGeom>
                <a:avLst/>
                <a:gdLst/>
                <a:ahLst/>
                <a:cxnLst/>
                <a:rect l="l" t="t" r="r" b="b"/>
                <a:pathLst>
                  <a:path w="12060" h="57491" extrusionOk="0">
                    <a:moveTo>
                      <a:pt x="7416" y="1"/>
                    </a:moveTo>
                    <a:lnTo>
                      <a:pt x="7849" y="4731"/>
                    </a:lnTo>
                    <a:lnTo>
                      <a:pt x="8092" y="11367"/>
                    </a:lnTo>
                    <a:lnTo>
                      <a:pt x="8161" y="12770"/>
                    </a:lnTo>
                    <a:lnTo>
                      <a:pt x="8248" y="14191"/>
                    </a:lnTo>
                    <a:lnTo>
                      <a:pt x="8317" y="15612"/>
                    </a:lnTo>
                    <a:lnTo>
                      <a:pt x="8369" y="17033"/>
                    </a:lnTo>
                    <a:lnTo>
                      <a:pt x="8369" y="17743"/>
                    </a:lnTo>
                    <a:lnTo>
                      <a:pt x="8369" y="18454"/>
                    </a:lnTo>
                    <a:lnTo>
                      <a:pt x="8352" y="19147"/>
                    </a:lnTo>
                    <a:lnTo>
                      <a:pt x="8300" y="19857"/>
                    </a:lnTo>
                    <a:lnTo>
                      <a:pt x="8248" y="20550"/>
                    </a:lnTo>
                    <a:lnTo>
                      <a:pt x="8161" y="21261"/>
                    </a:lnTo>
                    <a:lnTo>
                      <a:pt x="8040" y="21954"/>
                    </a:lnTo>
                    <a:lnTo>
                      <a:pt x="7901" y="22629"/>
                    </a:lnTo>
                    <a:lnTo>
                      <a:pt x="7728" y="23426"/>
                    </a:lnTo>
                    <a:lnTo>
                      <a:pt x="7503" y="24535"/>
                    </a:lnTo>
                    <a:lnTo>
                      <a:pt x="6931" y="27568"/>
                    </a:lnTo>
                    <a:lnTo>
                      <a:pt x="6584" y="29387"/>
                    </a:lnTo>
                    <a:lnTo>
                      <a:pt x="6203" y="31362"/>
                    </a:lnTo>
                    <a:lnTo>
                      <a:pt x="5770" y="33441"/>
                    </a:lnTo>
                    <a:lnTo>
                      <a:pt x="5319" y="35573"/>
                    </a:lnTo>
                    <a:lnTo>
                      <a:pt x="4834" y="37721"/>
                    </a:lnTo>
                    <a:lnTo>
                      <a:pt x="4314" y="39835"/>
                    </a:lnTo>
                    <a:lnTo>
                      <a:pt x="4037" y="40875"/>
                    </a:lnTo>
                    <a:lnTo>
                      <a:pt x="3760" y="41879"/>
                    </a:lnTo>
                    <a:lnTo>
                      <a:pt x="3483" y="42867"/>
                    </a:lnTo>
                    <a:lnTo>
                      <a:pt x="3206" y="43820"/>
                    </a:lnTo>
                    <a:lnTo>
                      <a:pt x="2911" y="44721"/>
                    </a:lnTo>
                    <a:lnTo>
                      <a:pt x="2616" y="45587"/>
                    </a:lnTo>
                    <a:lnTo>
                      <a:pt x="2305" y="46384"/>
                    </a:lnTo>
                    <a:lnTo>
                      <a:pt x="2010" y="47147"/>
                    </a:lnTo>
                    <a:lnTo>
                      <a:pt x="1698" y="47840"/>
                    </a:lnTo>
                    <a:lnTo>
                      <a:pt x="1386" y="48464"/>
                    </a:lnTo>
                    <a:lnTo>
                      <a:pt x="1057" y="49018"/>
                    </a:lnTo>
                    <a:lnTo>
                      <a:pt x="901" y="49261"/>
                    </a:lnTo>
                    <a:lnTo>
                      <a:pt x="745" y="49486"/>
                    </a:lnTo>
                    <a:lnTo>
                      <a:pt x="589" y="49694"/>
                    </a:lnTo>
                    <a:lnTo>
                      <a:pt x="451" y="49919"/>
                    </a:lnTo>
                    <a:lnTo>
                      <a:pt x="347" y="50127"/>
                    </a:lnTo>
                    <a:lnTo>
                      <a:pt x="243" y="50335"/>
                    </a:lnTo>
                    <a:lnTo>
                      <a:pt x="156" y="50543"/>
                    </a:lnTo>
                    <a:lnTo>
                      <a:pt x="104" y="50751"/>
                    </a:lnTo>
                    <a:lnTo>
                      <a:pt x="52" y="50941"/>
                    </a:lnTo>
                    <a:lnTo>
                      <a:pt x="17" y="51149"/>
                    </a:lnTo>
                    <a:lnTo>
                      <a:pt x="0" y="51340"/>
                    </a:lnTo>
                    <a:lnTo>
                      <a:pt x="0" y="51548"/>
                    </a:lnTo>
                    <a:lnTo>
                      <a:pt x="0" y="51738"/>
                    </a:lnTo>
                    <a:lnTo>
                      <a:pt x="17" y="51929"/>
                    </a:lnTo>
                    <a:lnTo>
                      <a:pt x="52" y="52120"/>
                    </a:lnTo>
                    <a:lnTo>
                      <a:pt x="104" y="52310"/>
                    </a:lnTo>
                    <a:lnTo>
                      <a:pt x="173" y="52483"/>
                    </a:lnTo>
                    <a:lnTo>
                      <a:pt x="243" y="52674"/>
                    </a:lnTo>
                    <a:lnTo>
                      <a:pt x="312" y="52847"/>
                    </a:lnTo>
                    <a:lnTo>
                      <a:pt x="416" y="53038"/>
                    </a:lnTo>
                    <a:lnTo>
                      <a:pt x="624" y="53384"/>
                    </a:lnTo>
                    <a:lnTo>
                      <a:pt x="866" y="53714"/>
                    </a:lnTo>
                    <a:lnTo>
                      <a:pt x="1144" y="54043"/>
                    </a:lnTo>
                    <a:lnTo>
                      <a:pt x="1438" y="54355"/>
                    </a:lnTo>
                    <a:lnTo>
                      <a:pt x="1767" y="54649"/>
                    </a:lnTo>
                    <a:lnTo>
                      <a:pt x="2114" y="54944"/>
                    </a:lnTo>
                    <a:lnTo>
                      <a:pt x="2478" y="55221"/>
                    </a:lnTo>
                    <a:lnTo>
                      <a:pt x="2842" y="55481"/>
                    </a:lnTo>
                    <a:lnTo>
                      <a:pt x="3206" y="55724"/>
                    </a:lnTo>
                    <a:lnTo>
                      <a:pt x="3587" y="55949"/>
                    </a:lnTo>
                    <a:lnTo>
                      <a:pt x="3968" y="56174"/>
                    </a:lnTo>
                    <a:lnTo>
                      <a:pt x="4678" y="56555"/>
                    </a:lnTo>
                    <a:lnTo>
                      <a:pt x="5354" y="56884"/>
                    </a:lnTo>
                    <a:lnTo>
                      <a:pt x="5926" y="57144"/>
                    </a:lnTo>
                    <a:lnTo>
                      <a:pt x="6376" y="57335"/>
                    </a:lnTo>
                    <a:lnTo>
                      <a:pt x="6775" y="57491"/>
                    </a:lnTo>
                    <a:lnTo>
                      <a:pt x="7572" y="48117"/>
                    </a:lnTo>
                    <a:lnTo>
                      <a:pt x="8057" y="46766"/>
                    </a:lnTo>
                    <a:lnTo>
                      <a:pt x="8508" y="45397"/>
                    </a:lnTo>
                    <a:lnTo>
                      <a:pt x="8923" y="44028"/>
                    </a:lnTo>
                    <a:lnTo>
                      <a:pt x="9322" y="42642"/>
                    </a:lnTo>
                    <a:lnTo>
                      <a:pt x="9686" y="41256"/>
                    </a:lnTo>
                    <a:lnTo>
                      <a:pt x="10032" y="39870"/>
                    </a:lnTo>
                    <a:lnTo>
                      <a:pt x="10344" y="38466"/>
                    </a:lnTo>
                    <a:lnTo>
                      <a:pt x="10639" y="37045"/>
                    </a:lnTo>
                    <a:lnTo>
                      <a:pt x="10899" y="35642"/>
                    </a:lnTo>
                    <a:lnTo>
                      <a:pt x="11141" y="34221"/>
                    </a:lnTo>
                    <a:lnTo>
                      <a:pt x="11349" y="32800"/>
                    </a:lnTo>
                    <a:lnTo>
                      <a:pt x="11540" y="31379"/>
                    </a:lnTo>
                    <a:lnTo>
                      <a:pt x="11696" y="29941"/>
                    </a:lnTo>
                    <a:lnTo>
                      <a:pt x="11817" y="28521"/>
                    </a:lnTo>
                    <a:lnTo>
                      <a:pt x="11921" y="27082"/>
                    </a:lnTo>
                    <a:lnTo>
                      <a:pt x="11990" y="25644"/>
                    </a:lnTo>
                    <a:lnTo>
                      <a:pt x="12042" y="24206"/>
                    </a:lnTo>
                    <a:lnTo>
                      <a:pt x="12059" y="22768"/>
                    </a:lnTo>
                    <a:lnTo>
                      <a:pt x="12059" y="21330"/>
                    </a:lnTo>
                    <a:lnTo>
                      <a:pt x="12025" y="19892"/>
                    </a:lnTo>
                    <a:lnTo>
                      <a:pt x="11973" y="18454"/>
                    </a:lnTo>
                    <a:lnTo>
                      <a:pt x="11886" y="17016"/>
                    </a:lnTo>
                    <a:lnTo>
                      <a:pt x="11765" y="15595"/>
                    </a:lnTo>
                    <a:lnTo>
                      <a:pt x="11626" y="14157"/>
                    </a:lnTo>
                    <a:lnTo>
                      <a:pt x="11453" y="12736"/>
                    </a:lnTo>
                    <a:lnTo>
                      <a:pt x="11262" y="11315"/>
                    </a:lnTo>
                    <a:lnTo>
                      <a:pt x="11037" y="9894"/>
                    </a:lnTo>
                    <a:lnTo>
                      <a:pt x="10795" y="8473"/>
                    </a:lnTo>
                    <a:lnTo>
                      <a:pt x="10517" y="7053"/>
                    </a:lnTo>
                    <a:lnTo>
                      <a:pt x="10223" y="5649"/>
                    </a:lnTo>
                    <a:lnTo>
                      <a:pt x="9894" y="4263"/>
                    </a:lnTo>
                    <a:lnTo>
                      <a:pt x="9530" y="2860"/>
                    </a:lnTo>
                    <a:lnTo>
                      <a:pt x="7416" y="1"/>
                    </a:lnTo>
                    <a:close/>
                  </a:path>
                </a:pathLst>
              </a:custGeom>
              <a:solidFill>
                <a:srgbClr val="F5C8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33"/>
              <p:cNvSpPr/>
              <p:nvPr/>
            </p:nvSpPr>
            <p:spPr>
              <a:xfrm>
                <a:off x="1605860" y="2998980"/>
                <a:ext cx="433767" cy="731052"/>
              </a:xfrm>
              <a:custGeom>
                <a:avLst/>
                <a:gdLst/>
                <a:ahLst/>
                <a:cxnLst/>
                <a:rect l="l" t="t" r="r" b="b"/>
                <a:pathLst>
                  <a:path w="24345" h="41030" extrusionOk="0">
                    <a:moveTo>
                      <a:pt x="4055" y="0"/>
                    </a:moveTo>
                    <a:lnTo>
                      <a:pt x="3604" y="970"/>
                    </a:lnTo>
                    <a:lnTo>
                      <a:pt x="2582" y="3223"/>
                    </a:lnTo>
                    <a:lnTo>
                      <a:pt x="1993" y="4540"/>
                    </a:lnTo>
                    <a:lnTo>
                      <a:pt x="1456" y="5822"/>
                    </a:lnTo>
                    <a:lnTo>
                      <a:pt x="988" y="6948"/>
                    </a:lnTo>
                    <a:lnTo>
                      <a:pt x="815" y="7433"/>
                    </a:lnTo>
                    <a:lnTo>
                      <a:pt x="693" y="7814"/>
                    </a:lnTo>
                    <a:lnTo>
                      <a:pt x="503" y="8525"/>
                    </a:lnTo>
                    <a:lnTo>
                      <a:pt x="347" y="9218"/>
                    </a:lnTo>
                    <a:lnTo>
                      <a:pt x="208" y="9928"/>
                    </a:lnTo>
                    <a:lnTo>
                      <a:pt x="122" y="10656"/>
                    </a:lnTo>
                    <a:lnTo>
                      <a:pt x="52" y="11366"/>
                    </a:lnTo>
                    <a:lnTo>
                      <a:pt x="0" y="12094"/>
                    </a:lnTo>
                    <a:lnTo>
                      <a:pt x="0" y="12805"/>
                    </a:lnTo>
                    <a:lnTo>
                      <a:pt x="18" y="13532"/>
                    </a:lnTo>
                    <a:lnTo>
                      <a:pt x="52" y="14260"/>
                    </a:lnTo>
                    <a:lnTo>
                      <a:pt x="139" y="14970"/>
                    </a:lnTo>
                    <a:lnTo>
                      <a:pt x="226" y="15698"/>
                    </a:lnTo>
                    <a:lnTo>
                      <a:pt x="347" y="16408"/>
                    </a:lnTo>
                    <a:lnTo>
                      <a:pt x="503" y="17119"/>
                    </a:lnTo>
                    <a:lnTo>
                      <a:pt x="676" y="17812"/>
                    </a:lnTo>
                    <a:lnTo>
                      <a:pt x="884" y="18522"/>
                    </a:lnTo>
                    <a:lnTo>
                      <a:pt x="1092" y="19215"/>
                    </a:lnTo>
                    <a:lnTo>
                      <a:pt x="1352" y="19891"/>
                    </a:lnTo>
                    <a:lnTo>
                      <a:pt x="1612" y="20567"/>
                    </a:lnTo>
                    <a:lnTo>
                      <a:pt x="1889" y="21225"/>
                    </a:lnTo>
                    <a:lnTo>
                      <a:pt x="2166" y="21901"/>
                    </a:lnTo>
                    <a:lnTo>
                      <a:pt x="2478" y="22559"/>
                    </a:lnTo>
                    <a:lnTo>
                      <a:pt x="2807" y="23201"/>
                    </a:lnTo>
                    <a:lnTo>
                      <a:pt x="3136" y="23842"/>
                    </a:lnTo>
                    <a:lnTo>
                      <a:pt x="3466" y="24483"/>
                    </a:lnTo>
                    <a:lnTo>
                      <a:pt x="4176" y="25765"/>
                    </a:lnTo>
                    <a:lnTo>
                      <a:pt x="4904" y="27012"/>
                    </a:lnTo>
                    <a:lnTo>
                      <a:pt x="5649" y="28260"/>
                    </a:lnTo>
                    <a:lnTo>
                      <a:pt x="6411" y="29490"/>
                    </a:lnTo>
                    <a:lnTo>
                      <a:pt x="13481" y="41030"/>
                    </a:lnTo>
                    <a:lnTo>
                      <a:pt x="13948" y="19198"/>
                    </a:lnTo>
                    <a:lnTo>
                      <a:pt x="24344" y="11366"/>
                    </a:lnTo>
                    <a:lnTo>
                      <a:pt x="24344" y="11280"/>
                    </a:lnTo>
                    <a:lnTo>
                      <a:pt x="24344" y="10864"/>
                    </a:lnTo>
                    <a:lnTo>
                      <a:pt x="24327" y="10344"/>
                    </a:lnTo>
                    <a:lnTo>
                      <a:pt x="24275" y="8975"/>
                    </a:lnTo>
                    <a:lnTo>
                      <a:pt x="24206" y="7381"/>
                    </a:lnTo>
                    <a:lnTo>
                      <a:pt x="24119" y="5718"/>
                    </a:lnTo>
                    <a:lnTo>
                      <a:pt x="23963" y="2790"/>
                    </a:lnTo>
                    <a:lnTo>
                      <a:pt x="23877" y="1525"/>
                    </a:lnTo>
                    <a:lnTo>
                      <a:pt x="23391" y="1681"/>
                    </a:lnTo>
                    <a:lnTo>
                      <a:pt x="22802" y="1854"/>
                    </a:lnTo>
                    <a:lnTo>
                      <a:pt x="22005" y="2045"/>
                    </a:lnTo>
                    <a:lnTo>
                      <a:pt x="20983" y="2270"/>
                    </a:lnTo>
                    <a:lnTo>
                      <a:pt x="20411" y="2391"/>
                    </a:lnTo>
                    <a:lnTo>
                      <a:pt x="19770" y="2495"/>
                    </a:lnTo>
                    <a:lnTo>
                      <a:pt x="19094" y="2616"/>
                    </a:lnTo>
                    <a:lnTo>
                      <a:pt x="18384" y="2720"/>
                    </a:lnTo>
                    <a:lnTo>
                      <a:pt x="17622" y="2807"/>
                    </a:lnTo>
                    <a:lnTo>
                      <a:pt x="16807" y="2894"/>
                    </a:lnTo>
                    <a:lnTo>
                      <a:pt x="16391" y="2928"/>
                    </a:lnTo>
                    <a:lnTo>
                      <a:pt x="15941" y="2946"/>
                    </a:lnTo>
                    <a:lnTo>
                      <a:pt x="15473" y="2928"/>
                    </a:lnTo>
                    <a:lnTo>
                      <a:pt x="15005" y="2894"/>
                    </a:lnTo>
                    <a:lnTo>
                      <a:pt x="14503" y="2859"/>
                    </a:lnTo>
                    <a:lnTo>
                      <a:pt x="14000" y="2790"/>
                    </a:lnTo>
                    <a:lnTo>
                      <a:pt x="13481" y="2720"/>
                    </a:lnTo>
                    <a:lnTo>
                      <a:pt x="12961" y="2634"/>
                    </a:lnTo>
                    <a:lnTo>
                      <a:pt x="11904" y="2426"/>
                    </a:lnTo>
                    <a:lnTo>
                      <a:pt x="10847" y="2183"/>
                    </a:lnTo>
                    <a:lnTo>
                      <a:pt x="9790" y="1906"/>
                    </a:lnTo>
                    <a:lnTo>
                      <a:pt x="8785" y="1611"/>
                    </a:lnTo>
                    <a:lnTo>
                      <a:pt x="7815" y="1317"/>
                    </a:lnTo>
                    <a:lnTo>
                      <a:pt x="6931" y="1040"/>
                    </a:lnTo>
                    <a:lnTo>
                      <a:pt x="6134" y="762"/>
                    </a:lnTo>
                    <a:lnTo>
                      <a:pt x="5424" y="520"/>
                    </a:lnTo>
                    <a:lnTo>
                      <a:pt x="4419" y="156"/>
                    </a:lnTo>
                    <a:lnTo>
                      <a:pt x="40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33"/>
              <p:cNvSpPr/>
              <p:nvPr/>
            </p:nvSpPr>
            <p:spPr>
              <a:xfrm>
                <a:off x="1573450" y="2032986"/>
                <a:ext cx="310577" cy="319539"/>
              </a:xfrm>
              <a:custGeom>
                <a:avLst/>
                <a:gdLst/>
                <a:ahLst/>
                <a:cxnLst/>
                <a:rect l="l" t="t" r="r" b="b"/>
                <a:pathLst>
                  <a:path w="17431" h="17934" extrusionOk="0">
                    <a:moveTo>
                      <a:pt x="8611" y="1"/>
                    </a:moveTo>
                    <a:lnTo>
                      <a:pt x="7866" y="18"/>
                    </a:lnTo>
                    <a:lnTo>
                      <a:pt x="7087" y="87"/>
                    </a:lnTo>
                    <a:lnTo>
                      <a:pt x="6688" y="139"/>
                    </a:lnTo>
                    <a:lnTo>
                      <a:pt x="6290" y="191"/>
                    </a:lnTo>
                    <a:lnTo>
                      <a:pt x="5891" y="260"/>
                    </a:lnTo>
                    <a:lnTo>
                      <a:pt x="5493" y="347"/>
                    </a:lnTo>
                    <a:lnTo>
                      <a:pt x="5094" y="451"/>
                    </a:lnTo>
                    <a:lnTo>
                      <a:pt x="4713" y="572"/>
                    </a:lnTo>
                    <a:lnTo>
                      <a:pt x="4314" y="711"/>
                    </a:lnTo>
                    <a:lnTo>
                      <a:pt x="3933" y="867"/>
                    </a:lnTo>
                    <a:lnTo>
                      <a:pt x="3552" y="1040"/>
                    </a:lnTo>
                    <a:lnTo>
                      <a:pt x="3188" y="1231"/>
                    </a:lnTo>
                    <a:lnTo>
                      <a:pt x="2842" y="1439"/>
                    </a:lnTo>
                    <a:lnTo>
                      <a:pt x="2495" y="1681"/>
                    </a:lnTo>
                    <a:lnTo>
                      <a:pt x="2166" y="1941"/>
                    </a:lnTo>
                    <a:lnTo>
                      <a:pt x="1854" y="2218"/>
                    </a:lnTo>
                    <a:lnTo>
                      <a:pt x="1559" y="2530"/>
                    </a:lnTo>
                    <a:lnTo>
                      <a:pt x="1282" y="2859"/>
                    </a:lnTo>
                    <a:lnTo>
                      <a:pt x="1022" y="3223"/>
                    </a:lnTo>
                    <a:lnTo>
                      <a:pt x="780" y="3622"/>
                    </a:lnTo>
                    <a:lnTo>
                      <a:pt x="676" y="3830"/>
                    </a:lnTo>
                    <a:lnTo>
                      <a:pt x="572" y="4038"/>
                    </a:lnTo>
                    <a:lnTo>
                      <a:pt x="399" y="4471"/>
                    </a:lnTo>
                    <a:lnTo>
                      <a:pt x="260" y="4939"/>
                    </a:lnTo>
                    <a:lnTo>
                      <a:pt x="139" y="5424"/>
                    </a:lnTo>
                    <a:lnTo>
                      <a:pt x="69" y="5926"/>
                    </a:lnTo>
                    <a:lnTo>
                      <a:pt x="17" y="6446"/>
                    </a:lnTo>
                    <a:lnTo>
                      <a:pt x="0" y="6983"/>
                    </a:lnTo>
                    <a:lnTo>
                      <a:pt x="17" y="7520"/>
                    </a:lnTo>
                    <a:lnTo>
                      <a:pt x="69" y="8075"/>
                    </a:lnTo>
                    <a:lnTo>
                      <a:pt x="156" y="8629"/>
                    </a:lnTo>
                    <a:lnTo>
                      <a:pt x="260" y="9184"/>
                    </a:lnTo>
                    <a:lnTo>
                      <a:pt x="399" y="9738"/>
                    </a:lnTo>
                    <a:lnTo>
                      <a:pt x="572" y="10293"/>
                    </a:lnTo>
                    <a:lnTo>
                      <a:pt x="780" y="10847"/>
                    </a:lnTo>
                    <a:lnTo>
                      <a:pt x="1005" y="11384"/>
                    </a:lnTo>
                    <a:lnTo>
                      <a:pt x="1265" y="11939"/>
                    </a:lnTo>
                    <a:lnTo>
                      <a:pt x="1542" y="12458"/>
                    </a:lnTo>
                    <a:lnTo>
                      <a:pt x="1854" y="12961"/>
                    </a:lnTo>
                    <a:lnTo>
                      <a:pt x="2201" y="13463"/>
                    </a:lnTo>
                    <a:lnTo>
                      <a:pt x="2564" y="13949"/>
                    </a:lnTo>
                    <a:lnTo>
                      <a:pt x="2963" y="14399"/>
                    </a:lnTo>
                    <a:lnTo>
                      <a:pt x="3379" y="14832"/>
                    </a:lnTo>
                    <a:lnTo>
                      <a:pt x="3829" y="15248"/>
                    </a:lnTo>
                    <a:lnTo>
                      <a:pt x="4314" y="15629"/>
                    </a:lnTo>
                    <a:lnTo>
                      <a:pt x="4800" y="15976"/>
                    </a:lnTo>
                    <a:lnTo>
                      <a:pt x="5059" y="16132"/>
                    </a:lnTo>
                    <a:lnTo>
                      <a:pt x="5337" y="16288"/>
                    </a:lnTo>
                    <a:lnTo>
                      <a:pt x="5597" y="16444"/>
                    </a:lnTo>
                    <a:lnTo>
                      <a:pt x="5874" y="16582"/>
                    </a:lnTo>
                    <a:lnTo>
                      <a:pt x="6168" y="16704"/>
                    </a:lnTo>
                    <a:lnTo>
                      <a:pt x="6463" y="16825"/>
                    </a:lnTo>
                    <a:lnTo>
                      <a:pt x="6757" y="16929"/>
                    </a:lnTo>
                    <a:lnTo>
                      <a:pt x="7052" y="17033"/>
                    </a:lnTo>
                    <a:lnTo>
                      <a:pt x="7364" y="17119"/>
                    </a:lnTo>
                    <a:lnTo>
                      <a:pt x="7676" y="17189"/>
                    </a:lnTo>
                    <a:lnTo>
                      <a:pt x="8005" y="17258"/>
                    </a:lnTo>
                    <a:lnTo>
                      <a:pt x="8317" y="17310"/>
                    </a:lnTo>
                    <a:lnTo>
                      <a:pt x="8646" y="17345"/>
                    </a:lnTo>
                    <a:lnTo>
                      <a:pt x="8993" y="17379"/>
                    </a:lnTo>
                    <a:lnTo>
                      <a:pt x="9287" y="17414"/>
                    </a:lnTo>
                    <a:lnTo>
                      <a:pt x="9564" y="17483"/>
                    </a:lnTo>
                    <a:lnTo>
                      <a:pt x="9842" y="17570"/>
                    </a:lnTo>
                    <a:lnTo>
                      <a:pt x="10102" y="17674"/>
                    </a:lnTo>
                    <a:lnTo>
                      <a:pt x="10379" y="17778"/>
                    </a:lnTo>
                    <a:lnTo>
                      <a:pt x="10656" y="17864"/>
                    </a:lnTo>
                    <a:lnTo>
                      <a:pt x="10933" y="17916"/>
                    </a:lnTo>
                    <a:lnTo>
                      <a:pt x="11072" y="17934"/>
                    </a:lnTo>
                    <a:lnTo>
                      <a:pt x="11678" y="17934"/>
                    </a:lnTo>
                    <a:lnTo>
                      <a:pt x="12146" y="17916"/>
                    </a:lnTo>
                    <a:lnTo>
                      <a:pt x="12614" y="17899"/>
                    </a:lnTo>
                    <a:lnTo>
                      <a:pt x="13064" y="17830"/>
                    </a:lnTo>
                    <a:lnTo>
                      <a:pt x="13515" y="17743"/>
                    </a:lnTo>
                    <a:lnTo>
                      <a:pt x="13723" y="17691"/>
                    </a:lnTo>
                    <a:lnTo>
                      <a:pt x="13931" y="17622"/>
                    </a:lnTo>
                    <a:lnTo>
                      <a:pt x="14139" y="17535"/>
                    </a:lnTo>
                    <a:lnTo>
                      <a:pt x="14347" y="17431"/>
                    </a:lnTo>
                    <a:lnTo>
                      <a:pt x="14537" y="17327"/>
                    </a:lnTo>
                    <a:lnTo>
                      <a:pt x="14728" y="17206"/>
                    </a:lnTo>
                    <a:lnTo>
                      <a:pt x="14988" y="16998"/>
                    </a:lnTo>
                    <a:lnTo>
                      <a:pt x="15213" y="16773"/>
                    </a:lnTo>
                    <a:lnTo>
                      <a:pt x="15421" y="16548"/>
                    </a:lnTo>
                    <a:lnTo>
                      <a:pt x="15611" y="16288"/>
                    </a:lnTo>
                    <a:lnTo>
                      <a:pt x="15785" y="16010"/>
                    </a:lnTo>
                    <a:lnTo>
                      <a:pt x="15958" y="15733"/>
                    </a:lnTo>
                    <a:lnTo>
                      <a:pt x="16252" y="15161"/>
                    </a:lnTo>
                    <a:lnTo>
                      <a:pt x="16478" y="14711"/>
                    </a:lnTo>
                    <a:lnTo>
                      <a:pt x="16668" y="14260"/>
                    </a:lnTo>
                    <a:lnTo>
                      <a:pt x="16859" y="13793"/>
                    </a:lnTo>
                    <a:lnTo>
                      <a:pt x="17032" y="13325"/>
                    </a:lnTo>
                    <a:lnTo>
                      <a:pt x="17171" y="12857"/>
                    </a:lnTo>
                    <a:lnTo>
                      <a:pt x="17292" y="12372"/>
                    </a:lnTo>
                    <a:lnTo>
                      <a:pt x="17379" y="11887"/>
                    </a:lnTo>
                    <a:lnTo>
                      <a:pt x="17413" y="11384"/>
                    </a:lnTo>
                    <a:lnTo>
                      <a:pt x="17431" y="11020"/>
                    </a:lnTo>
                    <a:lnTo>
                      <a:pt x="17431" y="10657"/>
                    </a:lnTo>
                    <a:lnTo>
                      <a:pt x="17396" y="10293"/>
                    </a:lnTo>
                    <a:lnTo>
                      <a:pt x="17361" y="9911"/>
                    </a:lnTo>
                    <a:lnTo>
                      <a:pt x="17309" y="9548"/>
                    </a:lnTo>
                    <a:lnTo>
                      <a:pt x="17257" y="9184"/>
                    </a:lnTo>
                    <a:lnTo>
                      <a:pt x="17119" y="8456"/>
                    </a:lnTo>
                    <a:lnTo>
                      <a:pt x="16980" y="7815"/>
                    </a:lnTo>
                    <a:lnTo>
                      <a:pt x="16824" y="7174"/>
                    </a:lnTo>
                    <a:lnTo>
                      <a:pt x="16651" y="6533"/>
                    </a:lnTo>
                    <a:lnTo>
                      <a:pt x="16478" y="5892"/>
                    </a:lnTo>
                    <a:lnTo>
                      <a:pt x="16252" y="5268"/>
                    </a:lnTo>
                    <a:lnTo>
                      <a:pt x="16027" y="4644"/>
                    </a:lnTo>
                    <a:lnTo>
                      <a:pt x="15750" y="4055"/>
                    </a:lnTo>
                    <a:lnTo>
                      <a:pt x="15594" y="3760"/>
                    </a:lnTo>
                    <a:lnTo>
                      <a:pt x="15438" y="3466"/>
                    </a:lnTo>
                    <a:lnTo>
                      <a:pt x="15092" y="2894"/>
                    </a:lnTo>
                    <a:lnTo>
                      <a:pt x="14901" y="2617"/>
                    </a:lnTo>
                    <a:lnTo>
                      <a:pt x="14693" y="2340"/>
                    </a:lnTo>
                    <a:lnTo>
                      <a:pt x="14485" y="2062"/>
                    </a:lnTo>
                    <a:lnTo>
                      <a:pt x="14260" y="1803"/>
                    </a:lnTo>
                    <a:lnTo>
                      <a:pt x="14035" y="1543"/>
                    </a:lnTo>
                    <a:lnTo>
                      <a:pt x="13792" y="1317"/>
                    </a:lnTo>
                    <a:lnTo>
                      <a:pt x="13532" y="1092"/>
                    </a:lnTo>
                    <a:lnTo>
                      <a:pt x="13272" y="884"/>
                    </a:lnTo>
                    <a:lnTo>
                      <a:pt x="12995" y="694"/>
                    </a:lnTo>
                    <a:lnTo>
                      <a:pt x="12718" y="538"/>
                    </a:lnTo>
                    <a:lnTo>
                      <a:pt x="12423" y="399"/>
                    </a:lnTo>
                    <a:lnTo>
                      <a:pt x="12111" y="295"/>
                    </a:lnTo>
                    <a:lnTo>
                      <a:pt x="11800" y="208"/>
                    </a:lnTo>
                    <a:lnTo>
                      <a:pt x="11488" y="156"/>
                    </a:lnTo>
                    <a:lnTo>
                      <a:pt x="10552" y="70"/>
                    </a:lnTo>
                    <a:lnTo>
                      <a:pt x="9963" y="35"/>
                    </a:lnTo>
                    <a:lnTo>
                      <a:pt x="9322" y="1"/>
                    </a:lnTo>
                    <a:close/>
                  </a:path>
                </a:pathLst>
              </a:custGeom>
              <a:solidFill>
                <a:srgbClr val="F5C8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33"/>
              <p:cNvSpPr/>
              <p:nvPr/>
            </p:nvSpPr>
            <p:spPr>
              <a:xfrm>
                <a:off x="1444701" y="3779101"/>
                <a:ext cx="135235" cy="191128"/>
              </a:xfrm>
              <a:custGeom>
                <a:avLst/>
                <a:gdLst/>
                <a:ahLst/>
                <a:cxnLst/>
                <a:rect l="l" t="t" r="r" b="b"/>
                <a:pathLst>
                  <a:path w="7590" h="10727" extrusionOk="0">
                    <a:moveTo>
                      <a:pt x="7382" y="1"/>
                    </a:moveTo>
                    <a:lnTo>
                      <a:pt x="4177" y="832"/>
                    </a:lnTo>
                    <a:lnTo>
                      <a:pt x="3674" y="1456"/>
                    </a:lnTo>
                    <a:lnTo>
                      <a:pt x="3206" y="2097"/>
                    </a:lnTo>
                    <a:lnTo>
                      <a:pt x="2756" y="2756"/>
                    </a:lnTo>
                    <a:lnTo>
                      <a:pt x="2305" y="3431"/>
                    </a:lnTo>
                    <a:lnTo>
                      <a:pt x="1889" y="4107"/>
                    </a:lnTo>
                    <a:lnTo>
                      <a:pt x="1491" y="4800"/>
                    </a:lnTo>
                    <a:lnTo>
                      <a:pt x="1110" y="5493"/>
                    </a:lnTo>
                    <a:lnTo>
                      <a:pt x="746" y="6204"/>
                    </a:lnTo>
                    <a:lnTo>
                      <a:pt x="503" y="6724"/>
                    </a:lnTo>
                    <a:lnTo>
                      <a:pt x="382" y="7001"/>
                    </a:lnTo>
                    <a:lnTo>
                      <a:pt x="278" y="7261"/>
                    </a:lnTo>
                    <a:lnTo>
                      <a:pt x="191" y="7538"/>
                    </a:lnTo>
                    <a:lnTo>
                      <a:pt x="105" y="7815"/>
                    </a:lnTo>
                    <a:lnTo>
                      <a:pt x="53" y="8092"/>
                    </a:lnTo>
                    <a:lnTo>
                      <a:pt x="18" y="8370"/>
                    </a:lnTo>
                    <a:lnTo>
                      <a:pt x="1" y="8647"/>
                    </a:lnTo>
                    <a:lnTo>
                      <a:pt x="18" y="8941"/>
                    </a:lnTo>
                    <a:lnTo>
                      <a:pt x="53" y="9236"/>
                    </a:lnTo>
                    <a:lnTo>
                      <a:pt x="122" y="9513"/>
                    </a:lnTo>
                    <a:lnTo>
                      <a:pt x="209" y="9773"/>
                    </a:lnTo>
                    <a:lnTo>
                      <a:pt x="347" y="10033"/>
                    </a:lnTo>
                    <a:lnTo>
                      <a:pt x="503" y="10258"/>
                    </a:lnTo>
                    <a:lnTo>
                      <a:pt x="590" y="10362"/>
                    </a:lnTo>
                    <a:lnTo>
                      <a:pt x="694" y="10466"/>
                    </a:lnTo>
                    <a:lnTo>
                      <a:pt x="833" y="10570"/>
                    </a:lnTo>
                    <a:lnTo>
                      <a:pt x="971" y="10657"/>
                    </a:lnTo>
                    <a:lnTo>
                      <a:pt x="1127" y="10709"/>
                    </a:lnTo>
                    <a:lnTo>
                      <a:pt x="1214" y="10726"/>
                    </a:lnTo>
                    <a:lnTo>
                      <a:pt x="1283" y="10726"/>
                    </a:lnTo>
                    <a:lnTo>
                      <a:pt x="1404" y="10709"/>
                    </a:lnTo>
                    <a:lnTo>
                      <a:pt x="1526" y="10657"/>
                    </a:lnTo>
                    <a:lnTo>
                      <a:pt x="1612" y="10587"/>
                    </a:lnTo>
                    <a:lnTo>
                      <a:pt x="1699" y="10483"/>
                    </a:lnTo>
                    <a:lnTo>
                      <a:pt x="1785" y="10380"/>
                    </a:lnTo>
                    <a:lnTo>
                      <a:pt x="1837" y="10276"/>
                    </a:lnTo>
                    <a:lnTo>
                      <a:pt x="1889" y="10154"/>
                    </a:lnTo>
                    <a:lnTo>
                      <a:pt x="1907" y="10016"/>
                    </a:lnTo>
                    <a:lnTo>
                      <a:pt x="1941" y="9773"/>
                    </a:lnTo>
                    <a:lnTo>
                      <a:pt x="1941" y="9513"/>
                    </a:lnTo>
                    <a:lnTo>
                      <a:pt x="1959" y="9271"/>
                    </a:lnTo>
                    <a:lnTo>
                      <a:pt x="1993" y="9011"/>
                    </a:lnTo>
                    <a:lnTo>
                      <a:pt x="2011" y="8872"/>
                    </a:lnTo>
                    <a:lnTo>
                      <a:pt x="2063" y="8751"/>
                    </a:lnTo>
                    <a:lnTo>
                      <a:pt x="2115" y="8630"/>
                    </a:lnTo>
                    <a:lnTo>
                      <a:pt x="2184" y="8508"/>
                    </a:lnTo>
                    <a:lnTo>
                      <a:pt x="2323" y="8283"/>
                    </a:lnTo>
                    <a:lnTo>
                      <a:pt x="2513" y="8058"/>
                    </a:lnTo>
                    <a:lnTo>
                      <a:pt x="2704" y="7867"/>
                    </a:lnTo>
                    <a:lnTo>
                      <a:pt x="2929" y="7677"/>
                    </a:lnTo>
                    <a:lnTo>
                      <a:pt x="3380" y="7330"/>
                    </a:lnTo>
                    <a:lnTo>
                      <a:pt x="5511" y="5753"/>
                    </a:lnTo>
                    <a:lnTo>
                      <a:pt x="5927" y="5441"/>
                    </a:lnTo>
                    <a:lnTo>
                      <a:pt x="6117" y="5285"/>
                    </a:lnTo>
                    <a:lnTo>
                      <a:pt x="6308" y="5112"/>
                    </a:lnTo>
                    <a:lnTo>
                      <a:pt x="6498" y="4922"/>
                    </a:lnTo>
                    <a:lnTo>
                      <a:pt x="6654" y="4731"/>
                    </a:lnTo>
                    <a:lnTo>
                      <a:pt x="6810" y="4523"/>
                    </a:lnTo>
                    <a:lnTo>
                      <a:pt x="6932" y="4315"/>
                    </a:lnTo>
                    <a:lnTo>
                      <a:pt x="7001" y="4159"/>
                    </a:lnTo>
                    <a:lnTo>
                      <a:pt x="7053" y="4003"/>
                    </a:lnTo>
                    <a:lnTo>
                      <a:pt x="7157" y="3674"/>
                    </a:lnTo>
                    <a:lnTo>
                      <a:pt x="7209" y="3345"/>
                    </a:lnTo>
                    <a:lnTo>
                      <a:pt x="7261" y="2998"/>
                    </a:lnTo>
                    <a:lnTo>
                      <a:pt x="7573" y="919"/>
                    </a:lnTo>
                    <a:lnTo>
                      <a:pt x="7590" y="677"/>
                    </a:lnTo>
                    <a:lnTo>
                      <a:pt x="7590" y="538"/>
                    </a:lnTo>
                    <a:lnTo>
                      <a:pt x="7590" y="417"/>
                    </a:lnTo>
                    <a:lnTo>
                      <a:pt x="7573" y="295"/>
                    </a:lnTo>
                    <a:lnTo>
                      <a:pt x="7521" y="191"/>
                    </a:lnTo>
                    <a:lnTo>
                      <a:pt x="7469" y="87"/>
                    </a:lnTo>
                    <a:lnTo>
                      <a:pt x="738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33"/>
              <p:cNvSpPr/>
              <p:nvPr/>
            </p:nvSpPr>
            <p:spPr>
              <a:xfrm>
                <a:off x="1480514" y="3726005"/>
                <a:ext cx="313053" cy="113319"/>
              </a:xfrm>
              <a:custGeom>
                <a:avLst/>
                <a:gdLst/>
                <a:ahLst/>
                <a:cxnLst/>
                <a:rect l="l" t="t" r="r" b="b"/>
                <a:pathLst>
                  <a:path w="17570" h="6360" extrusionOk="0">
                    <a:moveTo>
                      <a:pt x="486" y="1"/>
                    </a:moveTo>
                    <a:lnTo>
                      <a:pt x="365" y="468"/>
                    </a:lnTo>
                    <a:lnTo>
                      <a:pt x="261" y="936"/>
                    </a:lnTo>
                    <a:lnTo>
                      <a:pt x="157" y="1404"/>
                    </a:lnTo>
                    <a:lnTo>
                      <a:pt x="87" y="1872"/>
                    </a:lnTo>
                    <a:lnTo>
                      <a:pt x="35" y="2357"/>
                    </a:lnTo>
                    <a:lnTo>
                      <a:pt x="18" y="2825"/>
                    </a:lnTo>
                    <a:lnTo>
                      <a:pt x="1" y="3310"/>
                    </a:lnTo>
                    <a:lnTo>
                      <a:pt x="18" y="3778"/>
                    </a:lnTo>
                    <a:lnTo>
                      <a:pt x="13342" y="6048"/>
                    </a:lnTo>
                    <a:lnTo>
                      <a:pt x="14399" y="6204"/>
                    </a:lnTo>
                    <a:lnTo>
                      <a:pt x="14919" y="6273"/>
                    </a:lnTo>
                    <a:lnTo>
                      <a:pt x="15456" y="6325"/>
                    </a:lnTo>
                    <a:lnTo>
                      <a:pt x="15993" y="6360"/>
                    </a:lnTo>
                    <a:lnTo>
                      <a:pt x="16513" y="6360"/>
                    </a:lnTo>
                    <a:lnTo>
                      <a:pt x="17050" y="6325"/>
                    </a:lnTo>
                    <a:lnTo>
                      <a:pt x="17310" y="6290"/>
                    </a:lnTo>
                    <a:lnTo>
                      <a:pt x="17570" y="6238"/>
                    </a:lnTo>
                    <a:lnTo>
                      <a:pt x="16097" y="1092"/>
                    </a:lnTo>
                    <a:lnTo>
                      <a:pt x="14503" y="1179"/>
                    </a:lnTo>
                    <a:lnTo>
                      <a:pt x="12909" y="1231"/>
                    </a:lnTo>
                    <a:lnTo>
                      <a:pt x="11332" y="1265"/>
                    </a:lnTo>
                    <a:lnTo>
                      <a:pt x="9738" y="1248"/>
                    </a:lnTo>
                    <a:lnTo>
                      <a:pt x="8144" y="1213"/>
                    </a:lnTo>
                    <a:lnTo>
                      <a:pt x="6550" y="1161"/>
                    </a:lnTo>
                    <a:lnTo>
                      <a:pt x="4973" y="1075"/>
                    </a:lnTo>
                    <a:lnTo>
                      <a:pt x="3379" y="954"/>
                    </a:lnTo>
                    <a:lnTo>
                      <a:pt x="2998" y="919"/>
                    </a:lnTo>
                    <a:lnTo>
                      <a:pt x="2600" y="867"/>
                    </a:lnTo>
                    <a:lnTo>
                      <a:pt x="2201" y="798"/>
                    </a:lnTo>
                    <a:lnTo>
                      <a:pt x="1820" y="711"/>
                    </a:lnTo>
                    <a:lnTo>
                      <a:pt x="1456" y="590"/>
                    </a:lnTo>
                    <a:lnTo>
                      <a:pt x="1283" y="520"/>
                    </a:lnTo>
                    <a:lnTo>
                      <a:pt x="1110" y="434"/>
                    </a:lnTo>
                    <a:lnTo>
                      <a:pt x="936" y="347"/>
                    </a:lnTo>
                    <a:lnTo>
                      <a:pt x="780" y="243"/>
                    </a:lnTo>
                    <a:lnTo>
                      <a:pt x="642" y="139"/>
                    </a:lnTo>
                    <a:lnTo>
                      <a:pt x="486" y="1"/>
                    </a:lnTo>
                    <a:close/>
                  </a:path>
                </a:pathLst>
              </a:custGeom>
              <a:solidFill>
                <a:srgbClr val="F5C8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33"/>
              <p:cNvSpPr/>
              <p:nvPr/>
            </p:nvSpPr>
            <p:spPr>
              <a:xfrm>
                <a:off x="1480514" y="3726005"/>
                <a:ext cx="313053" cy="113319"/>
              </a:xfrm>
              <a:custGeom>
                <a:avLst/>
                <a:gdLst/>
                <a:ahLst/>
                <a:cxnLst/>
                <a:rect l="l" t="t" r="r" b="b"/>
                <a:pathLst>
                  <a:path w="17570" h="6360" fill="none" extrusionOk="0">
                    <a:moveTo>
                      <a:pt x="16097" y="1092"/>
                    </a:moveTo>
                    <a:lnTo>
                      <a:pt x="16097" y="1092"/>
                    </a:lnTo>
                    <a:lnTo>
                      <a:pt x="14503" y="1179"/>
                    </a:lnTo>
                    <a:lnTo>
                      <a:pt x="12909" y="1231"/>
                    </a:lnTo>
                    <a:lnTo>
                      <a:pt x="11332" y="1265"/>
                    </a:lnTo>
                    <a:lnTo>
                      <a:pt x="9738" y="1248"/>
                    </a:lnTo>
                    <a:lnTo>
                      <a:pt x="8144" y="1213"/>
                    </a:lnTo>
                    <a:lnTo>
                      <a:pt x="6550" y="1161"/>
                    </a:lnTo>
                    <a:lnTo>
                      <a:pt x="4973" y="1075"/>
                    </a:lnTo>
                    <a:lnTo>
                      <a:pt x="3379" y="954"/>
                    </a:lnTo>
                    <a:lnTo>
                      <a:pt x="3379" y="954"/>
                    </a:lnTo>
                    <a:lnTo>
                      <a:pt x="2998" y="919"/>
                    </a:lnTo>
                    <a:lnTo>
                      <a:pt x="2600" y="867"/>
                    </a:lnTo>
                    <a:lnTo>
                      <a:pt x="2201" y="798"/>
                    </a:lnTo>
                    <a:lnTo>
                      <a:pt x="1820" y="711"/>
                    </a:lnTo>
                    <a:lnTo>
                      <a:pt x="1456" y="590"/>
                    </a:lnTo>
                    <a:lnTo>
                      <a:pt x="1283" y="520"/>
                    </a:lnTo>
                    <a:lnTo>
                      <a:pt x="1110" y="434"/>
                    </a:lnTo>
                    <a:lnTo>
                      <a:pt x="936" y="347"/>
                    </a:lnTo>
                    <a:lnTo>
                      <a:pt x="780" y="243"/>
                    </a:lnTo>
                    <a:lnTo>
                      <a:pt x="642" y="139"/>
                    </a:lnTo>
                    <a:lnTo>
                      <a:pt x="486" y="1"/>
                    </a:lnTo>
                    <a:lnTo>
                      <a:pt x="486" y="1"/>
                    </a:lnTo>
                    <a:lnTo>
                      <a:pt x="365" y="468"/>
                    </a:lnTo>
                    <a:lnTo>
                      <a:pt x="261" y="936"/>
                    </a:lnTo>
                    <a:lnTo>
                      <a:pt x="157" y="1404"/>
                    </a:lnTo>
                    <a:lnTo>
                      <a:pt x="87" y="1872"/>
                    </a:lnTo>
                    <a:lnTo>
                      <a:pt x="35" y="2357"/>
                    </a:lnTo>
                    <a:lnTo>
                      <a:pt x="18" y="2825"/>
                    </a:lnTo>
                    <a:lnTo>
                      <a:pt x="1" y="3310"/>
                    </a:lnTo>
                    <a:lnTo>
                      <a:pt x="18" y="3778"/>
                    </a:lnTo>
                    <a:lnTo>
                      <a:pt x="18" y="3778"/>
                    </a:lnTo>
                    <a:lnTo>
                      <a:pt x="13342" y="6048"/>
                    </a:lnTo>
                    <a:lnTo>
                      <a:pt x="13342" y="6048"/>
                    </a:lnTo>
                    <a:lnTo>
                      <a:pt x="14399" y="6204"/>
                    </a:lnTo>
                    <a:lnTo>
                      <a:pt x="14919" y="6273"/>
                    </a:lnTo>
                    <a:lnTo>
                      <a:pt x="15456" y="6325"/>
                    </a:lnTo>
                    <a:lnTo>
                      <a:pt x="15993" y="6360"/>
                    </a:lnTo>
                    <a:lnTo>
                      <a:pt x="16513" y="6360"/>
                    </a:lnTo>
                    <a:lnTo>
                      <a:pt x="17050" y="6325"/>
                    </a:lnTo>
                    <a:lnTo>
                      <a:pt x="17310" y="6290"/>
                    </a:lnTo>
                    <a:lnTo>
                      <a:pt x="17570" y="623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33"/>
              <p:cNvSpPr/>
              <p:nvPr/>
            </p:nvSpPr>
            <p:spPr>
              <a:xfrm>
                <a:off x="1618208" y="2998980"/>
                <a:ext cx="425126" cy="874305"/>
              </a:xfrm>
              <a:custGeom>
                <a:avLst/>
                <a:gdLst/>
                <a:ahLst/>
                <a:cxnLst/>
                <a:rect l="l" t="t" r="r" b="b"/>
                <a:pathLst>
                  <a:path w="23860" h="49070" extrusionOk="0">
                    <a:moveTo>
                      <a:pt x="3362" y="0"/>
                    </a:moveTo>
                    <a:lnTo>
                      <a:pt x="2998" y="572"/>
                    </a:lnTo>
                    <a:lnTo>
                      <a:pt x="2651" y="1144"/>
                    </a:lnTo>
                    <a:lnTo>
                      <a:pt x="2340" y="1715"/>
                    </a:lnTo>
                    <a:lnTo>
                      <a:pt x="2028" y="2304"/>
                    </a:lnTo>
                    <a:lnTo>
                      <a:pt x="1750" y="2911"/>
                    </a:lnTo>
                    <a:lnTo>
                      <a:pt x="1508" y="3517"/>
                    </a:lnTo>
                    <a:lnTo>
                      <a:pt x="1265" y="4141"/>
                    </a:lnTo>
                    <a:lnTo>
                      <a:pt x="1057" y="4765"/>
                    </a:lnTo>
                    <a:lnTo>
                      <a:pt x="867" y="5406"/>
                    </a:lnTo>
                    <a:lnTo>
                      <a:pt x="693" y="6047"/>
                    </a:lnTo>
                    <a:lnTo>
                      <a:pt x="538" y="6688"/>
                    </a:lnTo>
                    <a:lnTo>
                      <a:pt x="399" y="7347"/>
                    </a:lnTo>
                    <a:lnTo>
                      <a:pt x="295" y="7988"/>
                    </a:lnTo>
                    <a:lnTo>
                      <a:pt x="191" y="8663"/>
                    </a:lnTo>
                    <a:lnTo>
                      <a:pt x="122" y="9322"/>
                    </a:lnTo>
                    <a:lnTo>
                      <a:pt x="52" y="9980"/>
                    </a:lnTo>
                    <a:lnTo>
                      <a:pt x="18" y="10656"/>
                    </a:lnTo>
                    <a:lnTo>
                      <a:pt x="0" y="11332"/>
                    </a:lnTo>
                    <a:lnTo>
                      <a:pt x="0" y="12007"/>
                    </a:lnTo>
                    <a:lnTo>
                      <a:pt x="0" y="12683"/>
                    </a:lnTo>
                    <a:lnTo>
                      <a:pt x="35" y="13359"/>
                    </a:lnTo>
                    <a:lnTo>
                      <a:pt x="87" y="14035"/>
                    </a:lnTo>
                    <a:lnTo>
                      <a:pt x="139" y="14710"/>
                    </a:lnTo>
                    <a:lnTo>
                      <a:pt x="226" y="15386"/>
                    </a:lnTo>
                    <a:lnTo>
                      <a:pt x="312" y="16045"/>
                    </a:lnTo>
                    <a:lnTo>
                      <a:pt x="434" y="16720"/>
                    </a:lnTo>
                    <a:lnTo>
                      <a:pt x="555" y="17379"/>
                    </a:lnTo>
                    <a:lnTo>
                      <a:pt x="693" y="18055"/>
                    </a:lnTo>
                    <a:lnTo>
                      <a:pt x="849" y="18713"/>
                    </a:lnTo>
                    <a:lnTo>
                      <a:pt x="1005" y="19354"/>
                    </a:lnTo>
                    <a:lnTo>
                      <a:pt x="1196" y="20012"/>
                    </a:lnTo>
                    <a:lnTo>
                      <a:pt x="1387" y="20654"/>
                    </a:lnTo>
                    <a:lnTo>
                      <a:pt x="1594" y="21295"/>
                    </a:lnTo>
                    <a:lnTo>
                      <a:pt x="1820" y="21918"/>
                    </a:lnTo>
                    <a:lnTo>
                      <a:pt x="2045" y="22542"/>
                    </a:lnTo>
                    <a:lnTo>
                      <a:pt x="2288" y="23166"/>
                    </a:lnTo>
                    <a:lnTo>
                      <a:pt x="2530" y="23790"/>
                    </a:lnTo>
                    <a:lnTo>
                      <a:pt x="2790" y="24413"/>
                    </a:lnTo>
                    <a:lnTo>
                      <a:pt x="3344" y="25626"/>
                    </a:lnTo>
                    <a:lnTo>
                      <a:pt x="3916" y="26822"/>
                    </a:lnTo>
                    <a:lnTo>
                      <a:pt x="4540" y="28017"/>
                    </a:lnTo>
                    <a:lnTo>
                      <a:pt x="5181" y="29196"/>
                    </a:lnTo>
                    <a:lnTo>
                      <a:pt x="5840" y="30357"/>
                    </a:lnTo>
                    <a:lnTo>
                      <a:pt x="6533" y="31517"/>
                    </a:lnTo>
                    <a:lnTo>
                      <a:pt x="7243" y="32661"/>
                    </a:lnTo>
                    <a:lnTo>
                      <a:pt x="7971" y="33787"/>
                    </a:lnTo>
                    <a:lnTo>
                      <a:pt x="8716" y="34913"/>
                    </a:lnTo>
                    <a:lnTo>
                      <a:pt x="9461" y="36022"/>
                    </a:lnTo>
                    <a:lnTo>
                      <a:pt x="10223" y="37149"/>
                    </a:lnTo>
                    <a:lnTo>
                      <a:pt x="11748" y="39349"/>
                    </a:lnTo>
                    <a:lnTo>
                      <a:pt x="1075" y="40371"/>
                    </a:lnTo>
                    <a:lnTo>
                      <a:pt x="1075" y="41186"/>
                    </a:lnTo>
                    <a:lnTo>
                      <a:pt x="1092" y="42000"/>
                    </a:lnTo>
                    <a:lnTo>
                      <a:pt x="1144" y="42814"/>
                    </a:lnTo>
                    <a:lnTo>
                      <a:pt x="1213" y="43629"/>
                    </a:lnTo>
                    <a:lnTo>
                      <a:pt x="1317" y="44443"/>
                    </a:lnTo>
                    <a:lnTo>
                      <a:pt x="1439" y="45258"/>
                    </a:lnTo>
                    <a:lnTo>
                      <a:pt x="1594" y="46055"/>
                    </a:lnTo>
                    <a:lnTo>
                      <a:pt x="1768" y="46852"/>
                    </a:lnTo>
                    <a:lnTo>
                      <a:pt x="2842" y="47181"/>
                    </a:lnTo>
                    <a:lnTo>
                      <a:pt x="3951" y="47510"/>
                    </a:lnTo>
                    <a:lnTo>
                      <a:pt x="5060" y="47822"/>
                    </a:lnTo>
                    <a:lnTo>
                      <a:pt x="6186" y="48099"/>
                    </a:lnTo>
                    <a:lnTo>
                      <a:pt x="7312" y="48376"/>
                    </a:lnTo>
                    <a:lnTo>
                      <a:pt x="8439" y="48602"/>
                    </a:lnTo>
                    <a:lnTo>
                      <a:pt x="8993" y="48706"/>
                    </a:lnTo>
                    <a:lnTo>
                      <a:pt x="9565" y="48792"/>
                    </a:lnTo>
                    <a:lnTo>
                      <a:pt x="10119" y="48862"/>
                    </a:lnTo>
                    <a:lnTo>
                      <a:pt x="10691" y="48931"/>
                    </a:lnTo>
                    <a:lnTo>
                      <a:pt x="11245" y="48983"/>
                    </a:lnTo>
                    <a:lnTo>
                      <a:pt x="11817" y="49035"/>
                    </a:lnTo>
                    <a:lnTo>
                      <a:pt x="12372" y="49052"/>
                    </a:lnTo>
                    <a:lnTo>
                      <a:pt x="12926" y="49069"/>
                    </a:lnTo>
                    <a:lnTo>
                      <a:pt x="13481" y="49052"/>
                    </a:lnTo>
                    <a:lnTo>
                      <a:pt x="14035" y="49035"/>
                    </a:lnTo>
                    <a:lnTo>
                      <a:pt x="14589" y="48983"/>
                    </a:lnTo>
                    <a:lnTo>
                      <a:pt x="15127" y="48931"/>
                    </a:lnTo>
                    <a:lnTo>
                      <a:pt x="15681" y="48844"/>
                    </a:lnTo>
                    <a:lnTo>
                      <a:pt x="16218" y="48758"/>
                    </a:lnTo>
                    <a:lnTo>
                      <a:pt x="16755" y="48636"/>
                    </a:lnTo>
                    <a:lnTo>
                      <a:pt x="17275" y="48498"/>
                    </a:lnTo>
                    <a:lnTo>
                      <a:pt x="17812" y="48324"/>
                    </a:lnTo>
                    <a:lnTo>
                      <a:pt x="18332" y="48134"/>
                    </a:lnTo>
                    <a:lnTo>
                      <a:pt x="18852" y="47926"/>
                    </a:lnTo>
                    <a:lnTo>
                      <a:pt x="19354" y="47701"/>
                    </a:lnTo>
                    <a:lnTo>
                      <a:pt x="19788" y="47475"/>
                    </a:lnTo>
                    <a:lnTo>
                      <a:pt x="20203" y="47215"/>
                    </a:lnTo>
                    <a:lnTo>
                      <a:pt x="20619" y="46956"/>
                    </a:lnTo>
                    <a:lnTo>
                      <a:pt x="21018" y="46661"/>
                    </a:lnTo>
                    <a:lnTo>
                      <a:pt x="21399" y="46349"/>
                    </a:lnTo>
                    <a:lnTo>
                      <a:pt x="21763" y="46020"/>
                    </a:lnTo>
                    <a:lnTo>
                      <a:pt x="22109" y="45673"/>
                    </a:lnTo>
                    <a:lnTo>
                      <a:pt x="22421" y="45292"/>
                    </a:lnTo>
                    <a:lnTo>
                      <a:pt x="22716" y="44911"/>
                    </a:lnTo>
                    <a:lnTo>
                      <a:pt x="22976" y="44513"/>
                    </a:lnTo>
                    <a:lnTo>
                      <a:pt x="23218" y="44097"/>
                    </a:lnTo>
                    <a:lnTo>
                      <a:pt x="23409" y="43663"/>
                    </a:lnTo>
                    <a:lnTo>
                      <a:pt x="23582" y="43230"/>
                    </a:lnTo>
                    <a:lnTo>
                      <a:pt x="23703" y="42763"/>
                    </a:lnTo>
                    <a:lnTo>
                      <a:pt x="23755" y="42537"/>
                    </a:lnTo>
                    <a:lnTo>
                      <a:pt x="23807" y="42295"/>
                    </a:lnTo>
                    <a:lnTo>
                      <a:pt x="23825" y="42069"/>
                    </a:lnTo>
                    <a:lnTo>
                      <a:pt x="23842" y="41827"/>
                    </a:lnTo>
                    <a:lnTo>
                      <a:pt x="23859" y="41394"/>
                    </a:lnTo>
                    <a:lnTo>
                      <a:pt x="23825" y="40978"/>
                    </a:lnTo>
                    <a:lnTo>
                      <a:pt x="23773" y="40562"/>
                    </a:lnTo>
                    <a:lnTo>
                      <a:pt x="23703" y="40146"/>
                    </a:lnTo>
                    <a:lnTo>
                      <a:pt x="23617" y="39730"/>
                    </a:lnTo>
                    <a:lnTo>
                      <a:pt x="23513" y="39314"/>
                    </a:lnTo>
                    <a:lnTo>
                      <a:pt x="23287" y="38483"/>
                    </a:lnTo>
                    <a:lnTo>
                      <a:pt x="22594" y="35970"/>
                    </a:lnTo>
                    <a:lnTo>
                      <a:pt x="21884" y="33458"/>
                    </a:lnTo>
                    <a:lnTo>
                      <a:pt x="21139" y="30963"/>
                    </a:lnTo>
                    <a:lnTo>
                      <a:pt x="20394" y="28468"/>
                    </a:lnTo>
                    <a:lnTo>
                      <a:pt x="19995" y="27220"/>
                    </a:lnTo>
                    <a:lnTo>
                      <a:pt x="19597" y="25973"/>
                    </a:lnTo>
                    <a:lnTo>
                      <a:pt x="19181" y="24743"/>
                    </a:lnTo>
                    <a:lnTo>
                      <a:pt x="18765" y="23512"/>
                    </a:lnTo>
                    <a:lnTo>
                      <a:pt x="18315" y="22282"/>
                    </a:lnTo>
                    <a:lnTo>
                      <a:pt x="17864" y="21052"/>
                    </a:lnTo>
                    <a:lnTo>
                      <a:pt x="17396" y="19839"/>
                    </a:lnTo>
                    <a:lnTo>
                      <a:pt x="16911" y="18626"/>
                    </a:lnTo>
                    <a:lnTo>
                      <a:pt x="16305" y="17136"/>
                    </a:lnTo>
                    <a:lnTo>
                      <a:pt x="15681" y="15646"/>
                    </a:lnTo>
                    <a:lnTo>
                      <a:pt x="15404" y="14884"/>
                    </a:lnTo>
                    <a:lnTo>
                      <a:pt x="15127" y="14121"/>
                    </a:lnTo>
                    <a:lnTo>
                      <a:pt x="14884" y="13359"/>
                    </a:lnTo>
                    <a:lnTo>
                      <a:pt x="14676" y="12579"/>
                    </a:lnTo>
                    <a:lnTo>
                      <a:pt x="14538" y="12025"/>
                    </a:lnTo>
                    <a:lnTo>
                      <a:pt x="14416" y="11453"/>
                    </a:lnTo>
                    <a:lnTo>
                      <a:pt x="14295" y="10899"/>
                    </a:lnTo>
                    <a:lnTo>
                      <a:pt x="14191" y="10327"/>
                    </a:lnTo>
                    <a:lnTo>
                      <a:pt x="14018" y="9183"/>
                    </a:lnTo>
                    <a:lnTo>
                      <a:pt x="13862" y="8040"/>
                    </a:lnTo>
                    <a:lnTo>
                      <a:pt x="13689" y="6896"/>
                    </a:lnTo>
                    <a:lnTo>
                      <a:pt x="13498" y="5753"/>
                    </a:lnTo>
                    <a:lnTo>
                      <a:pt x="13394" y="5181"/>
                    </a:lnTo>
                    <a:lnTo>
                      <a:pt x="13273" y="4626"/>
                    </a:lnTo>
                    <a:lnTo>
                      <a:pt x="13134" y="4072"/>
                    </a:lnTo>
                    <a:lnTo>
                      <a:pt x="12995" y="3500"/>
                    </a:lnTo>
                    <a:lnTo>
                      <a:pt x="12909" y="3223"/>
                    </a:lnTo>
                    <a:lnTo>
                      <a:pt x="12788" y="2946"/>
                    </a:lnTo>
                    <a:lnTo>
                      <a:pt x="12718" y="2824"/>
                    </a:lnTo>
                    <a:lnTo>
                      <a:pt x="12649" y="2686"/>
                    </a:lnTo>
                    <a:lnTo>
                      <a:pt x="12562" y="2582"/>
                    </a:lnTo>
                    <a:lnTo>
                      <a:pt x="12458" y="2478"/>
                    </a:lnTo>
                    <a:lnTo>
                      <a:pt x="12354" y="2391"/>
                    </a:lnTo>
                    <a:lnTo>
                      <a:pt x="12233" y="2322"/>
                    </a:lnTo>
                    <a:lnTo>
                      <a:pt x="12112" y="2270"/>
                    </a:lnTo>
                    <a:lnTo>
                      <a:pt x="11990" y="2218"/>
                    </a:lnTo>
                    <a:lnTo>
                      <a:pt x="11713" y="2131"/>
                    </a:lnTo>
                    <a:lnTo>
                      <a:pt x="11453" y="2079"/>
                    </a:lnTo>
                    <a:lnTo>
                      <a:pt x="10812" y="1958"/>
                    </a:lnTo>
                    <a:lnTo>
                      <a:pt x="10171" y="1871"/>
                    </a:lnTo>
                    <a:lnTo>
                      <a:pt x="9530" y="1785"/>
                    </a:lnTo>
                    <a:lnTo>
                      <a:pt x="8889" y="1733"/>
                    </a:lnTo>
                    <a:lnTo>
                      <a:pt x="8231" y="1698"/>
                    </a:lnTo>
                    <a:lnTo>
                      <a:pt x="6931" y="1698"/>
                    </a:lnTo>
                    <a:lnTo>
                      <a:pt x="6290" y="1733"/>
                    </a:lnTo>
                    <a:lnTo>
                      <a:pt x="5788" y="1767"/>
                    </a:lnTo>
                    <a:lnTo>
                      <a:pt x="5285" y="1767"/>
                    </a:lnTo>
                    <a:lnTo>
                      <a:pt x="5042" y="1750"/>
                    </a:lnTo>
                    <a:lnTo>
                      <a:pt x="4800" y="1733"/>
                    </a:lnTo>
                    <a:lnTo>
                      <a:pt x="4575" y="1681"/>
                    </a:lnTo>
                    <a:lnTo>
                      <a:pt x="4332" y="1594"/>
                    </a:lnTo>
                    <a:lnTo>
                      <a:pt x="4107" y="1490"/>
                    </a:lnTo>
                    <a:lnTo>
                      <a:pt x="3899" y="1334"/>
                    </a:lnTo>
                    <a:lnTo>
                      <a:pt x="3726" y="1161"/>
                    </a:lnTo>
                    <a:lnTo>
                      <a:pt x="3570" y="970"/>
                    </a:lnTo>
                    <a:lnTo>
                      <a:pt x="3518" y="866"/>
                    </a:lnTo>
                    <a:lnTo>
                      <a:pt x="3466" y="745"/>
                    </a:lnTo>
                    <a:lnTo>
                      <a:pt x="3431" y="641"/>
                    </a:lnTo>
                    <a:lnTo>
                      <a:pt x="3396" y="520"/>
                    </a:lnTo>
                    <a:lnTo>
                      <a:pt x="3379" y="399"/>
                    </a:lnTo>
                    <a:lnTo>
                      <a:pt x="3379" y="277"/>
                    </a:lnTo>
                    <a:lnTo>
                      <a:pt x="3396" y="173"/>
                    </a:lnTo>
                    <a:lnTo>
                      <a:pt x="3431" y="52"/>
                    </a:lnTo>
                    <a:lnTo>
                      <a:pt x="33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33"/>
              <p:cNvSpPr/>
              <p:nvPr/>
            </p:nvSpPr>
            <p:spPr>
              <a:xfrm>
                <a:off x="1618208" y="2998980"/>
                <a:ext cx="425126" cy="874305"/>
              </a:xfrm>
              <a:custGeom>
                <a:avLst/>
                <a:gdLst/>
                <a:ahLst/>
                <a:cxnLst/>
                <a:rect l="l" t="t" r="r" b="b"/>
                <a:pathLst>
                  <a:path w="23860" h="49070" fill="none" extrusionOk="0">
                    <a:moveTo>
                      <a:pt x="3362" y="0"/>
                    </a:moveTo>
                    <a:lnTo>
                      <a:pt x="3362" y="0"/>
                    </a:lnTo>
                    <a:lnTo>
                      <a:pt x="2998" y="572"/>
                    </a:lnTo>
                    <a:lnTo>
                      <a:pt x="2651" y="1144"/>
                    </a:lnTo>
                    <a:lnTo>
                      <a:pt x="2340" y="1715"/>
                    </a:lnTo>
                    <a:lnTo>
                      <a:pt x="2028" y="2304"/>
                    </a:lnTo>
                    <a:lnTo>
                      <a:pt x="1750" y="2911"/>
                    </a:lnTo>
                    <a:lnTo>
                      <a:pt x="1508" y="3517"/>
                    </a:lnTo>
                    <a:lnTo>
                      <a:pt x="1265" y="4141"/>
                    </a:lnTo>
                    <a:lnTo>
                      <a:pt x="1057" y="4765"/>
                    </a:lnTo>
                    <a:lnTo>
                      <a:pt x="867" y="5406"/>
                    </a:lnTo>
                    <a:lnTo>
                      <a:pt x="693" y="6047"/>
                    </a:lnTo>
                    <a:lnTo>
                      <a:pt x="538" y="6688"/>
                    </a:lnTo>
                    <a:lnTo>
                      <a:pt x="399" y="7347"/>
                    </a:lnTo>
                    <a:lnTo>
                      <a:pt x="295" y="7988"/>
                    </a:lnTo>
                    <a:lnTo>
                      <a:pt x="191" y="8663"/>
                    </a:lnTo>
                    <a:lnTo>
                      <a:pt x="122" y="9322"/>
                    </a:lnTo>
                    <a:lnTo>
                      <a:pt x="52" y="9980"/>
                    </a:lnTo>
                    <a:lnTo>
                      <a:pt x="18" y="10656"/>
                    </a:lnTo>
                    <a:lnTo>
                      <a:pt x="0" y="11332"/>
                    </a:lnTo>
                    <a:lnTo>
                      <a:pt x="0" y="12007"/>
                    </a:lnTo>
                    <a:lnTo>
                      <a:pt x="0" y="12683"/>
                    </a:lnTo>
                    <a:lnTo>
                      <a:pt x="35" y="13359"/>
                    </a:lnTo>
                    <a:lnTo>
                      <a:pt x="87" y="14035"/>
                    </a:lnTo>
                    <a:lnTo>
                      <a:pt x="139" y="14710"/>
                    </a:lnTo>
                    <a:lnTo>
                      <a:pt x="226" y="15386"/>
                    </a:lnTo>
                    <a:lnTo>
                      <a:pt x="312" y="16045"/>
                    </a:lnTo>
                    <a:lnTo>
                      <a:pt x="434" y="16720"/>
                    </a:lnTo>
                    <a:lnTo>
                      <a:pt x="555" y="17379"/>
                    </a:lnTo>
                    <a:lnTo>
                      <a:pt x="693" y="18055"/>
                    </a:lnTo>
                    <a:lnTo>
                      <a:pt x="849" y="18713"/>
                    </a:lnTo>
                    <a:lnTo>
                      <a:pt x="1005" y="19354"/>
                    </a:lnTo>
                    <a:lnTo>
                      <a:pt x="1196" y="20012"/>
                    </a:lnTo>
                    <a:lnTo>
                      <a:pt x="1387" y="20654"/>
                    </a:lnTo>
                    <a:lnTo>
                      <a:pt x="1387" y="20654"/>
                    </a:lnTo>
                    <a:lnTo>
                      <a:pt x="1594" y="21295"/>
                    </a:lnTo>
                    <a:lnTo>
                      <a:pt x="1820" y="21918"/>
                    </a:lnTo>
                    <a:lnTo>
                      <a:pt x="2045" y="22542"/>
                    </a:lnTo>
                    <a:lnTo>
                      <a:pt x="2288" y="23166"/>
                    </a:lnTo>
                    <a:lnTo>
                      <a:pt x="2530" y="23790"/>
                    </a:lnTo>
                    <a:lnTo>
                      <a:pt x="2790" y="24413"/>
                    </a:lnTo>
                    <a:lnTo>
                      <a:pt x="3344" y="25626"/>
                    </a:lnTo>
                    <a:lnTo>
                      <a:pt x="3916" y="26822"/>
                    </a:lnTo>
                    <a:lnTo>
                      <a:pt x="4540" y="28017"/>
                    </a:lnTo>
                    <a:lnTo>
                      <a:pt x="5181" y="29196"/>
                    </a:lnTo>
                    <a:lnTo>
                      <a:pt x="5840" y="30357"/>
                    </a:lnTo>
                    <a:lnTo>
                      <a:pt x="6533" y="31517"/>
                    </a:lnTo>
                    <a:lnTo>
                      <a:pt x="7243" y="32661"/>
                    </a:lnTo>
                    <a:lnTo>
                      <a:pt x="7971" y="33787"/>
                    </a:lnTo>
                    <a:lnTo>
                      <a:pt x="8716" y="34913"/>
                    </a:lnTo>
                    <a:lnTo>
                      <a:pt x="9461" y="36022"/>
                    </a:lnTo>
                    <a:lnTo>
                      <a:pt x="10223" y="37149"/>
                    </a:lnTo>
                    <a:lnTo>
                      <a:pt x="11748" y="39349"/>
                    </a:lnTo>
                    <a:lnTo>
                      <a:pt x="11748" y="39349"/>
                    </a:lnTo>
                    <a:lnTo>
                      <a:pt x="1075" y="40371"/>
                    </a:lnTo>
                    <a:lnTo>
                      <a:pt x="1075" y="40371"/>
                    </a:lnTo>
                    <a:lnTo>
                      <a:pt x="1075" y="41186"/>
                    </a:lnTo>
                    <a:lnTo>
                      <a:pt x="1092" y="42000"/>
                    </a:lnTo>
                    <a:lnTo>
                      <a:pt x="1144" y="42814"/>
                    </a:lnTo>
                    <a:lnTo>
                      <a:pt x="1213" y="43629"/>
                    </a:lnTo>
                    <a:lnTo>
                      <a:pt x="1317" y="44443"/>
                    </a:lnTo>
                    <a:lnTo>
                      <a:pt x="1439" y="45258"/>
                    </a:lnTo>
                    <a:lnTo>
                      <a:pt x="1594" y="46055"/>
                    </a:lnTo>
                    <a:lnTo>
                      <a:pt x="1768" y="46852"/>
                    </a:lnTo>
                    <a:lnTo>
                      <a:pt x="1768" y="46852"/>
                    </a:lnTo>
                    <a:lnTo>
                      <a:pt x="2842" y="47181"/>
                    </a:lnTo>
                    <a:lnTo>
                      <a:pt x="3951" y="47510"/>
                    </a:lnTo>
                    <a:lnTo>
                      <a:pt x="5060" y="47822"/>
                    </a:lnTo>
                    <a:lnTo>
                      <a:pt x="6186" y="48099"/>
                    </a:lnTo>
                    <a:lnTo>
                      <a:pt x="7312" y="48376"/>
                    </a:lnTo>
                    <a:lnTo>
                      <a:pt x="8439" y="48602"/>
                    </a:lnTo>
                    <a:lnTo>
                      <a:pt x="8993" y="48706"/>
                    </a:lnTo>
                    <a:lnTo>
                      <a:pt x="9565" y="48792"/>
                    </a:lnTo>
                    <a:lnTo>
                      <a:pt x="10119" y="48862"/>
                    </a:lnTo>
                    <a:lnTo>
                      <a:pt x="10691" y="48931"/>
                    </a:lnTo>
                    <a:lnTo>
                      <a:pt x="11245" y="48983"/>
                    </a:lnTo>
                    <a:lnTo>
                      <a:pt x="11817" y="49035"/>
                    </a:lnTo>
                    <a:lnTo>
                      <a:pt x="12372" y="49052"/>
                    </a:lnTo>
                    <a:lnTo>
                      <a:pt x="12926" y="49069"/>
                    </a:lnTo>
                    <a:lnTo>
                      <a:pt x="13481" y="49052"/>
                    </a:lnTo>
                    <a:lnTo>
                      <a:pt x="14035" y="49035"/>
                    </a:lnTo>
                    <a:lnTo>
                      <a:pt x="14589" y="48983"/>
                    </a:lnTo>
                    <a:lnTo>
                      <a:pt x="15127" y="48931"/>
                    </a:lnTo>
                    <a:lnTo>
                      <a:pt x="15681" y="48844"/>
                    </a:lnTo>
                    <a:lnTo>
                      <a:pt x="16218" y="48758"/>
                    </a:lnTo>
                    <a:lnTo>
                      <a:pt x="16755" y="48636"/>
                    </a:lnTo>
                    <a:lnTo>
                      <a:pt x="17275" y="48498"/>
                    </a:lnTo>
                    <a:lnTo>
                      <a:pt x="17812" y="48324"/>
                    </a:lnTo>
                    <a:lnTo>
                      <a:pt x="18332" y="48134"/>
                    </a:lnTo>
                    <a:lnTo>
                      <a:pt x="18852" y="47926"/>
                    </a:lnTo>
                    <a:lnTo>
                      <a:pt x="19354" y="47701"/>
                    </a:lnTo>
                    <a:lnTo>
                      <a:pt x="19354" y="47701"/>
                    </a:lnTo>
                    <a:lnTo>
                      <a:pt x="19788" y="47475"/>
                    </a:lnTo>
                    <a:lnTo>
                      <a:pt x="20203" y="47215"/>
                    </a:lnTo>
                    <a:lnTo>
                      <a:pt x="20619" y="46956"/>
                    </a:lnTo>
                    <a:lnTo>
                      <a:pt x="21018" y="46661"/>
                    </a:lnTo>
                    <a:lnTo>
                      <a:pt x="21399" y="46349"/>
                    </a:lnTo>
                    <a:lnTo>
                      <a:pt x="21763" y="46020"/>
                    </a:lnTo>
                    <a:lnTo>
                      <a:pt x="22109" y="45673"/>
                    </a:lnTo>
                    <a:lnTo>
                      <a:pt x="22421" y="45292"/>
                    </a:lnTo>
                    <a:lnTo>
                      <a:pt x="22716" y="44911"/>
                    </a:lnTo>
                    <a:lnTo>
                      <a:pt x="22976" y="44513"/>
                    </a:lnTo>
                    <a:lnTo>
                      <a:pt x="23218" y="44097"/>
                    </a:lnTo>
                    <a:lnTo>
                      <a:pt x="23409" y="43663"/>
                    </a:lnTo>
                    <a:lnTo>
                      <a:pt x="23582" y="43230"/>
                    </a:lnTo>
                    <a:lnTo>
                      <a:pt x="23703" y="42763"/>
                    </a:lnTo>
                    <a:lnTo>
                      <a:pt x="23755" y="42537"/>
                    </a:lnTo>
                    <a:lnTo>
                      <a:pt x="23807" y="42295"/>
                    </a:lnTo>
                    <a:lnTo>
                      <a:pt x="23825" y="42069"/>
                    </a:lnTo>
                    <a:lnTo>
                      <a:pt x="23842" y="41827"/>
                    </a:lnTo>
                    <a:lnTo>
                      <a:pt x="23842" y="41827"/>
                    </a:lnTo>
                    <a:lnTo>
                      <a:pt x="23859" y="41394"/>
                    </a:lnTo>
                    <a:lnTo>
                      <a:pt x="23825" y="40978"/>
                    </a:lnTo>
                    <a:lnTo>
                      <a:pt x="23773" y="40562"/>
                    </a:lnTo>
                    <a:lnTo>
                      <a:pt x="23703" y="40146"/>
                    </a:lnTo>
                    <a:lnTo>
                      <a:pt x="23617" y="39730"/>
                    </a:lnTo>
                    <a:lnTo>
                      <a:pt x="23513" y="39314"/>
                    </a:lnTo>
                    <a:lnTo>
                      <a:pt x="23287" y="38483"/>
                    </a:lnTo>
                    <a:lnTo>
                      <a:pt x="23287" y="38483"/>
                    </a:lnTo>
                    <a:lnTo>
                      <a:pt x="22594" y="35970"/>
                    </a:lnTo>
                    <a:lnTo>
                      <a:pt x="21884" y="33458"/>
                    </a:lnTo>
                    <a:lnTo>
                      <a:pt x="21139" y="30963"/>
                    </a:lnTo>
                    <a:lnTo>
                      <a:pt x="20394" y="28468"/>
                    </a:lnTo>
                    <a:lnTo>
                      <a:pt x="19995" y="27220"/>
                    </a:lnTo>
                    <a:lnTo>
                      <a:pt x="19597" y="25973"/>
                    </a:lnTo>
                    <a:lnTo>
                      <a:pt x="19181" y="24743"/>
                    </a:lnTo>
                    <a:lnTo>
                      <a:pt x="18765" y="23512"/>
                    </a:lnTo>
                    <a:lnTo>
                      <a:pt x="18315" y="22282"/>
                    </a:lnTo>
                    <a:lnTo>
                      <a:pt x="17864" y="21052"/>
                    </a:lnTo>
                    <a:lnTo>
                      <a:pt x="17396" y="19839"/>
                    </a:lnTo>
                    <a:lnTo>
                      <a:pt x="16911" y="18626"/>
                    </a:lnTo>
                    <a:lnTo>
                      <a:pt x="16911" y="18626"/>
                    </a:lnTo>
                    <a:lnTo>
                      <a:pt x="16305" y="17136"/>
                    </a:lnTo>
                    <a:lnTo>
                      <a:pt x="15681" y="15646"/>
                    </a:lnTo>
                    <a:lnTo>
                      <a:pt x="15404" y="14884"/>
                    </a:lnTo>
                    <a:lnTo>
                      <a:pt x="15127" y="14121"/>
                    </a:lnTo>
                    <a:lnTo>
                      <a:pt x="14884" y="13359"/>
                    </a:lnTo>
                    <a:lnTo>
                      <a:pt x="14676" y="12579"/>
                    </a:lnTo>
                    <a:lnTo>
                      <a:pt x="14676" y="12579"/>
                    </a:lnTo>
                    <a:lnTo>
                      <a:pt x="14538" y="12025"/>
                    </a:lnTo>
                    <a:lnTo>
                      <a:pt x="14416" y="11453"/>
                    </a:lnTo>
                    <a:lnTo>
                      <a:pt x="14295" y="10899"/>
                    </a:lnTo>
                    <a:lnTo>
                      <a:pt x="14191" y="10327"/>
                    </a:lnTo>
                    <a:lnTo>
                      <a:pt x="14018" y="9183"/>
                    </a:lnTo>
                    <a:lnTo>
                      <a:pt x="13862" y="8040"/>
                    </a:lnTo>
                    <a:lnTo>
                      <a:pt x="13689" y="6896"/>
                    </a:lnTo>
                    <a:lnTo>
                      <a:pt x="13498" y="5753"/>
                    </a:lnTo>
                    <a:lnTo>
                      <a:pt x="13394" y="5181"/>
                    </a:lnTo>
                    <a:lnTo>
                      <a:pt x="13273" y="4626"/>
                    </a:lnTo>
                    <a:lnTo>
                      <a:pt x="13134" y="4072"/>
                    </a:lnTo>
                    <a:lnTo>
                      <a:pt x="12995" y="3500"/>
                    </a:lnTo>
                    <a:lnTo>
                      <a:pt x="12995" y="3500"/>
                    </a:lnTo>
                    <a:lnTo>
                      <a:pt x="12909" y="3223"/>
                    </a:lnTo>
                    <a:lnTo>
                      <a:pt x="12788" y="2946"/>
                    </a:lnTo>
                    <a:lnTo>
                      <a:pt x="12718" y="2824"/>
                    </a:lnTo>
                    <a:lnTo>
                      <a:pt x="12649" y="2686"/>
                    </a:lnTo>
                    <a:lnTo>
                      <a:pt x="12562" y="2582"/>
                    </a:lnTo>
                    <a:lnTo>
                      <a:pt x="12458" y="2478"/>
                    </a:lnTo>
                    <a:lnTo>
                      <a:pt x="12458" y="2478"/>
                    </a:lnTo>
                    <a:lnTo>
                      <a:pt x="12354" y="2391"/>
                    </a:lnTo>
                    <a:lnTo>
                      <a:pt x="12233" y="2322"/>
                    </a:lnTo>
                    <a:lnTo>
                      <a:pt x="12112" y="2270"/>
                    </a:lnTo>
                    <a:lnTo>
                      <a:pt x="11990" y="2218"/>
                    </a:lnTo>
                    <a:lnTo>
                      <a:pt x="11713" y="2131"/>
                    </a:lnTo>
                    <a:lnTo>
                      <a:pt x="11453" y="2079"/>
                    </a:lnTo>
                    <a:lnTo>
                      <a:pt x="11453" y="2079"/>
                    </a:lnTo>
                    <a:lnTo>
                      <a:pt x="10812" y="1958"/>
                    </a:lnTo>
                    <a:lnTo>
                      <a:pt x="10171" y="1871"/>
                    </a:lnTo>
                    <a:lnTo>
                      <a:pt x="9530" y="1785"/>
                    </a:lnTo>
                    <a:lnTo>
                      <a:pt x="8889" y="1733"/>
                    </a:lnTo>
                    <a:lnTo>
                      <a:pt x="8231" y="1698"/>
                    </a:lnTo>
                    <a:lnTo>
                      <a:pt x="7590" y="1698"/>
                    </a:lnTo>
                    <a:lnTo>
                      <a:pt x="6931" y="1698"/>
                    </a:lnTo>
                    <a:lnTo>
                      <a:pt x="6290" y="1733"/>
                    </a:lnTo>
                    <a:lnTo>
                      <a:pt x="6290" y="1733"/>
                    </a:lnTo>
                    <a:lnTo>
                      <a:pt x="5788" y="1767"/>
                    </a:lnTo>
                    <a:lnTo>
                      <a:pt x="5545" y="1767"/>
                    </a:lnTo>
                    <a:lnTo>
                      <a:pt x="5285" y="1767"/>
                    </a:lnTo>
                    <a:lnTo>
                      <a:pt x="5042" y="1750"/>
                    </a:lnTo>
                    <a:lnTo>
                      <a:pt x="4800" y="1733"/>
                    </a:lnTo>
                    <a:lnTo>
                      <a:pt x="4575" y="1681"/>
                    </a:lnTo>
                    <a:lnTo>
                      <a:pt x="4332" y="1594"/>
                    </a:lnTo>
                    <a:lnTo>
                      <a:pt x="4332" y="1594"/>
                    </a:lnTo>
                    <a:lnTo>
                      <a:pt x="4107" y="1490"/>
                    </a:lnTo>
                    <a:lnTo>
                      <a:pt x="3899" y="1334"/>
                    </a:lnTo>
                    <a:lnTo>
                      <a:pt x="3726" y="1161"/>
                    </a:lnTo>
                    <a:lnTo>
                      <a:pt x="3570" y="970"/>
                    </a:lnTo>
                    <a:lnTo>
                      <a:pt x="3518" y="866"/>
                    </a:lnTo>
                    <a:lnTo>
                      <a:pt x="3466" y="745"/>
                    </a:lnTo>
                    <a:lnTo>
                      <a:pt x="3431" y="641"/>
                    </a:lnTo>
                    <a:lnTo>
                      <a:pt x="3396" y="520"/>
                    </a:lnTo>
                    <a:lnTo>
                      <a:pt x="3379" y="399"/>
                    </a:lnTo>
                    <a:lnTo>
                      <a:pt x="3379" y="277"/>
                    </a:lnTo>
                    <a:lnTo>
                      <a:pt x="3396" y="173"/>
                    </a:lnTo>
                    <a:lnTo>
                      <a:pt x="3431" y="52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33"/>
              <p:cNvSpPr/>
              <p:nvPr/>
            </p:nvSpPr>
            <p:spPr>
              <a:xfrm>
                <a:off x="1673460" y="2813731"/>
                <a:ext cx="359058" cy="248554"/>
              </a:xfrm>
              <a:custGeom>
                <a:avLst/>
                <a:gdLst/>
                <a:ahLst/>
                <a:cxnLst/>
                <a:rect l="l" t="t" r="r" b="b"/>
                <a:pathLst>
                  <a:path w="20152" h="13950" extrusionOk="0">
                    <a:moveTo>
                      <a:pt x="13724" y="1"/>
                    </a:moveTo>
                    <a:lnTo>
                      <a:pt x="13100" y="18"/>
                    </a:lnTo>
                    <a:lnTo>
                      <a:pt x="12493" y="53"/>
                    </a:lnTo>
                    <a:lnTo>
                      <a:pt x="11870" y="122"/>
                    </a:lnTo>
                    <a:lnTo>
                      <a:pt x="11246" y="209"/>
                    </a:lnTo>
                    <a:lnTo>
                      <a:pt x="10639" y="313"/>
                    </a:lnTo>
                    <a:lnTo>
                      <a:pt x="10033" y="451"/>
                    </a:lnTo>
                    <a:lnTo>
                      <a:pt x="9427" y="607"/>
                    </a:lnTo>
                    <a:lnTo>
                      <a:pt x="8838" y="798"/>
                    </a:lnTo>
                    <a:lnTo>
                      <a:pt x="8248" y="989"/>
                    </a:lnTo>
                    <a:lnTo>
                      <a:pt x="7677" y="1214"/>
                    </a:lnTo>
                    <a:lnTo>
                      <a:pt x="7105" y="1474"/>
                    </a:lnTo>
                    <a:lnTo>
                      <a:pt x="6550" y="1734"/>
                    </a:lnTo>
                    <a:lnTo>
                      <a:pt x="1630" y="6862"/>
                    </a:lnTo>
                    <a:lnTo>
                      <a:pt x="157" y="9773"/>
                    </a:lnTo>
                    <a:lnTo>
                      <a:pt x="88" y="9929"/>
                    </a:lnTo>
                    <a:lnTo>
                      <a:pt x="36" y="10085"/>
                    </a:lnTo>
                    <a:lnTo>
                      <a:pt x="1" y="10241"/>
                    </a:lnTo>
                    <a:lnTo>
                      <a:pt x="1" y="10328"/>
                    </a:lnTo>
                    <a:lnTo>
                      <a:pt x="1" y="10414"/>
                    </a:lnTo>
                    <a:lnTo>
                      <a:pt x="36" y="10484"/>
                    </a:lnTo>
                    <a:lnTo>
                      <a:pt x="70" y="10553"/>
                    </a:lnTo>
                    <a:lnTo>
                      <a:pt x="157" y="10674"/>
                    </a:lnTo>
                    <a:lnTo>
                      <a:pt x="261" y="10778"/>
                    </a:lnTo>
                    <a:lnTo>
                      <a:pt x="382" y="10882"/>
                    </a:lnTo>
                    <a:lnTo>
                      <a:pt x="677" y="11107"/>
                    </a:lnTo>
                    <a:lnTo>
                      <a:pt x="989" y="11315"/>
                    </a:lnTo>
                    <a:lnTo>
                      <a:pt x="1300" y="11506"/>
                    </a:lnTo>
                    <a:lnTo>
                      <a:pt x="1612" y="11697"/>
                    </a:lnTo>
                    <a:lnTo>
                      <a:pt x="1924" y="11870"/>
                    </a:lnTo>
                    <a:lnTo>
                      <a:pt x="2253" y="12026"/>
                    </a:lnTo>
                    <a:lnTo>
                      <a:pt x="2583" y="12182"/>
                    </a:lnTo>
                    <a:lnTo>
                      <a:pt x="2912" y="12320"/>
                    </a:lnTo>
                    <a:lnTo>
                      <a:pt x="3588" y="12580"/>
                    </a:lnTo>
                    <a:lnTo>
                      <a:pt x="4281" y="12823"/>
                    </a:lnTo>
                    <a:lnTo>
                      <a:pt x="4991" y="13013"/>
                    </a:lnTo>
                    <a:lnTo>
                      <a:pt x="5719" y="13187"/>
                    </a:lnTo>
                    <a:lnTo>
                      <a:pt x="6446" y="13325"/>
                    </a:lnTo>
                    <a:lnTo>
                      <a:pt x="7174" y="13447"/>
                    </a:lnTo>
                    <a:lnTo>
                      <a:pt x="7919" y="13550"/>
                    </a:lnTo>
                    <a:lnTo>
                      <a:pt x="8664" y="13637"/>
                    </a:lnTo>
                    <a:lnTo>
                      <a:pt x="9409" y="13706"/>
                    </a:lnTo>
                    <a:lnTo>
                      <a:pt x="10172" y="13758"/>
                    </a:lnTo>
                    <a:lnTo>
                      <a:pt x="11644" y="13862"/>
                    </a:lnTo>
                    <a:lnTo>
                      <a:pt x="12632" y="13914"/>
                    </a:lnTo>
                    <a:lnTo>
                      <a:pt x="13637" y="13949"/>
                    </a:lnTo>
                    <a:lnTo>
                      <a:pt x="14139" y="13949"/>
                    </a:lnTo>
                    <a:lnTo>
                      <a:pt x="14625" y="13932"/>
                    </a:lnTo>
                    <a:lnTo>
                      <a:pt x="15127" y="13914"/>
                    </a:lnTo>
                    <a:lnTo>
                      <a:pt x="15612" y="13880"/>
                    </a:lnTo>
                    <a:lnTo>
                      <a:pt x="16097" y="13828"/>
                    </a:lnTo>
                    <a:lnTo>
                      <a:pt x="16583" y="13741"/>
                    </a:lnTo>
                    <a:lnTo>
                      <a:pt x="17068" y="13654"/>
                    </a:lnTo>
                    <a:lnTo>
                      <a:pt x="17518" y="13533"/>
                    </a:lnTo>
                    <a:lnTo>
                      <a:pt x="17986" y="13377"/>
                    </a:lnTo>
                    <a:lnTo>
                      <a:pt x="18437" y="13204"/>
                    </a:lnTo>
                    <a:lnTo>
                      <a:pt x="18870" y="12996"/>
                    </a:lnTo>
                    <a:lnTo>
                      <a:pt x="19286" y="12753"/>
                    </a:lnTo>
                    <a:lnTo>
                      <a:pt x="19545" y="12598"/>
                    </a:lnTo>
                    <a:lnTo>
                      <a:pt x="19649" y="12494"/>
                    </a:lnTo>
                    <a:lnTo>
                      <a:pt x="19771" y="12407"/>
                    </a:lnTo>
                    <a:lnTo>
                      <a:pt x="19857" y="12303"/>
                    </a:lnTo>
                    <a:lnTo>
                      <a:pt x="19961" y="12182"/>
                    </a:lnTo>
                    <a:lnTo>
                      <a:pt x="20031" y="12060"/>
                    </a:lnTo>
                    <a:lnTo>
                      <a:pt x="20083" y="11922"/>
                    </a:lnTo>
                    <a:lnTo>
                      <a:pt x="20135" y="11749"/>
                    </a:lnTo>
                    <a:lnTo>
                      <a:pt x="20152" y="11541"/>
                    </a:lnTo>
                    <a:lnTo>
                      <a:pt x="20152" y="11350"/>
                    </a:lnTo>
                    <a:lnTo>
                      <a:pt x="20135" y="11159"/>
                    </a:lnTo>
                    <a:lnTo>
                      <a:pt x="19736" y="4107"/>
                    </a:lnTo>
                    <a:lnTo>
                      <a:pt x="19684" y="3432"/>
                    </a:lnTo>
                    <a:lnTo>
                      <a:pt x="19649" y="3102"/>
                    </a:lnTo>
                    <a:lnTo>
                      <a:pt x="19580" y="2773"/>
                    </a:lnTo>
                    <a:lnTo>
                      <a:pt x="19511" y="2444"/>
                    </a:lnTo>
                    <a:lnTo>
                      <a:pt x="19407" y="2132"/>
                    </a:lnTo>
                    <a:lnTo>
                      <a:pt x="19268" y="1820"/>
                    </a:lnTo>
                    <a:lnTo>
                      <a:pt x="19182" y="1682"/>
                    </a:lnTo>
                    <a:lnTo>
                      <a:pt x="19095" y="1543"/>
                    </a:lnTo>
                    <a:lnTo>
                      <a:pt x="18956" y="1387"/>
                    </a:lnTo>
                    <a:lnTo>
                      <a:pt x="18818" y="1231"/>
                    </a:lnTo>
                    <a:lnTo>
                      <a:pt x="18679" y="1110"/>
                    </a:lnTo>
                    <a:lnTo>
                      <a:pt x="18523" y="971"/>
                    </a:lnTo>
                    <a:lnTo>
                      <a:pt x="18350" y="867"/>
                    </a:lnTo>
                    <a:lnTo>
                      <a:pt x="18177" y="763"/>
                    </a:lnTo>
                    <a:lnTo>
                      <a:pt x="18003" y="659"/>
                    </a:lnTo>
                    <a:lnTo>
                      <a:pt x="17813" y="590"/>
                    </a:lnTo>
                    <a:lnTo>
                      <a:pt x="17414" y="434"/>
                    </a:lnTo>
                    <a:lnTo>
                      <a:pt x="17016" y="330"/>
                    </a:lnTo>
                    <a:lnTo>
                      <a:pt x="16617" y="244"/>
                    </a:lnTo>
                    <a:lnTo>
                      <a:pt x="16201" y="174"/>
                    </a:lnTo>
                    <a:lnTo>
                      <a:pt x="15578" y="88"/>
                    </a:lnTo>
                    <a:lnTo>
                      <a:pt x="14971" y="36"/>
                    </a:lnTo>
                    <a:lnTo>
                      <a:pt x="14347" y="1"/>
                    </a:lnTo>
                    <a:close/>
                  </a:path>
                </a:pathLst>
              </a:custGeom>
              <a:solidFill>
                <a:srgbClr val="F5C8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33"/>
              <p:cNvSpPr/>
              <p:nvPr/>
            </p:nvSpPr>
            <p:spPr>
              <a:xfrm>
                <a:off x="1673460" y="2813731"/>
                <a:ext cx="359058" cy="248554"/>
              </a:xfrm>
              <a:custGeom>
                <a:avLst/>
                <a:gdLst/>
                <a:ahLst/>
                <a:cxnLst/>
                <a:rect l="l" t="t" r="r" b="b"/>
                <a:pathLst>
                  <a:path w="20152" h="13950" fill="none" extrusionOk="0">
                    <a:moveTo>
                      <a:pt x="1630" y="6862"/>
                    </a:moveTo>
                    <a:lnTo>
                      <a:pt x="1630" y="6862"/>
                    </a:lnTo>
                    <a:lnTo>
                      <a:pt x="157" y="9773"/>
                    </a:lnTo>
                    <a:lnTo>
                      <a:pt x="157" y="9773"/>
                    </a:lnTo>
                    <a:lnTo>
                      <a:pt x="88" y="9929"/>
                    </a:lnTo>
                    <a:lnTo>
                      <a:pt x="36" y="10085"/>
                    </a:lnTo>
                    <a:lnTo>
                      <a:pt x="1" y="10241"/>
                    </a:lnTo>
                    <a:lnTo>
                      <a:pt x="1" y="10328"/>
                    </a:lnTo>
                    <a:lnTo>
                      <a:pt x="1" y="10414"/>
                    </a:lnTo>
                    <a:lnTo>
                      <a:pt x="1" y="10414"/>
                    </a:lnTo>
                    <a:lnTo>
                      <a:pt x="36" y="10484"/>
                    </a:lnTo>
                    <a:lnTo>
                      <a:pt x="70" y="10553"/>
                    </a:lnTo>
                    <a:lnTo>
                      <a:pt x="157" y="10674"/>
                    </a:lnTo>
                    <a:lnTo>
                      <a:pt x="261" y="10778"/>
                    </a:lnTo>
                    <a:lnTo>
                      <a:pt x="382" y="10882"/>
                    </a:lnTo>
                    <a:lnTo>
                      <a:pt x="382" y="10882"/>
                    </a:lnTo>
                    <a:lnTo>
                      <a:pt x="677" y="11107"/>
                    </a:lnTo>
                    <a:lnTo>
                      <a:pt x="989" y="11315"/>
                    </a:lnTo>
                    <a:lnTo>
                      <a:pt x="1300" y="11506"/>
                    </a:lnTo>
                    <a:lnTo>
                      <a:pt x="1612" y="11697"/>
                    </a:lnTo>
                    <a:lnTo>
                      <a:pt x="1924" y="11870"/>
                    </a:lnTo>
                    <a:lnTo>
                      <a:pt x="2253" y="12026"/>
                    </a:lnTo>
                    <a:lnTo>
                      <a:pt x="2583" y="12182"/>
                    </a:lnTo>
                    <a:lnTo>
                      <a:pt x="2912" y="12320"/>
                    </a:lnTo>
                    <a:lnTo>
                      <a:pt x="3588" y="12580"/>
                    </a:lnTo>
                    <a:lnTo>
                      <a:pt x="4281" y="12823"/>
                    </a:lnTo>
                    <a:lnTo>
                      <a:pt x="4991" y="13013"/>
                    </a:lnTo>
                    <a:lnTo>
                      <a:pt x="5719" y="13187"/>
                    </a:lnTo>
                    <a:lnTo>
                      <a:pt x="6446" y="13325"/>
                    </a:lnTo>
                    <a:lnTo>
                      <a:pt x="7174" y="13447"/>
                    </a:lnTo>
                    <a:lnTo>
                      <a:pt x="7919" y="13550"/>
                    </a:lnTo>
                    <a:lnTo>
                      <a:pt x="8664" y="13637"/>
                    </a:lnTo>
                    <a:lnTo>
                      <a:pt x="9409" y="13706"/>
                    </a:lnTo>
                    <a:lnTo>
                      <a:pt x="10172" y="13758"/>
                    </a:lnTo>
                    <a:lnTo>
                      <a:pt x="11644" y="13862"/>
                    </a:lnTo>
                    <a:lnTo>
                      <a:pt x="11644" y="13862"/>
                    </a:lnTo>
                    <a:lnTo>
                      <a:pt x="12632" y="13914"/>
                    </a:lnTo>
                    <a:lnTo>
                      <a:pt x="13637" y="13949"/>
                    </a:lnTo>
                    <a:lnTo>
                      <a:pt x="14139" y="13949"/>
                    </a:lnTo>
                    <a:lnTo>
                      <a:pt x="14625" y="13932"/>
                    </a:lnTo>
                    <a:lnTo>
                      <a:pt x="15127" y="13914"/>
                    </a:lnTo>
                    <a:lnTo>
                      <a:pt x="15612" y="13880"/>
                    </a:lnTo>
                    <a:lnTo>
                      <a:pt x="16097" y="13828"/>
                    </a:lnTo>
                    <a:lnTo>
                      <a:pt x="16583" y="13741"/>
                    </a:lnTo>
                    <a:lnTo>
                      <a:pt x="17068" y="13654"/>
                    </a:lnTo>
                    <a:lnTo>
                      <a:pt x="17518" y="13533"/>
                    </a:lnTo>
                    <a:lnTo>
                      <a:pt x="17986" y="13377"/>
                    </a:lnTo>
                    <a:lnTo>
                      <a:pt x="18437" y="13204"/>
                    </a:lnTo>
                    <a:lnTo>
                      <a:pt x="18870" y="12996"/>
                    </a:lnTo>
                    <a:lnTo>
                      <a:pt x="19286" y="12753"/>
                    </a:lnTo>
                    <a:lnTo>
                      <a:pt x="19286" y="12753"/>
                    </a:lnTo>
                    <a:lnTo>
                      <a:pt x="19545" y="12598"/>
                    </a:lnTo>
                    <a:lnTo>
                      <a:pt x="19649" y="12494"/>
                    </a:lnTo>
                    <a:lnTo>
                      <a:pt x="19771" y="12407"/>
                    </a:lnTo>
                    <a:lnTo>
                      <a:pt x="19857" y="12303"/>
                    </a:lnTo>
                    <a:lnTo>
                      <a:pt x="19961" y="12182"/>
                    </a:lnTo>
                    <a:lnTo>
                      <a:pt x="20031" y="12060"/>
                    </a:lnTo>
                    <a:lnTo>
                      <a:pt x="20083" y="11922"/>
                    </a:lnTo>
                    <a:lnTo>
                      <a:pt x="20083" y="11922"/>
                    </a:lnTo>
                    <a:lnTo>
                      <a:pt x="20135" y="11749"/>
                    </a:lnTo>
                    <a:lnTo>
                      <a:pt x="20152" y="11541"/>
                    </a:lnTo>
                    <a:lnTo>
                      <a:pt x="20152" y="11350"/>
                    </a:lnTo>
                    <a:lnTo>
                      <a:pt x="20135" y="11159"/>
                    </a:lnTo>
                    <a:lnTo>
                      <a:pt x="20135" y="11159"/>
                    </a:lnTo>
                    <a:lnTo>
                      <a:pt x="19736" y="4107"/>
                    </a:lnTo>
                    <a:lnTo>
                      <a:pt x="19736" y="4107"/>
                    </a:lnTo>
                    <a:lnTo>
                      <a:pt x="19684" y="3432"/>
                    </a:lnTo>
                    <a:lnTo>
                      <a:pt x="19649" y="3102"/>
                    </a:lnTo>
                    <a:lnTo>
                      <a:pt x="19580" y="2773"/>
                    </a:lnTo>
                    <a:lnTo>
                      <a:pt x="19511" y="2444"/>
                    </a:lnTo>
                    <a:lnTo>
                      <a:pt x="19407" y="2132"/>
                    </a:lnTo>
                    <a:lnTo>
                      <a:pt x="19268" y="1820"/>
                    </a:lnTo>
                    <a:lnTo>
                      <a:pt x="19182" y="1682"/>
                    </a:lnTo>
                    <a:lnTo>
                      <a:pt x="19095" y="1543"/>
                    </a:lnTo>
                    <a:lnTo>
                      <a:pt x="19095" y="1543"/>
                    </a:lnTo>
                    <a:lnTo>
                      <a:pt x="18956" y="1387"/>
                    </a:lnTo>
                    <a:lnTo>
                      <a:pt x="18818" y="1231"/>
                    </a:lnTo>
                    <a:lnTo>
                      <a:pt x="18679" y="1110"/>
                    </a:lnTo>
                    <a:lnTo>
                      <a:pt x="18523" y="971"/>
                    </a:lnTo>
                    <a:lnTo>
                      <a:pt x="18350" y="867"/>
                    </a:lnTo>
                    <a:lnTo>
                      <a:pt x="18177" y="763"/>
                    </a:lnTo>
                    <a:lnTo>
                      <a:pt x="18003" y="659"/>
                    </a:lnTo>
                    <a:lnTo>
                      <a:pt x="17813" y="590"/>
                    </a:lnTo>
                    <a:lnTo>
                      <a:pt x="17414" y="434"/>
                    </a:lnTo>
                    <a:lnTo>
                      <a:pt x="17016" y="330"/>
                    </a:lnTo>
                    <a:lnTo>
                      <a:pt x="16617" y="244"/>
                    </a:lnTo>
                    <a:lnTo>
                      <a:pt x="16201" y="174"/>
                    </a:lnTo>
                    <a:lnTo>
                      <a:pt x="16201" y="174"/>
                    </a:lnTo>
                    <a:lnTo>
                      <a:pt x="15578" y="88"/>
                    </a:lnTo>
                    <a:lnTo>
                      <a:pt x="14971" y="36"/>
                    </a:lnTo>
                    <a:lnTo>
                      <a:pt x="14347" y="1"/>
                    </a:lnTo>
                    <a:lnTo>
                      <a:pt x="13724" y="1"/>
                    </a:lnTo>
                    <a:lnTo>
                      <a:pt x="13100" y="18"/>
                    </a:lnTo>
                    <a:lnTo>
                      <a:pt x="12493" y="53"/>
                    </a:lnTo>
                    <a:lnTo>
                      <a:pt x="11870" y="122"/>
                    </a:lnTo>
                    <a:lnTo>
                      <a:pt x="11246" y="209"/>
                    </a:lnTo>
                    <a:lnTo>
                      <a:pt x="10639" y="313"/>
                    </a:lnTo>
                    <a:lnTo>
                      <a:pt x="10033" y="451"/>
                    </a:lnTo>
                    <a:lnTo>
                      <a:pt x="9427" y="607"/>
                    </a:lnTo>
                    <a:lnTo>
                      <a:pt x="8838" y="798"/>
                    </a:lnTo>
                    <a:lnTo>
                      <a:pt x="8248" y="989"/>
                    </a:lnTo>
                    <a:lnTo>
                      <a:pt x="7677" y="1214"/>
                    </a:lnTo>
                    <a:lnTo>
                      <a:pt x="7105" y="1474"/>
                    </a:lnTo>
                    <a:lnTo>
                      <a:pt x="6550" y="173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33"/>
              <p:cNvSpPr/>
              <p:nvPr/>
            </p:nvSpPr>
            <p:spPr>
              <a:xfrm>
                <a:off x="1625620" y="2391724"/>
                <a:ext cx="103128" cy="238648"/>
              </a:xfrm>
              <a:custGeom>
                <a:avLst/>
                <a:gdLst/>
                <a:ahLst/>
                <a:cxnLst/>
                <a:rect l="l" t="t" r="r" b="b"/>
                <a:pathLst>
                  <a:path w="5788" h="13394" extrusionOk="0">
                    <a:moveTo>
                      <a:pt x="18" y="0"/>
                    </a:moveTo>
                    <a:lnTo>
                      <a:pt x="0" y="174"/>
                    </a:lnTo>
                    <a:lnTo>
                      <a:pt x="18" y="347"/>
                    </a:lnTo>
                    <a:lnTo>
                      <a:pt x="70" y="520"/>
                    </a:lnTo>
                    <a:lnTo>
                      <a:pt x="122" y="693"/>
                    </a:lnTo>
                    <a:lnTo>
                      <a:pt x="127" y="702"/>
                    </a:lnTo>
                    <a:lnTo>
                      <a:pt x="18" y="0"/>
                    </a:lnTo>
                    <a:close/>
                    <a:moveTo>
                      <a:pt x="127" y="702"/>
                    </a:moveTo>
                    <a:lnTo>
                      <a:pt x="1889" y="12060"/>
                    </a:lnTo>
                    <a:lnTo>
                      <a:pt x="2079" y="12441"/>
                    </a:lnTo>
                    <a:lnTo>
                      <a:pt x="2201" y="12631"/>
                    </a:lnTo>
                    <a:lnTo>
                      <a:pt x="2305" y="12805"/>
                    </a:lnTo>
                    <a:lnTo>
                      <a:pt x="2443" y="12978"/>
                    </a:lnTo>
                    <a:lnTo>
                      <a:pt x="2582" y="13117"/>
                    </a:lnTo>
                    <a:lnTo>
                      <a:pt x="2755" y="13238"/>
                    </a:lnTo>
                    <a:lnTo>
                      <a:pt x="2946" y="13325"/>
                    </a:lnTo>
                    <a:lnTo>
                      <a:pt x="3119" y="13377"/>
                    </a:lnTo>
                    <a:lnTo>
                      <a:pt x="3310" y="13394"/>
                    </a:lnTo>
                    <a:lnTo>
                      <a:pt x="3500" y="13377"/>
                    </a:lnTo>
                    <a:lnTo>
                      <a:pt x="3691" y="13342"/>
                    </a:lnTo>
                    <a:lnTo>
                      <a:pt x="3864" y="13273"/>
                    </a:lnTo>
                    <a:lnTo>
                      <a:pt x="4037" y="13186"/>
                    </a:lnTo>
                    <a:lnTo>
                      <a:pt x="4193" y="13082"/>
                    </a:lnTo>
                    <a:lnTo>
                      <a:pt x="4349" y="12961"/>
                    </a:lnTo>
                    <a:lnTo>
                      <a:pt x="4488" y="12822"/>
                    </a:lnTo>
                    <a:lnTo>
                      <a:pt x="4609" y="12683"/>
                    </a:lnTo>
                    <a:lnTo>
                      <a:pt x="4713" y="12528"/>
                    </a:lnTo>
                    <a:lnTo>
                      <a:pt x="4817" y="12372"/>
                    </a:lnTo>
                    <a:lnTo>
                      <a:pt x="4990" y="12025"/>
                    </a:lnTo>
                    <a:lnTo>
                      <a:pt x="5129" y="11661"/>
                    </a:lnTo>
                    <a:lnTo>
                      <a:pt x="5268" y="11263"/>
                    </a:lnTo>
                    <a:lnTo>
                      <a:pt x="5389" y="10864"/>
                    </a:lnTo>
                    <a:lnTo>
                      <a:pt x="5493" y="10466"/>
                    </a:lnTo>
                    <a:lnTo>
                      <a:pt x="5597" y="10050"/>
                    </a:lnTo>
                    <a:lnTo>
                      <a:pt x="5666" y="9634"/>
                    </a:lnTo>
                    <a:lnTo>
                      <a:pt x="5718" y="9218"/>
                    </a:lnTo>
                    <a:lnTo>
                      <a:pt x="5753" y="8802"/>
                    </a:lnTo>
                    <a:lnTo>
                      <a:pt x="5787" y="8386"/>
                    </a:lnTo>
                    <a:lnTo>
                      <a:pt x="5787" y="7953"/>
                    </a:lnTo>
                    <a:lnTo>
                      <a:pt x="5770" y="7537"/>
                    </a:lnTo>
                    <a:lnTo>
                      <a:pt x="5753" y="7122"/>
                    </a:lnTo>
                    <a:lnTo>
                      <a:pt x="5701" y="6706"/>
                    </a:lnTo>
                    <a:lnTo>
                      <a:pt x="5649" y="6290"/>
                    </a:lnTo>
                    <a:lnTo>
                      <a:pt x="5562" y="5874"/>
                    </a:lnTo>
                    <a:lnTo>
                      <a:pt x="5476" y="5458"/>
                    </a:lnTo>
                    <a:lnTo>
                      <a:pt x="5354" y="5060"/>
                    </a:lnTo>
                    <a:lnTo>
                      <a:pt x="5198" y="4592"/>
                    </a:lnTo>
                    <a:lnTo>
                      <a:pt x="5112" y="4367"/>
                    </a:lnTo>
                    <a:lnTo>
                      <a:pt x="5008" y="4159"/>
                    </a:lnTo>
                    <a:lnTo>
                      <a:pt x="4886" y="3933"/>
                    </a:lnTo>
                    <a:lnTo>
                      <a:pt x="4765" y="3743"/>
                    </a:lnTo>
                    <a:lnTo>
                      <a:pt x="4626" y="3552"/>
                    </a:lnTo>
                    <a:lnTo>
                      <a:pt x="4453" y="3379"/>
                    </a:lnTo>
                    <a:lnTo>
                      <a:pt x="4315" y="3240"/>
                    </a:lnTo>
                    <a:lnTo>
                      <a:pt x="4176" y="3136"/>
                    </a:lnTo>
                    <a:lnTo>
                      <a:pt x="4020" y="3032"/>
                    </a:lnTo>
                    <a:lnTo>
                      <a:pt x="3881" y="2928"/>
                    </a:lnTo>
                    <a:lnTo>
                      <a:pt x="3552" y="2773"/>
                    </a:lnTo>
                    <a:lnTo>
                      <a:pt x="3206" y="2617"/>
                    </a:lnTo>
                    <a:lnTo>
                      <a:pt x="2859" y="2495"/>
                    </a:lnTo>
                    <a:lnTo>
                      <a:pt x="2495" y="2374"/>
                    </a:lnTo>
                    <a:lnTo>
                      <a:pt x="2149" y="2253"/>
                    </a:lnTo>
                    <a:lnTo>
                      <a:pt x="1785" y="2114"/>
                    </a:lnTo>
                    <a:lnTo>
                      <a:pt x="1456" y="1958"/>
                    </a:lnTo>
                    <a:lnTo>
                      <a:pt x="1109" y="1768"/>
                    </a:lnTo>
                    <a:lnTo>
                      <a:pt x="953" y="1664"/>
                    </a:lnTo>
                    <a:lnTo>
                      <a:pt x="797" y="1542"/>
                    </a:lnTo>
                    <a:lnTo>
                      <a:pt x="659" y="1421"/>
                    </a:lnTo>
                    <a:lnTo>
                      <a:pt x="520" y="1282"/>
                    </a:lnTo>
                    <a:lnTo>
                      <a:pt x="399" y="1144"/>
                    </a:lnTo>
                    <a:lnTo>
                      <a:pt x="295" y="1005"/>
                    </a:lnTo>
                    <a:lnTo>
                      <a:pt x="208" y="849"/>
                    </a:lnTo>
                    <a:lnTo>
                      <a:pt x="127" y="702"/>
                    </a:lnTo>
                    <a:close/>
                  </a:path>
                </a:pathLst>
              </a:custGeom>
              <a:solidFill>
                <a:srgbClr val="F5C8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33"/>
              <p:cNvSpPr/>
              <p:nvPr/>
            </p:nvSpPr>
            <p:spPr>
              <a:xfrm>
                <a:off x="1625620" y="2391724"/>
                <a:ext cx="103128" cy="238648"/>
              </a:xfrm>
              <a:custGeom>
                <a:avLst/>
                <a:gdLst/>
                <a:ahLst/>
                <a:cxnLst/>
                <a:rect l="l" t="t" r="r" b="b"/>
                <a:pathLst>
                  <a:path w="5788" h="13394" fill="none" extrusionOk="0">
                    <a:moveTo>
                      <a:pt x="18" y="0"/>
                    </a:moveTo>
                    <a:lnTo>
                      <a:pt x="18" y="0"/>
                    </a:lnTo>
                    <a:lnTo>
                      <a:pt x="0" y="174"/>
                    </a:lnTo>
                    <a:lnTo>
                      <a:pt x="18" y="347"/>
                    </a:lnTo>
                    <a:lnTo>
                      <a:pt x="70" y="520"/>
                    </a:lnTo>
                    <a:lnTo>
                      <a:pt x="122" y="693"/>
                    </a:lnTo>
                    <a:lnTo>
                      <a:pt x="208" y="849"/>
                    </a:lnTo>
                    <a:lnTo>
                      <a:pt x="295" y="1005"/>
                    </a:lnTo>
                    <a:lnTo>
                      <a:pt x="399" y="1144"/>
                    </a:lnTo>
                    <a:lnTo>
                      <a:pt x="520" y="1282"/>
                    </a:lnTo>
                    <a:lnTo>
                      <a:pt x="659" y="1421"/>
                    </a:lnTo>
                    <a:lnTo>
                      <a:pt x="797" y="1542"/>
                    </a:lnTo>
                    <a:lnTo>
                      <a:pt x="953" y="1664"/>
                    </a:lnTo>
                    <a:lnTo>
                      <a:pt x="1109" y="1768"/>
                    </a:lnTo>
                    <a:lnTo>
                      <a:pt x="1456" y="1958"/>
                    </a:lnTo>
                    <a:lnTo>
                      <a:pt x="1785" y="2114"/>
                    </a:lnTo>
                    <a:lnTo>
                      <a:pt x="1785" y="2114"/>
                    </a:lnTo>
                    <a:lnTo>
                      <a:pt x="2149" y="2253"/>
                    </a:lnTo>
                    <a:lnTo>
                      <a:pt x="2495" y="2374"/>
                    </a:lnTo>
                    <a:lnTo>
                      <a:pt x="2859" y="2495"/>
                    </a:lnTo>
                    <a:lnTo>
                      <a:pt x="3206" y="2617"/>
                    </a:lnTo>
                    <a:lnTo>
                      <a:pt x="3552" y="2773"/>
                    </a:lnTo>
                    <a:lnTo>
                      <a:pt x="3881" y="2928"/>
                    </a:lnTo>
                    <a:lnTo>
                      <a:pt x="4020" y="3032"/>
                    </a:lnTo>
                    <a:lnTo>
                      <a:pt x="4176" y="3136"/>
                    </a:lnTo>
                    <a:lnTo>
                      <a:pt x="4315" y="3240"/>
                    </a:lnTo>
                    <a:lnTo>
                      <a:pt x="4453" y="3379"/>
                    </a:lnTo>
                    <a:lnTo>
                      <a:pt x="4453" y="3379"/>
                    </a:lnTo>
                    <a:lnTo>
                      <a:pt x="4626" y="3552"/>
                    </a:lnTo>
                    <a:lnTo>
                      <a:pt x="4765" y="3743"/>
                    </a:lnTo>
                    <a:lnTo>
                      <a:pt x="4886" y="3933"/>
                    </a:lnTo>
                    <a:lnTo>
                      <a:pt x="5008" y="4159"/>
                    </a:lnTo>
                    <a:lnTo>
                      <a:pt x="5112" y="4367"/>
                    </a:lnTo>
                    <a:lnTo>
                      <a:pt x="5198" y="4592"/>
                    </a:lnTo>
                    <a:lnTo>
                      <a:pt x="5354" y="5060"/>
                    </a:lnTo>
                    <a:lnTo>
                      <a:pt x="5354" y="5060"/>
                    </a:lnTo>
                    <a:lnTo>
                      <a:pt x="5476" y="5458"/>
                    </a:lnTo>
                    <a:lnTo>
                      <a:pt x="5562" y="5874"/>
                    </a:lnTo>
                    <a:lnTo>
                      <a:pt x="5649" y="6290"/>
                    </a:lnTo>
                    <a:lnTo>
                      <a:pt x="5701" y="6706"/>
                    </a:lnTo>
                    <a:lnTo>
                      <a:pt x="5753" y="7122"/>
                    </a:lnTo>
                    <a:lnTo>
                      <a:pt x="5770" y="7537"/>
                    </a:lnTo>
                    <a:lnTo>
                      <a:pt x="5787" y="7953"/>
                    </a:lnTo>
                    <a:lnTo>
                      <a:pt x="5787" y="8386"/>
                    </a:lnTo>
                    <a:lnTo>
                      <a:pt x="5753" y="8802"/>
                    </a:lnTo>
                    <a:lnTo>
                      <a:pt x="5718" y="9218"/>
                    </a:lnTo>
                    <a:lnTo>
                      <a:pt x="5666" y="9634"/>
                    </a:lnTo>
                    <a:lnTo>
                      <a:pt x="5597" y="10050"/>
                    </a:lnTo>
                    <a:lnTo>
                      <a:pt x="5493" y="10466"/>
                    </a:lnTo>
                    <a:lnTo>
                      <a:pt x="5389" y="10864"/>
                    </a:lnTo>
                    <a:lnTo>
                      <a:pt x="5268" y="11263"/>
                    </a:lnTo>
                    <a:lnTo>
                      <a:pt x="5129" y="11661"/>
                    </a:lnTo>
                    <a:lnTo>
                      <a:pt x="5129" y="11661"/>
                    </a:lnTo>
                    <a:lnTo>
                      <a:pt x="4990" y="12025"/>
                    </a:lnTo>
                    <a:lnTo>
                      <a:pt x="4817" y="12372"/>
                    </a:lnTo>
                    <a:lnTo>
                      <a:pt x="4713" y="12528"/>
                    </a:lnTo>
                    <a:lnTo>
                      <a:pt x="4609" y="12683"/>
                    </a:lnTo>
                    <a:lnTo>
                      <a:pt x="4488" y="12822"/>
                    </a:lnTo>
                    <a:lnTo>
                      <a:pt x="4349" y="12961"/>
                    </a:lnTo>
                    <a:lnTo>
                      <a:pt x="4349" y="12961"/>
                    </a:lnTo>
                    <a:lnTo>
                      <a:pt x="4193" y="13082"/>
                    </a:lnTo>
                    <a:lnTo>
                      <a:pt x="4037" y="13186"/>
                    </a:lnTo>
                    <a:lnTo>
                      <a:pt x="3864" y="13273"/>
                    </a:lnTo>
                    <a:lnTo>
                      <a:pt x="3691" y="13342"/>
                    </a:lnTo>
                    <a:lnTo>
                      <a:pt x="3500" y="13377"/>
                    </a:lnTo>
                    <a:lnTo>
                      <a:pt x="3310" y="13394"/>
                    </a:lnTo>
                    <a:lnTo>
                      <a:pt x="3119" y="13377"/>
                    </a:lnTo>
                    <a:lnTo>
                      <a:pt x="2946" y="13325"/>
                    </a:lnTo>
                    <a:lnTo>
                      <a:pt x="2946" y="13325"/>
                    </a:lnTo>
                    <a:lnTo>
                      <a:pt x="2755" y="13238"/>
                    </a:lnTo>
                    <a:lnTo>
                      <a:pt x="2582" y="13117"/>
                    </a:lnTo>
                    <a:lnTo>
                      <a:pt x="2443" y="12978"/>
                    </a:lnTo>
                    <a:lnTo>
                      <a:pt x="2305" y="12805"/>
                    </a:lnTo>
                    <a:lnTo>
                      <a:pt x="2201" y="12631"/>
                    </a:lnTo>
                    <a:lnTo>
                      <a:pt x="2079" y="12441"/>
                    </a:lnTo>
                    <a:lnTo>
                      <a:pt x="1889" y="1206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33"/>
              <p:cNvSpPr/>
              <p:nvPr/>
            </p:nvSpPr>
            <p:spPr>
              <a:xfrm>
                <a:off x="1701255" y="2318547"/>
                <a:ext cx="229080" cy="297944"/>
              </a:xfrm>
              <a:custGeom>
                <a:avLst/>
                <a:gdLst/>
                <a:ahLst/>
                <a:cxnLst/>
                <a:rect l="l" t="t" r="r" b="b"/>
                <a:pathLst>
                  <a:path w="12857" h="16722" extrusionOk="0">
                    <a:moveTo>
                      <a:pt x="4817" y="1"/>
                    </a:moveTo>
                    <a:lnTo>
                      <a:pt x="4124" y="18"/>
                    </a:lnTo>
                    <a:lnTo>
                      <a:pt x="3431" y="35"/>
                    </a:lnTo>
                    <a:lnTo>
                      <a:pt x="2755" y="87"/>
                    </a:lnTo>
                    <a:lnTo>
                      <a:pt x="2062" y="122"/>
                    </a:lnTo>
                    <a:lnTo>
                      <a:pt x="1369" y="191"/>
                    </a:lnTo>
                    <a:lnTo>
                      <a:pt x="693" y="261"/>
                    </a:lnTo>
                    <a:lnTo>
                      <a:pt x="0" y="330"/>
                    </a:lnTo>
                    <a:lnTo>
                      <a:pt x="1438" y="6932"/>
                    </a:lnTo>
                    <a:lnTo>
                      <a:pt x="4782" y="14399"/>
                    </a:lnTo>
                    <a:lnTo>
                      <a:pt x="4800" y="14521"/>
                    </a:lnTo>
                    <a:lnTo>
                      <a:pt x="4817" y="14659"/>
                    </a:lnTo>
                    <a:lnTo>
                      <a:pt x="4852" y="14763"/>
                    </a:lnTo>
                    <a:lnTo>
                      <a:pt x="4904" y="14885"/>
                    </a:lnTo>
                    <a:lnTo>
                      <a:pt x="4973" y="14988"/>
                    </a:lnTo>
                    <a:lnTo>
                      <a:pt x="5060" y="15092"/>
                    </a:lnTo>
                    <a:lnTo>
                      <a:pt x="5233" y="15266"/>
                    </a:lnTo>
                    <a:lnTo>
                      <a:pt x="5458" y="15439"/>
                    </a:lnTo>
                    <a:lnTo>
                      <a:pt x="5683" y="15578"/>
                    </a:lnTo>
                    <a:lnTo>
                      <a:pt x="5926" y="15699"/>
                    </a:lnTo>
                    <a:lnTo>
                      <a:pt x="6169" y="15820"/>
                    </a:lnTo>
                    <a:lnTo>
                      <a:pt x="6931" y="16132"/>
                    </a:lnTo>
                    <a:lnTo>
                      <a:pt x="7312" y="16288"/>
                    </a:lnTo>
                    <a:lnTo>
                      <a:pt x="7711" y="16409"/>
                    </a:lnTo>
                    <a:lnTo>
                      <a:pt x="8109" y="16531"/>
                    </a:lnTo>
                    <a:lnTo>
                      <a:pt x="8508" y="16617"/>
                    </a:lnTo>
                    <a:lnTo>
                      <a:pt x="8906" y="16686"/>
                    </a:lnTo>
                    <a:lnTo>
                      <a:pt x="9322" y="16721"/>
                    </a:lnTo>
                    <a:lnTo>
                      <a:pt x="9738" y="16721"/>
                    </a:lnTo>
                    <a:lnTo>
                      <a:pt x="10136" y="16686"/>
                    </a:lnTo>
                    <a:lnTo>
                      <a:pt x="10344" y="16652"/>
                    </a:lnTo>
                    <a:lnTo>
                      <a:pt x="10552" y="16600"/>
                    </a:lnTo>
                    <a:lnTo>
                      <a:pt x="10743" y="16548"/>
                    </a:lnTo>
                    <a:lnTo>
                      <a:pt x="10951" y="16479"/>
                    </a:lnTo>
                    <a:lnTo>
                      <a:pt x="11141" y="16392"/>
                    </a:lnTo>
                    <a:lnTo>
                      <a:pt x="11315" y="16305"/>
                    </a:lnTo>
                    <a:lnTo>
                      <a:pt x="11505" y="16219"/>
                    </a:lnTo>
                    <a:lnTo>
                      <a:pt x="11661" y="16097"/>
                    </a:lnTo>
                    <a:lnTo>
                      <a:pt x="11834" y="15976"/>
                    </a:lnTo>
                    <a:lnTo>
                      <a:pt x="11990" y="15855"/>
                    </a:lnTo>
                    <a:lnTo>
                      <a:pt x="12129" y="15699"/>
                    </a:lnTo>
                    <a:lnTo>
                      <a:pt x="12250" y="15543"/>
                    </a:lnTo>
                    <a:lnTo>
                      <a:pt x="12406" y="15335"/>
                    </a:lnTo>
                    <a:lnTo>
                      <a:pt x="12528" y="15110"/>
                    </a:lnTo>
                    <a:lnTo>
                      <a:pt x="12631" y="14885"/>
                    </a:lnTo>
                    <a:lnTo>
                      <a:pt x="12718" y="14642"/>
                    </a:lnTo>
                    <a:lnTo>
                      <a:pt x="12787" y="14399"/>
                    </a:lnTo>
                    <a:lnTo>
                      <a:pt x="12822" y="14139"/>
                    </a:lnTo>
                    <a:lnTo>
                      <a:pt x="12857" y="13880"/>
                    </a:lnTo>
                    <a:lnTo>
                      <a:pt x="12857" y="13620"/>
                    </a:lnTo>
                    <a:lnTo>
                      <a:pt x="12839" y="13360"/>
                    </a:lnTo>
                    <a:lnTo>
                      <a:pt x="12822" y="13100"/>
                    </a:lnTo>
                    <a:lnTo>
                      <a:pt x="12770" y="12840"/>
                    </a:lnTo>
                    <a:lnTo>
                      <a:pt x="12718" y="12580"/>
                    </a:lnTo>
                    <a:lnTo>
                      <a:pt x="12631" y="12320"/>
                    </a:lnTo>
                    <a:lnTo>
                      <a:pt x="12545" y="12078"/>
                    </a:lnTo>
                    <a:lnTo>
                      <a:pt x="12441" y="11835"/>
                    </a:lnTo>
                    <a:lnTo>
                      <a:pt x="12337" y="11592"/>
                    </a:lnTo>
                    <a:lnTo>
                      <a:pt x="12216" y="11367"/>
                    </a:lnTo>
                    <a:lnTo>
                      <a:pt x="12077" y="11142"/>
                    </a:lnTo>
                    <a:lnTo>
                      <a:pt x="11782" y="10709"/>
                    </a:lnTo>
                    <a:lnTo>
                      <a:pt x="11471" y="10293"/>
                    </a:lnTo>
                    <a:lnTo>
                      <a:pt x="11141" y="9894"/>
                    </a:lnTo>
                    <a:lnTo>
                      <a:pt x="10795" y="9496"/>
                    </a:lnTo>
                    <a:lnTo>
                      <a:pt x="10431" y="9115"/>
                    </a:lnTo>
                    <a:lnTo>
                      <a:pt x="9738" y="8335"/>
                    </a:lnTo>
                    <a:lnTo>
                      <a:pt x="9391" y="7954"/>
                    </a:lnTo>
                    <a:lnTo>
                      <a:pt x="9062" y="7538"/>
                    </a:lnTo>
                    <a:lnTo>
                      <a:pt x="8750" y="7139"/>
                    </a:lnTo>
                    <a:lnTo>
                      <a:pt x="8456" y="6706"/>
                    </a:lnTo>
                    <a:lnTo>
                      <a:pt x="8161" y="6273"/>
                    </a:lnTo>
                    <a:lnTo>
                      <a:pt x="7884" y="5840"/>
                    </a:lnTo>
                    <a:lnTo>
                      <a:pt x="7641" y="5389"/>
                    </a:lnTo>
                    <a:lnTo>
                      <a:pt x="7399" y="4922"/>
                    </a:lnTo>
                    <a:lnTo>
                      <a:pt x="7191" y="4454"/>
                    </a:lnTo>
                    <a:lnTo>
                      <a:pt x="7000" y="3986"/>
                    </a:lnTo>
                    <a:lnTo>
                      <a:pt x="6827" y="3501"/>
                    </a:lnTo>
                    <a:lnTo>
                      <a:pt x="6706" y="2998"/>
                    </a:lnTo>
                    <a:lnTo>
                      <a:pt x="6584" y="2513"/>
                    </a:lnTo>
                    <a:lnTo>
                      <a:pt x="6515" y="2011"/>
                    </a:lnTo>
                    <a:lnTo>
                      <a:pt x="6463" y="1508"/>
                    </a:lnTo>
                    <a:lnTo>
                      <a:pt x="6446" y="988"/>
                    </a:lnTo>
                    <a:lnTo>
                      <a:pt x="6446" y="781"/>
                    </a:lnTo>
                    <a:lnTo>
                      <a:pt x="6429" y="573"/>
                    </a:lnTo>
                    <a:lnTo>
                      <a:pt x="6394" y="486"/>
                    </a:lnTo>
                    <a:lnTo>
                      <a:pt x="6359" y="382"/>
                    </a:lnTo>
                    <a:lnTo>
                      <a:pt x="6325" y="295"/>
                    </a:lnTo>
                    <a:lnTo>
                      <a:pt x="6255" y="226"/>
                    </a:lnTo>
                    <a:lnTo>
                      <a:pt x="6186" y="157"/>
                    </a:lnTo>
                    <a:lnTo>
                      <a:pt x="6099" y="105"/>
                    </a:lnTo>
                    <a:lnTo>
                      <a:pt x="6013" y="70"/>
                    </a:lnTo>
                    <a:lnTo>
                      <a:pt x="5909" y="35"/>
                    </a:lnTo>
                    <a:lnTo>
                      <a:pt x="5718" y="18"/>
                    </a:lnTo>
                    <a:lnTo>
                      <a:pt x="5510" y="1"/>
                    </a:lnTo>
                    <a:close/>
                  </a:path>
                </a:pathLst>
              </a:custGeom>
              <a:solidFill>
                <a:srgbClr val="F5C8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33"/>
              <p:cNvSpPr/>
              <p:nvPr/>
            </p:nvSpPr>
            <p:spPr>
              <a:xfrm>
                <a:off x="1701255" y="2318547"/>
                <a:ext cx="229080" cy="297944"/>
              </a:xfrm>
              <a:custGeom>
                <a:avLst/>
                <a:gdLst/>
                <a:ahLst/>
                <a:cxnLst/>
                <a:rect l="l" t="t" r="r" b="b"/>
                <a:pathLst>
                  <a:path w="12857" h="16722" fill="none" extrusionOk="0">
                    <a:moveTo>
                      <a:pt x="1438" y="6932"/>
                    </a:moveTo>
                    <a:lnTo>
                      <a:pt x="1438" y="6932"/>
                    </a:lnTo>
                    <a:lnTo>
                      <a:pt x="0" y="330"/>
                    </a:lnTo>
                    <a:lnTo>
                      <a:pt x="0" y="330"/>
                    </a:lnTo>
                    <a:lnTo>
                      <a:pt x="693" y="261"/>
                    </a:lnTo>
                    <a:lnTo>
                      <a:pt x="1369" y="191"/>
                    </a:lnTo>
                    <a:lnTo>
                      <a:pt x="2062" y="122"/>
                    </a:lnTo>
                    <a:lnTo>
                      <a:pt x="2755" y="87"/>
                    </a:lnTo>
                    <a:lnTo>
                      <a:pt x="3431" y="35"/>
                    </a:lnTo>
                    <a:lnTo>
                      <a:pt x="4124" y="18"/>
                    </a:lnTo>
                    <a:lnTo>
                      <a:pt x="4817" y="1"/>
                    </a:lnTo>
                    <a:lnTo>
                      <a:pt x="5510" y="1"/>
                    </a:lnTo>
                    <a:lnTo>
                      <a:pt x="5510" y="1"/>
                    </a:lnTo>
                    <a:lnTo>
                      <a:pt x="5718" y="18"/>
                    </a:lnTo>
                    <a:lnTo>
                      <a:pt x="5909" y="35"/>
                    </a:lnTo>
                    <a:lnTo>
                      <a:pt x="6013" y="70"/>
                    </a:lnTo>
                    <a:lnTo>
                      <a:pt x="6099" y="105"/>
                    </a:lnTo>
                    <a:lnTo>
                      <a:pt x="6186" y="157"/>
                    </a:lnTo>
                    <a:lnTo>
                      <a:pt x="6255" y="226"/>
                    </a:lnTo>
                    <a:lnTo>
                      <a:pt x="6255" y="226"/>
                    </a:lnTo>
                    <a:lnTo>
                      <a:pt x="6325" y="295"/>
                    </a:lnTo>
                    <a:lnTo>
                      <a:pt x="6359" y="382"/>
                    </a:lnTo>
                    <a:lnTo>
                      <a:pt x="6394" y="486"/>
                    </a:lnTo>
                    <a:lnTo>
                      <a:pt x="6429" y="573"/>
                    </a:lnTo>
                    <a:lnTo>
                      <a:pt x="6446" y="781"/>
                    </a:lnTo>
                    <a:lnTo>
                      <a:pt x="6446" y="988"/>
                    </a:lnTo>
                    <a:lnTo>
                      <a:pt x="6446" y="988"/>
                    </a:lnTo>
                    <a:lnTo>
                      <a:pt x="6463" y="1508"/>
                    </a:lnTo>
                    <a:lnTo>
                      <a:pt x="6515" y="2011"/>
                    </a:lnTo>
                    <a:lnTo>
                      <a:pt x="6584" y="2513"/>
                    </a:lnTo>
                    <a:lnTo>
                      <a:pt x="6706" y="2998"/>
                    </a:lnTo>
                    <a:lnTo>
                      <a:pt x="6827" y="3501"/>
                    </a:lnTo>
                    <a:lnTo>
                      <a:pt x="7000" y="3986"/>
                    </a:lnTo>
                    <a:lnTo>
                      <a:pt x="7191" y="4454"/>
                    </a:lnTo>
                    <a:lnTo>
                      <a:pt x="7399" y="4922"/>
                    </a:lnTo>
                    <a:lnTo>
                      <a:pt x="7641" y="5389"/>
                    </a:lnTo>
                    <a:lnTo>
                      <a:pt x="7884" y="5840"/>
                    </a:lnTo>
                    <a:lnTo>
                      <a:pt x="8161" y="6273"/>
                    </a:lnTo>
                    <a:lnTo>
                      <a:pt x="8456" y="6706"/>
                    </a:lnTo>
                    <a:lnTo>
                      <a:pt x="8750" y="7139"/>
                    </a:lnTo>
                    <a:lnTo>
                      <a:pt x="9062" y="7538"/>
                    </a:lnTo>
                    <a:lnTo>
                      <a:pt x="9391" y="7954"/>
                    </a:lnTo>
                    <a:lnTo>
                      <a:pt x="9738" y="8335"/>
                    </a:lnTo>
                    <a:lnTo>
                      <a:pt x="9738" y="8335"/>
                    </a:lnTo>
                    <a:lnTo>
                      <a:pt x="10431" y="9115"/>
                    </a:lnTo>
                    <a:lnTo>
                      <a:pt x="10795" y="9496"/>
                    </a:lnTo>
                    <a:lnTo>
                      <a:pt x="11141" y="9894"/>
                    </a:lnTo>
                    <a:lnTo>
                      <a:pt x="11471" y="10293"/>
                    </a:lnTo>
                    <a:lnTo>
                      <a:pt x="11782" y="10709"/>
                    </a:lnTo>
                    <a:lnTo>
                      <a:pt x="12077" y="11142"/>
                    </a:lnTo>
                    <a:lnTo>
                      <a:pt x="12216" y="11367"/>
                    </a:lnTo>
                    <a:lnTo>
                      <a:pt x="12337" y="11592"/>
                    </a:lnTo>
                    <a:lnTo>
                      <a:pt x="12337" y="11592"/>
                    </a:lnTo>
                    <a:lnTo>
                      <a:pt x="12441" y="11835"/>
                    </a:lnTo>
                    <a:lnTo>
                      <a:pt x="12545" y="12078"/>
                    </a:lnTo>
                    <a:lnTo>
                      <a:pt x="12631" y="12320"/>
                    </a:lnTo>
                    <a:lnTo>
                      <a:pt x="12718" y="12580"/>
                    </a:lnTo>
                    <a:lnTo>
                      <a:pt x="12770" y="12840"/>
                    </a:lnTo>
                    <a:lnTo>
                      <a:pt x="12822" y="13100"/>
                    </a:lnTo>
                    <a:lnTo>
                      <a:pt x="12839" y="13360"/>
                    </a:lnTo>
                    <a:lnTo>
                      <a:pt x="12857" y="13620"/>
                    </a:lnTo>
                    <a:lnTo>
                      <a:pt x="12857" y="13880"/>
                    </a:lnTo>
                    <a:lnTo>
                      <a:pt x="12822" y="14139"/>
                    </a:lnTo>
                    <a:lnTo>
                      <a:pt x="12787" y="14399"/>
                    </a:lnTo>
                    <a:lnTo>
                      <a:pt x="12718" y="14642"/>
                    </a:lnTo>
                    <a:lnTo>
                      <a:pt x="12631" y="14885"/>
                    </a:lnTo>
                    <a:lnTo>
                      <a:pt x="12528" y="15110"/>
                    </a:lnTo>
                    <a:lnTo>
                      <a:pt x="12406" y="15335"/>
                    </a:lnTo>
                    <a:lnTo>
                      <a:pt x="12250" y="15543"/>
                    </a:lnTo>
                    <a:lnTo>
                      <a:pt x="12250" y="15543"/>
                    </a:lnTo>
                    <a:lnTo>
                      <a:pt x="12129" y="15699"/>
                    </a:lnTo>
                    <a:lnTo>
                      <a:pt x="11990" y="15855"/>
                    </a:lnTo>
                    <a:lnTo>
                      <a:pt x="11834" y="15976"/>
                    </a:lnTo>
                    <a:lnTo>
                      <a:pt x="11661" y="16097"/>
                    </a:lnTo>
                    <a:lnTo>
                      <a:pt x="11505" y="16219"/>
                    </a:lnTo>
                    <a:lnTo>
                      <a:pt x="11315" y="16305"/>
                    </a:lnTo>
                    <a:lnTo>
                      <a:pt x="11141" y="16392"/>
                    </a:lnTo>
                    <a:lnTo>
                      <a:pt x="10951" y="16479"/>
                    </a:lnTo>
                    <a:lnTo>
                      <a:pt x="10743" y="16548"/>
                    </a:lnTo>
                    <a:lnTo>
                      <a:pt x="10552" y="16600"/>
                    </a:lnTo>
                    <a:lnTo>
                      <a:pt x="10344" y="16652"/>
                    </a:lnTo>
                    <a:lnTo>
                      <a:pt x="10136" y="16686"/>
                    </a:lnTo>
                    <a:lnTo>
                      <a:pt x="9738" y="16721"/>
                    </a:lnTo>
                    <a:lnTo>
                      <a:pt x="9322" y="16721"/>
                    </a:lnTo>
                    <a:lnTo>
                      <a:pt x="9322" y="16721"/>
                    </a:lnTo>
                    <a:lnTo>
                      <a:pt x="8906" y="16686"/>
                    </a:lnTo>
                    <a:lnTo>
                      <a:pt x="8508" y="16617"/>
                    </a:lnTo>
                    <a:lnTo>
                      <a:pt x="8109" y="16531"/>
                    </a:lnTo>
                    <a:lnTo>
                      <a:pt x="7711" y="16409"/>
                    </a:lnTo>
                    <a:lnTo>
                      <a:pt x="7312" y="16288"/>
                    </a:lnTo>
                    <a:lnTo>
                      <a:pt x="6931" y="16132"/>
                    </a:lnTo>
                    <a:lnTo>
                      <a:pt x="6169" y="15820"/>
                    </a:lnTo>
                    <a:lnTo>
                      <a:pt x="6169" y="15820"/>
                    </a:lnTo>
                    <a:lnTo>
                      <a:pt x="5926" y="15699"/>
                    </a:lnTo>
                    <a:lnTo>
                      <a:pt x="5683" y="15578"/>
                    </a:lnTo>
                    <a:lnTo>
                      <a:pt x="5458" y="15439"/>
                    </a:lnTo>
                    <a:lnTo>
                      <a:pt x="5233" y="15266"/>
                    </a:lnTo>
                    <a:lnTo>
                      <a:pt x="5060" y="15092"/>
                    </a:lnTo>
                    <a:lnTo>
                      <a:pt x="4973" y="14988"/>
                    </a:lnTo>
                    <a:lnTo>
                      <a:pt x="4904" y="14885"/>
                    </a:lnTo>
                    <a:lnTo>
                      <a:pt x="4852" y="14763"/>
                    </a:lnTo>
                    <a:lnTo>
                      <a:pt x="4817" y="14659"/>
                    </a:lnTo>
                    <a:lnTo>
                      <a:pt x="4800" y="14521"/>
                    </a:lnTo>
                    <a:lnTo>
                      <a:pt x="4782" y="14399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33"/>
              <p:cNvSpPr/>
              <p:nvPr/>
            </p:nvSpPr>
            <p:spPr>
              <a:xfrm>
                <a:off x="1219969" y="3674138"/>
                <a:ext cx="282479" cy="169819"/>
              </a:xfrm>
              <a:custGeom>
                <a:avLst/>
                <a:gdLst/>
                <a:ahLst/>
                <a:cxnLst/>
                <a:rect l="l" t="t" r="r" b="b"/>
                <a:pathLst>
                  <a:path w="15854" h="9531" extrusionOk="0">
                    <a:moveTo>
                      <a:pt x="12718" y="1"/>
                    </a:moveTo>
                    <a:lnTo>
                      <a:pt x="12562" y="18"/>
                    </a:lnTo>
                    <a:lnTo>
                      <a:pt x="12406" y="53"/>
                    </a:lnTo>
                    <a:lnTo>
                      <a:pt x="12250" y="105"/>
                    </a:lnTo>
                    <a:lnTo>
                      <a:pt x="11955" y="226"/>
                    </a:lnTo>
                    <a:lnTo>
                      <a:pt x="11661" y="382"/>
                    </a:lnTo>
                    <a:lnTo>
                      <a:pt x="11384" y="572"/>
                    </a:lnTo>
                    <a:lnTo>
                      <a:pt x="11106" y="763"/>
                    </a:lnTo>
                    <a:lnTo>
                      <a:pt x="10621" y="1179"/>
                    </a:lnTo>
                    <a:lnTo>
                      <a:pt x="10153" y="1612"/>
                    </a:lnTo>
                    <a:lnTo>
                      <a:pt x="9218" y="2513"/>
                    </a:lnTo>
                    <a:lnTo>
                      <a:pt x="8767" y="2946"/>
                    </a:lnTo>
                    <a:lnTo>
                      <a:pt x="8282" y="3379"/>
                    </a:lnTo>
                    <a:lnTo>
                      <a:pt x="7797" y="3778"/>
                    </a:lnTo>
                    <a:lnTo>
                      <a:pt x="7277" y="4159"/>
                    </a:lnTo>
                    <a:lnTo>
                      <a:pt x="6965" y="4367"/>
                    </a:lnTo>
                    <a:lnTo>
                      <a:pt x="6636" y="4575"/>
                    </a:lnTo>
                    <a:lnTo>
                      <a:pt x="6307" y="4766"/>
                    </a:lnTo>
                    <a:lnTo>
                      <a:pt x="5960" y="4939"/>
                    </a:lnTo>
                    <a:lnTo>
                      <a:pt x="5267" y="5268"/>
                    </a:lnTo>
                    <a:lnTo>
                      <a:pt x="4557" y="5563"/>
                    </a:lnTo>
                    <a:lnTo>
                      <a:pt x="3829" y="5840"/>
                    </a:lnTo>
                    <a:lnTo>
                      <a:pt x="3101" y="6100"/>
                    </a:lnTo>
                    <a:lnTo>
                      <a:pt x="1646" y="6602"/>
                    </a:lnTo>
                    <a:lnTo>
                      <a:pt x="1386" y="6706"/>
                    </a:lnTo>
                    <a:lnTo>
                      <a:pt x="1109" y="6827"/>
                    </a:lnTo>
                    <a:lnTo>
                      <a:pt x="849" y="6949"/>
                    </a:lnTo>
                    <a:lnTo>
                      <a:pt x="606" y="7105"/>
                    </a:lnTo>
                    <a:lnTo>
                      <a:pt x="399" y="7295"/>
                    </a:lnTo>
                    <a:lnTo>
                      <a:pt x="295" y="7382"/>
                    </a:lnTo>
                    <a:lnTo>
                      <a:pt x="208" y="7486"/>
                    </a:lnTo>
                    <a:lnTo>
                      <a:pt x="139" y="7607"/>
                    </a:lnTo>
                    <a:lnTo>
                      <a:pt x="87" y="7728"/>
                    </a:lnTo>
                    <a:lnTo>
                      <a:pt x="35" y="7850"/>
                    </a:lnTo>
                    <a:lnTo>
                      <a:pt x="17" y="7988"/>
                    </a:lnTo>
                    <a:lnTo>
                      <a:pt x="0" y="8127"/>
                    </a:lnTo>
                    <a:lnTo>
                      <a:pt x="17" y="8266"/>
                    </a:lnTo>
                    <a:lnTo>
                      <a:pt x="35" y="8404"/>
                    </a:lnTo>
                    <a:lnTo>
                      <a:pt x="69" y="8525"/>
                    </a:lnTo>
                    <a:lnTo>
                      <a:pt x="139" y="8664"/>
                    </a:lnTo>
                    <a:lnTo>
                      <a:pt x="208" y="8785"/>
                    </a:lnTo>
                    <a:lnTo>
                      <a:pt x="295" y="8889"/>
                    </a:lnTo>
                    <a:lnTo>
                      <a:pt x="381" y="8993"/>
                    </a:lnTo>
                    <a:lnTo>
                      <a:pt x="485" y="9097"/>
                    </a:lnTo>
                    <a:lnTo>
                      <a:pt x="606" y="9184"/>
                    </a:lnTo>
                    <a:lnTo>
                      <a:pt x="728" y="9271"/>
                    </a:lnTo>
                    <a:lnTo>
                      <a:pt x="849" y="9340"/>
                    </a:lnTo>
                    <a:lnTo>
                      <a:pt x="988" y="9392"/>
                    </a:lnTo>
                    <a:lnTo>
                      <a:pt x="1126" y="9444"/>
                    </a:lnTo>
                    <a:lnTo>
                      <a:pt x="1265" y="9478"/>
                    </a:lnTo>
                    <a:lnTo>
                      <a:pt x="1421" y="9513"/>
                    </a:lnTo>
                    <a:lnTo>
                      <a:pt x="1698" y="9530"/>
                    </a:lnTo>
                    <a:lnTo>
                      <a:pt x="1975" y="9513"/>
                    </a:lnTo>
                    <a:lnTo>
                      <a:pt x="2270" y="9478"/>
                    </a:lnTo>
                    <a:lnTo>
                      <a:pt x="2547" y="9409"/>
                    </a:lnTo>
                    <a:lnTo>
                      <a:pt x="2824" y="9340"/>
                    </a:lnTo>
                    <a:lnTo>
                      <a:pt x="3101" y="9253"/>
                    </a:lnTo>
                    <a:lnTo>
                      <a:pt x="3656" y="9063"/>
                    </a:lnTo>
                    <a:lnTo>
                      <a:pt x="4193" y="8889"/>
                    </a:lnTo>
                    <a:lnTo>
                      <a:pt x="4730" y="8733"/>
                    </a:lnTo>
                    <a:lnTo>
                      <a:pt x="5267" y="8577"/>
                    </a:lnTo>
                    <a:lnTo>
                      <a:pt x="5822" y="8456"/>
                    </a:lnTo>
                    <a:lnTo>
                      <a:pt x="6376" y="8335"/>
                    </a:lnTo>
                    <a:lnTo>
                      <a:pt x="6931" y="8214"/>
                    </a:lnTo>
                    <a:lnTo>
                      <a:pt x="8040" y="8023"/>
                    </a:lnTo>
                    <a:lnTo>
                      <a:pt x="9166" y="7850"/>
                    </a:lnTo>
                    <a:lnTo>
                      <a:pt x="10292" y="7711"/>
                    </a:lnTo>
                    <a:lnTo>
                      <a:pt x="11418" y="7590"/>
                    </a:lnTo>
                    <a:lnTo>
                      <a:pt x="12545" y="7469"/>
                    </a:lnTo>
                    <a:lnTo>
                      <a:pt x="13012" y="7417"/>
                    </a:lnTo>
                    <a:lnTo>
                      <a:pt x="13463" y="7347"/>
                    </a:lnTo>
                    <a:lnTo>
                      <a:pt x="13688" y="7295"/>
                    </a:lnTo>
                    <a:lnTo>
                      <a:pt x="13913" y="7226"/>
                    </a:lnTo>
                    <a:lnTo>
                      <a:pt x="14121" y="7139"/>
                    </a:lnTo>
                    <a:lnTo>
                      <a:pt x="14329" y="7035"/>
                    </a:lnTo>
                    <a:lnTo>
                      <a:pt x="14537" y="6897"/>
                    </a:lnTo>
                    <a:lnTo>
                      <a:pt x="14728" y="6741"/>
                    </a:lnTo>
                    <a:lnTo>
                      <a:pt x="14884" y="6568"/>
                    </a:lnTo>
                    <a:lnTo>
                      <a:pt x="15040" y="6377"/>
                    </a:lnTo>
                    <a:lnTo>
                      <a:pt x="15161" y="6186"/>
                    </a:lnTo>
                    <a:lnTo>
                      <a:pt x="15282" y="5978"/>
                    </a:lnTo>
                    <a:lnTo>
                      <a:pt x="15386" y="5753"/>
                    </a:lnTo>
                    <a:lnTo>
                      <a:pt x="15473" y="5528"/>
                    </a:lnTo>
                    <a:lnTo>
                      <a:pt x="15542" y="5285"/>
                    </a:lnTo>
                    <a:lnTo>
                      <a:pt x="15611" y="5043"/>
                    </a:lnTo>
                    <a:lnTo>
                      <a:pt x="15733" y="4540"/>
                    </a:lnTo>
                    <a:lnTo>
                      <a:pt x="15802" y="4038"/>
                    </a:lnTo>
                    <a:lnTo>
                      <a:pt x="15854" y="3535"/>
                    </a:lnTo>
                    <a:lnTo>
                      <a:pt x="15629" y="3206"/>
                    </a:lnTo>
                    <a:lnTo>
                      <a:pt x="14156" y="954"/>
                    </a:lnTo>
                    <a:lnTo>
                      <a:pt x="14000" y="728"/>
                    </a:lnTo>
                    <a:lnTo>
                      <a:pt x="13844" y="520"/>
                    </a:lnTo>
                    <a:lnTo>
                      <a:pt x="13671" y="330"/>
                    </a:lnTo>
                    <a:lnTo>
                      <a:pt x="13567" y="243"/>
                    </a:lnTo>
                    <a:lnTo>
                      <a:pt x="13446" y="174"/>
                    </a:lnTo>
                    <a:lnTo>
                      <a:pt x="13307" y="105"/>
                    </a:lnTo>
                    <a:lnTo>
                      <a:pt x="13168" y="53"/>
                    </a:lnTo>
                    <a:lnTo>
                      <a:pt x="13012" y="18"/>
                    </a:lnTo>
                    <a:lnTo>
                      <a:pt x="1287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33"/>
              <p:cNvSpPr/>
              <p:nvPr/>
            </p:nvSpPr>
            <p:spPr>
              <a:xfrm>
                <a:off x="1219969" y="3674138"/>
                <a:ext cx="282479" cy="169819"/>
              </a:xfrm>
              <a:custGeom>
                <a:avLst/>
                <a:gdLst/>
                <a:ahLst/>
                <a:cxnLst/>
                <a:rect l="l" t="t" r="r" b="b"/>
                <a:pathLst>
                  <a:path w="15854" h="9531" fill="none" extrusionOk="0">
                    <a:moveTo>
                      <a:pt x="15629" y="3206"/>
                    </a:moveTo>
                    <a:lnTo>
                      <a:pt x="15629" y="3206"/>
                    </a:lnTo>
                    <a:lnTo>
                      <a:pt x="14156" y="954"/>
                    </a:lnTo>
                    <a:lnTo>
                      <a:pt x="14156" y="954"/>
                    </a:lnTo>
                    <a:lnTo>
                      <a:pt x="14000" y="728"/>
                    </a:lnTo>
                    <a:lnTo>
                      <a:pt x="13844" y="520"/>
                    </a:lnTo>
                    <a:lnTo>
                      <a:pt x="13671" y="330"/>
                    </a:lnTo>
                    <a:lnTo>
                      <a:pt x="13567" y="243"/>
                    </a:lnTo>
                    <a:lnTo>
                      <a:pt x="13446" y="174"/>
                    </a:lnTo>
                    <a:lnTo>
                      <a:pt x="13446" y="174"/>
                    </a:lnTo>
                    <a:lnTo>
                      <a:pt x="13307" y="105"/>
                    </a:lnTo>
                    <a:lnTo>
                      <a:pt x="13168" y="53"/>
                    </a:lnTo>
                    <a:lnTo>
                      <a:pt x="13012" y="18"/>
                    </a:lnTo>
                    <a:lnTo>
                      <a:pt x="12874" y="1"/>
                    </a:lnTo>
                    <a:lnTo>
                      <a:pt x="12718" y="1"/>
                    </a:lnTo>
                    <a:lnTo>
                      <a:pt x="12562" y="18"/>
                    </a:lnTo>
                    <a:lnTo>
                      <a:pt x="12406" y="53"/>
                    </a:lnTo>
                    <a:lnTo>
                      <a:pt x="12250" y="105"/>
                    </a:lnTo>
                    <a:lnTo>
                      <a:pt x="11955" y="226"/>
                    </a:lnTo>
                    <a:lnTo>
                      <a:pt x="11661" y="382"/>
                    </a:lnTo>
                    <a:lnTo>
                      <a:pt x="11384" y="572"/>
                    </a:lnTo>
                    <a:lnTo>
                      <a:pt x="11106" y="763"/>
                    </a:lnTo>
                    <a:lnTo>
                      <a:pt x="11106" y="763"/>
                    </a:lnTo>
                    <a:lnTo>
                      <a:pt x="10621" y="1179"/>
                    </a:lnTo>
                    <a:lnTo>
                      <a:pt x="10153" y="1612"/>
                    </a:lnTo>
                    <a:lnTo>
                      <a:pt x="9218" y="2513"/>
                    </a:lnTo>
                    <a:lnTo>
                      <a:pt x="8767" y="2946"/>
                    </a:lnTo>
                    <a:lnTo>
                      <a:pt x="8282" y="3379"/>
                    </a:lnTo>
                    <a:lnTo>
                      <a:pt x="7797" y="3778"/>
                    </a:lnTo>
                    <a:lnTo>
                      <a:pt x="7277" y="4159"/>
                    </a:lnTo>
                    <a:lnTo>
                      <a:pt x="7277" y="4159"/>
                    </a:lnTo>
                    <a:lnTo>
                      <a:pt x="6965" y="4367"/>
                    </a:lnTo>
                    <a:lnTo>
                      <a:pt x="6636" y="4575"/>
                    </a:lnTo>
                    <a:lnTo>
                      <a:pt x="6307" y="4766"/>
                    </a:lnTo>
                    <a:lnTo>
                      <a:pt x="5960" y="4939"/>
                    </a:lnTo>
                    <a:lnTo>
                      <a:pt x="5267" y="5268"/>
                    </a:lnTo>
                    <a:lnTo>
                      <a:pt x="4557" y="5563"/>
                    </a:lnTo>
                    <a:lnTo>
                      <a:pt x="3829" y="5840"/>
                    </a:lnTo>
                    <a:lnTo>
                      <a:pt x="3101" y="6100"/>
                    </a:lnTo>
                    <a:lnTo>
                      <a:pt x="1646" y="6602"/>
                    </a:lnTo>
                    <a:lnTo>
                      <a:pt x="1646" y="6602"/>
                    </a:lnTo>
                    <a:lnTo>
                      <a:pt x="1386" y="6706"/>
                    </a:lnTo>
                    <a:lnTo>
                      <a:pt x="1109" y="6827"/>
                    </a:lnTo>
                    <a:lnTo>
                      <a:pt x="849" y="6949"/>
                    </a:lnTo>
                    <a:lnTo>
                      <a:pt x="606" y="7105"/>
                    </a:lnTo>
                    <a:lnTo>
                      <a:pt x="399" y="7295"/>
                    </a:lnTo>
                    <a:lnTo>
                      <a:pt x="295" y="7382"/>
                    </a:lnTo>
                    <a:lnTo>
                      <a:pt x="208" y="7486"/>
                    </a:lnTo>
                    <a:lnTo>
                      <a:pt x="139" y="7607"/>
                    </a:lnTo>
                    <a:lnTo>
                      <a:pt x="87" y="7728"/>
                    </a:lnTo>
                    <a:lnTo>
                      <a:pt x="35" y="7850"/>
                    </a:lnTo>
                    <a:lnTo>
                      <a:pt x="17" y="7988"/>
                    </a:lnTo>
                    <a:lnTo>
                      <a:pt x="17" y="7988"/>
                    </a:lnTo>
                    <a:lnTo>
                      <a:pt x="0" y="8127"/>
                    </a:lnTo>
                    <a:lnTo>
                      <a:pt x="17" y="8266"/>
                    </a:lnTo>
                    <a:lnTo>
                      <a:pt x="35" y="8404"/>
                    </a:lnTo>
                    <a:lnTo>
                      <a:pt x="69" y="8525"/>
                    </a:lnTo>
                    <a:lnTo>
                      <a:pt x="139" y="8664"/>
                    </a:lnTo>
                    <a:lnTo>
                      <a:pt x="208" y="8785"/>
                    </a:lnTo>
                    <a:lnTo>
                      <a:pt x="295" y="8889"/>
                    </a:lnTo>
                    <a:lnTo>
                      <a:pt x="381" y="8993"/>
                    </a:lnTo>
                    <a:lnTo>
                      <a:pt x="485" y="9097"/>
                    </a:lnTo>
                    <a:lnTo>
                      <a:pt x="606" y="9184"/>
                    </a:lnTo>
                    <a:lnTo>
                      <a:pt x="728" y="9271"/>
                    </a:lnTo>
                    <a:lnTo>
                      <a:pt x="849" y="9340"/>
                    </a:lnTo>
                    <a:lnTo>
                      <a:pt x="988" y="9392"/>
                    </a:lnTo>
                    <a:lnTo>
                      <a:pt x="1126" y="9444"/>
                    </a:lnTo>
                    <a:lnTo>
                      <a:pt x="1265" y="9478"/>
                    </a:lnTo>
                    <a:lnTo>
                      <a:pt x="1421" y="9513"/>
                    </a:lnTo>
                    <a:lnTo>
                      <a:pt x="1421" y="9513"/>
                    </a:lnTo>
                    <a:lnTo>
                      <a:pt x="1698" y="9530"/>
                    </a:lnTo>
                    <a:lnTo>
                      <a:pt x="1975" y="9513"/>
                    </a:lnTo>
                    <a:lnTo>
                      <a:pt x="2270" y="9478"/>
                    </a:lnTo>
                    <a:lnTo>
                      <a:pt x="2547" y="9409"/>
                    </a:lnTo>
                    <a:lnTo>
                      <a:pt x="2824" y="9340"/>
                    </a:lnTo>
                    <a:lnTo>
                      <a:pt x="3101" y="9253"/>
                    </a:lnTo>
                    <a:lnTo>
                      <a:pt x="3656" y="9063"/>
                    </a:lnTo>
                    <a:lnTo>
                      <a:pt x="3656" y="9063"/>
                    </a:lnTo>
                    <a:lnTo>
                      <a:pt x="4193" y="8889"/>
                    </a:lnTo>
                    <a:lnTo>
                      <a:pt x="4730" y="8733"/>
                    </a:lnTo>
                    <a:lnTo>
                      <a:pt x="5267" y="8577"/>
                    </a:lnTo>
                    <a:lnTo>
                      <a:pt x="5822" y="8456"/>
                    </a:lnTo>
                    <a:lnTo>
                      <a:pt x="6376" y="8335"/>
                    </a:lnTo>
                    <a:lnTo>
                      <a:pt x="6931" y="8214"/>
                    </a:lnTo>
                    <a:lnTo>
                      <a:pt x="8040" y="8023"/>
                    </a:lnTo>
                    <a:lnTo>
                      <a:pt x="9166" y="7850"/>
                    </a:lnTo>
                    <a:lnTo>
                      <a:pt x="10292" y="7711"/>
                    </a:lnTo>
                    <a:lnTo>
                      <a:pt x="11418" y="7590"/>
                    </a:lnTo>
                    <a:lnTo>
                      <a:pt x="12545" y="7469"/>
                    </a:lnTo>
                    <a:lnTo>
                      <a:pt x="12545" y="7469"/>
                    </a:lnTo>
                    <a:lnTo>
                      <a:pt x="13012" y="7417"/>
                    </a:lnTo>
                    <a:lnTo>
                      <a:pt x="13463" y="7347"/>
                    </a:lnTo>
                    <a:lnTo>
                      <a:pt x="13688" y="7295"/>
                    </a:lnTo>
                    <a:lnTo>
                      <a:pt x="13913" y="7226"/>
                    </a:lnTo>
                    <a:lnTo>
                      <a:pt x="14121" y="7139"/>
                    </a:lnTo>
                    <a:lnTo>
                      <a:pt x="14329" y="7035"/>
                    </a:lnTo>
                    <a:lnTo>
                      <a:pt x="14329" y="7035"/>
                    </a:lnTo>
                    <a:lnTo>
                      <a:pt x="14537" y="6897"/>
                    </a:lnTo>
                    <a:lnTo>
                      <a:pt x="14728" y="6741"/>
                    </a:lnTo>
                    <a:lnTo>
                      <a:pt x="14884" y="6568"/>
                    </a:lnTo>
                    <a:lnTo>
                      <a:pt x="15040" y="6377"/>
                    </a:lnTo>
                    <a:lnTo>
                      <a:pt x="15161" y="6186"/>
                    </a:lnTo>
                    <a:lnTo>
                      <a:pt x="15282" y="5978"/>
                    </a:lnTo>
                    <a:lnTo>
                      <a:pt x="15386" y="5753"/>
                    </a:lnTo>
                    <a:lnTo>
                      <a:pt x="15473" y="5528"/>
                    </a:lnTo>
                    <a:lnTo>
                      <a:pt x="15542" y="5285"/>
                    </a:lnTo>
                    <a:lnTo>
                      <a:pt x="15611" y="5043"/>
                    </a:lnTo>
                    <a:lnTo>
                      <a:pt x="15733" y="4540"/>
                    </a:lnTo>
                    <a:lnTo>
                      <a:pt x="15802" y="4038"/>
                    </a:lnTo>
                    <a:lnTo>
                      <a:pt x="15854" y="353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33"/>
              <p:cNvSpPr/>
              <p:nvPr/>
            </p:nvSpPr>
            <p:spPr>
              <a:xfrm>
                <a:off x="1596595" y="1085844"/>
                <a:ext cx="334666" cy="562498"/>
              </a:xfrm>
              <a:custGeom>
                <a:avLst/>
                <a:gdLst/>
                <a:ahLst/>
                <a:cxnLst/>
                <a:rect l="l" t="t" r="r" b="b"/>
                <a:pathLst>
                  <a:path w="18783" h="31570" extrusionOk="0">
                    <a:moveTo>
                      <a:pt x="8421" y="0"/>
                    </a:moveTo>
                    <a:lnTo>
                      <a:pt x="6307" y="17"/>
                    </a:lnTo>
                    <a:lnTo>
                      <a:pt x="4211" y="35"/>
                    </a:lnTo>
                    <a:lnTo>
                      <a:pt x="2097" y="87"/>
                    </a:lnTo>
                    <a:lnTo>
                      <a:pt x="1" y="156"/>
                    </a:lnTo>
                    <a:lnTo>
                      <a:pt x="139" y="1733"/>
                    </a:lnTo>
                    <a:lnTo>
                      <a:pt x="295" y="3292"/>
                    </a:lnTo>
                    <a:lnTo>
                      <a:pt x="451" y="4851"/>
                    </a:lnTo>
                    <a:lnTo>
                      <a:pt x="624" y="6411"/>
                    </a:lnTo>
                    <a:lnTo>
                      <a:pt x="815" y="7953"/>
                    </a:lnTo>
                    <a:lnTo>
                      <a:pt x="1023" y="9512"/>
                    </a:lnTo>
                    <a:lnTo>
                      <a:pt x="1248" y="11072"/>
                    </a:lnTo>
                    <a:lnTo>
                      <a:pt x="1491" y="12614"/>
                    </a:lnTo>
                    <a:lnTo>
                      <a:pt x="1751" y="14173"/>
                    </a:lnTo>
                    <a:lnTo>
                      <a:pt x="2010" y="15715"/>
                    </a:lnTo>
                    <a:lnTo>
                      <a:pt x="2288" y="17257"/>
                    </a:lnTo>
                    <a:lnTo>
                      <a:pt x="2582" y="18800"/>
                    </a:lnTo>
                    <a:lnTo>
                      <a:pt x="2894" y="20324"/>
                    </a:lnTo>
                    <a:lnTo>
                      <a:pt x="3223" y="21866"/>
                    </a:lnTo>
                    <a:lnTo>
                      <a:pt x="3553" y="23391"/>
                    </a:lnTo>
                    <a:lnTo>
                      <a:pt x="3916" y="24916"/>
                    </a:lnTo>
                    <a:lnTo>
                      <a:pt x="4107" y="25782"/>
                    </a:lnTo>
                    <a:lnTo>
                      <a:pt x="4332" y="26631"/>
                    </a:lnTo>
                    <a:lnTo>
                      <a:pt x="4557" y="27480"/>
                    </a:lnTo>
                    <a:lnTo>
                      <a:pt x="4800" y="28312"/>
                    </a:lnTo>
                    <a:lnTo>
                      <a:pt x="5077" y="29144"/>
                    </a:lnTo>
                    <a:lnTo>
                      <a:pt x="5372" y="29975"/>
                    </a:lnTo>
                    <a:lnTo>
                      <a:pt x="5701" y="30772"/>
                    </a:lnTo>
                    <a:lnTo>
                      <a:pt x="5874" y="31171"/>
                    </a:lnTo>
                    <a:lnTo>
                      <a:pt x="6065" y="31569"/>
                    </a:lnTo>
                    <a:lnTo>
                      <a:pt x="7538" y="31136"/>
                    </a:lnTo>
                    <a:lnTo>
                      <a:pt x="8993" y="30686"/>
                    </a:lnTo>
                    <a:lnTo>
                      <a:pt x="10449" y="30218"/>
                    </a:lnTo>
                    <a:lnTo>
                      <a:pt x="11904" y="29750"/>
                    </a:lnTo>
                    <a:lnTo>
                      <a:pt x="13342" y="29265"/>
                    </a:lnTo>
                    <a:lnTo>
                      <a:pt x="14798" y="28762"/>
                    </a:lnTo>
                    <a:lnTo>
                      <a:pt x="16236" y="28260"/>
                    </a:lnTo>
                    <a:lnTo>
                      <a:pt x="17674" y="27740"/>
                    </a:lnTo>
                    <a:lnTo>
                      <a:pt x="17864" y="27671"/>
                    </a:lnTo>
                    <a:lnTo>
                      <a:pt x="18055" y="27584"/>
                    </a:lnTo>
                    <a:lnTo>
                      <a:pt x="18159" y="27532"/>
                    </a:lnTo>
                    <a:lnTo>
                      <a:pt x="18228" y="27463"/>
                    </a:lnTo>
                    <a:lnTo>
                      <a:pt x="18315" y="27394"/>
                    </a:lnTo>
                    <a:lnTo>
                      <a:pt x="18367" y="27307"/>
                    </a:lnTo>
                    <a:lnTo>
                      <a:pt x="18419" y="27220"/>
                    </a:lnTo>
                    <a:lnTo>
                      <a:pt x="18453" y="27134"/>
                    </a:lnTo>
                    <a:lnTo>
                      <a:pt x="18488" y="26960"/>
                    </a:lnTo>
                    <a:lnTo>
                      <a:pt x="18505" y="26770"/>
                    </a:lnTo>
                    <a:lnTo>
                      <a:pt x="18505" y="26562"/>
                    </a:lnTo>
                    <a:lnTo>
                      <a:pt x="18453" y="23183"/>
                    </a:lnTo>
                    <a:lnTo>
                      <a:pt x="18419" y="19805"/>
                    </a:lnTo>
                    <a:lnTo>
                      <a:pt x="18402" y="18124"/>
                    </a:lnTo>
                    <a:lnTo>
                      <a:pt x="18402" y="16426"/>
                    </a:lnTo>
                    <a:lnTo>
                      <a:pt x="18419" y="14728"/>
                    </a:lnTo>
                    <a:lnTo>
                      <a:pt x="18436" y="13047"/>
                    </a:lnTo>
                    <a:lnTo>
                      <a:pt x="18488" y="11713"/>
                    </a:lnTo>
                    <a:lnTo>
                      <a:pt x="18540" y="10361"/>
                    </a:lnTo>
                    <a:lnTo>
                      <a:pt x="18696" y="7658"/>
                    </a:lnTo>
                    <a:lnTo>
                      <a:pt x="18748" y="6307"/>
                    </a:lnTo>
                    <a:lnTo>
                      <a:pt x="18783" y="4955"/>
                    </a:lnTo>
                    <a:lnTo>
                      <a:pt x="18783" y="3621"/>
                    </a:lnTo>
                    <a:lnTo>
                      <a:pt x="18783" y="2946"/>
                    </a:lnTo>
                    <a:lnTo>
                      <a:pt x="18748" y="2287"/>
                    </a:lnTo>
                    <a:lnTo>
                      <a:pt x="18765" y="1854"/>
                    </a:lnTo>
                    <a:lnTo>
                      <a:pt x="18765" y="1629"/>
                    </a:lnTo>
                    <a:lnTo>
                      <a:pt x="18731" y="1403"/>
                    </a:lnTo>
                    <a:lnTo>
                      <a:pt x="18696" y="1196"/>
                    </a:lnTo>
                    <a:lnTo>
                      <a:pt x="18627" y="988"/>
                    </a:lnTo>
                    <a:lnTo>
                      <a:pt x="18523" y="814"/>
                    </a:lnTo>
                    <a:lnTo>
                      <a:pt x="18402" y="641"/>
                    </a:lnTo>
                    <a:lnTo>
                      <a:pt x="18246" y="502"/>
                    </a:lnTo>
                    <a:lnTo>
                      <a:pt x="18072" y="381"/>
                    </a:lnTo>
                    <a:lnTo>
                      <a:pt x="17882" y="312"/>
                    </a:lnTo>
                    <a:lnTo>
                      <a:pt x="17674" y="243"/>
                    </a:lnTo>
                    <a:lnTo>
                      <a:pt x="17466" y="208"/>
                    </a:lnTo>
                    <a:lnTo>
                      <a:pt x="17258" y="173"/>
                    </a:lnTo>
                    <a:lnTo>
                      <a:pt x="16825" y="156"/>
                    </a:lnTo>
                    <a:lnTo>
                      <a:pt x="14728" y="87"/>
                    </a:lnTo>
                    <a:lnTo>
                      <a:pt x="12614" y="35"/>
                    </a:lnTo>
                    <a:lnTo>
                      <a:pt x="1051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33"/>
              <p:cNvSpPr/>
              <p:nvPr/>
            </p:nvSpPr>
            <p:spPr>
              <a:xfrm>
                <a:off x="1735518" y="1285578"/>
                <a:ext cx="247913" cy="322016"/>
              </a:xfrm>
              <a:custGeom>
                <a:avLst/>
                <a:gdLst/>
                <a:ahLst/>
                <a:cxnLst/>
                <a:rect l="l" t="t" r="r" b="b"/>
                <a:pathLst>
                  <a:path w="13914" h="18073" extrusionOk="0">
                    <a:moveTo>
                      <a:pt x="12632" y="0"/>
                    </a:moveTo>
                    <a:lnTo>
                      <a:pt x="1993" y="226"/>
                    </a:lnTo>
                    <a:lnTo>
                      <a:pt x="1837" y="226"/>
                    </a:lnTo>
                    <a:lnTo>
                      <a:pt x="1681" y="243"/>
                    </a:lnTo>
                    <a:lnTo>
                      <a:pt x="1543" y="295"/>
                    </a:lnTo>
                    <a:lnTo>
                      <a:pt x="1473" y="347"/>
                    </a:lnTo>
                    <a:lnTo>
                      <a:pt x="1421" y="382"/>
                    </a:lnTo>
                    <a:lnTo>
                      <a:pt x="1352" y="486"/>
                    </a:lnTo>
                    <a:lnTo>
                      <a:pt x="1317" y="607"/>
                    </a:lnTo>
                    <a:lnTo>
                      <a:pt x="1283" y="745"/>
                    </a:lnTo>
                    <a:lnTo>
                      <a:pt x="1283" y="867"/>
                    </a:lnTo>
                    <a:lnTo>
                      <a:pt x="1" y="16426"/>
                    </a:lnTo>
                    <a:lnTo>
                      <a:pt x="832" y="16703"/>
                    </a:lnTo>
                    <a:lnTo>
                      <a:pt x="1681" y="16946"/>
                    </a:lnTo>
                    <a:lnTo>
                      <a:pt x="2530" y="17171"/>
                    </a:lnTo>
                    <a:lnTo>
                      <a:pt x="3397" y="17379"/>
                    </a:lnTo>
                    <a:lnTo>
                      <a:pt x="4263" y="17552"/>
                    </a:lnTo>
                    <a:lnTo>
                      <a:pt x="5129" y="17708"/>
                    </a:lnTo>
                    <a:lnTo>
                      <a:pt x="5996" y="17830"/>
                    </a:lnTo>
                    <a:lnTo>
                      <a:pt x="6879" y="17934"/>
                    </a:lnTo>
                    <a:lnTo>
                      <a:pt x="7746" y="18003"/>
                    </a:lnTo>
                    <a:lnTo>
                      <a:pt x="8629" y="18055"/>
                    </a:lnTo>
                    <a:lnTo>
                      <a:pt x="9513" y="18072"/>
                    </a:lnTo>
                    <a:lnTo>
                      <a:pt x="10397" y="18072"/>
                    </a:lnTo>
                    <a:lnTo>
                      <a:pt x="11280" y="18055"/>
                    </a:lnTo>
                    <a:lnTo>
                      <a:pt x="12164" y="18003"/>
                    </a:lnTo>
                    <a:lnTo>
                      <a:pt x="13030" y="17916"/>
                    </a:lnTo>
                    <a:lnTo>
                      <a:pt x="13914" y="17812"/>
                    </a:lnTo>
                    <a:lnTo>
                      <a:pt x="13290" y="17587"/>
                    </a:lnTo>
                    <a:lnTo>
                      <a:pt x="13446" y="797"/>
                    </a:lnTo>
                    <a:lnTo>
                      <a:pt x="13446" y="624"/>
                    </a:lnTo>
                    <a:lnTo>
                      <a:pt x="13411" y="451"/>
                    </a:lnTo>
                    <a:lnTo>
                      <a:pt x="13394" y="382"/>
                    </a:lnTo>
                    <a:lnTo>
                      <a:pt x="13359" y="295"/>
                    </a:lnTo>
                    <a:lnTo>
                      <a:pt x="13325" y="226"/>
                    </a:lnTo>
                    <a:lnTo>
                      <a:pt x="13273" y="156"/>
                    </a:lnTo>
                    <a:lnTo>
                      <a:pt x="13204" y="104"/>
                    </a:lnTo>
                    <a:lnTo>
                      <a:pt x="13134" y="70"/>
                    </a:lnTo>
                    <a:lnTo>
                      <a:pt x="13065" y="35"/>
                    </a:lnTo>
                    <a:lnTo>
                      <a:pt x="12978" y="18"/>
                    </a:lnTo>
                    <a:lnTo>
                      <a:pt x="128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33"/>
              <p:cNvSpPr/>
              <p:nvPr/>
            </p:nvSpPr>
            <p:spPr>
              <a:xfrm>
                <a:off x="1735518" y="1285578"/>
                <a:ext cx="247913" cy="322016"/>
              </a:xfrm>
              <a:custGeom>
                <a:avLst/>
                <a:gdLst/>
                <a:ahLst/>
                <a:cxnLst/>
                <a:rect l="l" t="t" r="r" b="b"/>
                <a:pathLst>
                  <a:path w="13914" h="18073" fill="none" extrusionOk="0">
                    <a:moveTo>
                      <a:pt x="13914" y="17812"/>
                    </a:moveTo>
                    <a:lnTo>
                      <a:pt x="13914" y="17812"/>
                    </a:lnTo>
                    <a:lnTo>
                      <a:pt x="13030" y="17916"/>
                    </a:lnTo>
                    <a:lnTo>
                      <a:pt x="12164" y="18003"/>
                    </a:lnTo>
                    <a:lnTo>
                      <a:pt x="11280" y="18055"/>
                    </a:lnTo>
                    <a:lnTo>
                      <a:pt x="10397" y="18072"/>
                    </a:lnTo>
                    <a:lnTo>
                      <a:pt x="9513" y="18072"/>
                    </a:lnTo>
                    <a:lnTo>
                      <a:pt x="8629" y="18055"/>
                    </a:lnTo>
                    <a:lnTo>
                      <a:pt x="7746" y="18003"/>
                    </a:lnTo>
                    <a:lnTo>
                      <a:pt x="6879" y="17934"/>
                    </a:lnTo>
                    <a:lnTo>
                      <a:pt x="5996" y="17830"/>
                    </a:lnTo>
                    <a:lnTo>
                      <a:pt x="5129" y="17708"/>
                    </a:lnTo>
                    <a:lnTo>
                      <a:pt x="4263" y="17552"/>
                    </a:lnTo>
                    <a:lnTo>
                      <a:pt x="3397" y="17379"/>
                    </a:lnTo>
                    <a:lnTo>
                      <a:pt x="2530" y="17171"/>
                    </a:lnTo>
                    <a:lnTo>
                      <a:pt x="1681" y="16946"/>
                    </a:lnTo>
                    <a:lnTo>
                      <a:pt x="832" y="16703"/>
                    </a:lnTo>
                    <a:lnTo>
                      <a:pt x="1" y="16426"/>
                    </a:lnTo>
                    <a:lnTo>
                      <a:pt x="1" y="16426"/>
                    </a:lnTo>
                    <a:lnTo>
                      <a:pt x="1283" y="867"/>
                    </a:lnTo>
                    <a:lnTo>
                      <a:pt x="1283" y="867"/>
                    </a:lnTo>
                    <a:lnTo>
                      <a:pt x="1283" y="745"/>
                    </a:lnTo>
                    <a:lnTo>
                      <a:pt x="1317" y="607"/>
                    </a:lnTo>
                    <a:lnTo>
                      <a:pt x="1352" y="486"/>
                    </a:lnTo>
                    <a:lnTo>
                      <a:pt x="1421" y="382"/>
                    </a:lnTo>
                    <a:lnTo>
                      <a:pt x="1421" y="382"/>
                    </a:lnTo>
                    <a:lnTo>
                      <a:pt x="1473" y="347"/>
                    </a:lnTo>
                    <a:lnTo>
                      <a:pt x="1543" y="295"/>
                    </a:lnTo>
                    <a:lnTo>
                      <a:pt x="1681" y="243"/>
                    </a:lnTo>
                    <a:lnTo>
                      <a:pt x="1837" y="226"/>
                    </a:lnTo>
                    <a:lnTo>
                      <a:pt x="1993" y="226"/>
                    </a:lnTo>
                    <a:lnTo>
                      <a:pt x="1993" y="226"/>
                    </a:lnTo>
                    <a:lnTo>
                      <a:pt x="12632" y="0"/>
                    </a:lnTo>
                    <a:lnTo>
                      <a:pt x="12632" y="0"/>
                    </a:lnTo>
                    <a:lnTo>
                      <a:pt x="12805" y="0"/>
                    </a:lnTo>
                    <a:lnTo>
                      <a:pt x="12978" y="18"/>
                    </a:lnTo>
                    <a:lnTo>
                      <a:pt x="13065" y="35"/>
                    </a:lnTo>
                    <a:lnTo>
                      <a:pt x="13134" y="70"/>
                    </a:lnTo>
                    <a:lnTo>
                      <a:pt x="13204" y="104"/>
                    </a:lnTo>
                    <a:lnTo>
                      <a:pt x="13273" y="156"/>
                    </a:lnTo>
                    <a:lnTo>
                      <a:pt x="13273" y="156"/>
                    </a:lnTo>
                    <a:lnTo>
                      <a:pt x="13325" y="226"/>
                    </a:lnTo>
                    <a:lnTo>
                      <a:pt x="13359" y="295"/>
                    </a:lnTo>
                    <a:lnTo>
                      <a:pt x="13394" y="382"/>
                    </a:lnTo>
                    <a:lnTo>
                      <a:pt x="13411" y="451"/>
                    </a:lnTo>
                    <a:lnTo>
                      <a:pt x="13446" y="624"/>
                    </a:lnTo>
                    <a:lnTo>
                      <a:pt x="13446" y="797"/>
                    </a:lnTo>
                    <a:lnTo>
                      <a:pt x="13446" y="797"/>
                    </a:lnTo>
                    <a:lnTo>
                      <a:pt x="13290" y="17587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33"/>
              <p:cNvSpPr/>
              <p:nvPr/>
            </p:nvSpPr>
            <p:spPr>
              <a:xfrm>
                <a:off x="1888339" y="1315529"/>
                <a:ext cx="146656" cy="213650"/>
              </a:xfrm>
              <a:custGeom>
                <a:avLst/>
                <a:gdLst/>
                <a:ahLst/>
                <a:cxnLst/>
                <a:rect l="l" t="t" r="r" b="b"/>
                <a:pathLst>
                  <a:path w="8231" h="11991" extrusionOk="0">
                    <a:moveTo>
                      <a:pt x="3466" y="0"/>
                    </a:moveTo>
                    <a:lnTo>
                      <a:pt x="3154" y="17"/>
                    </a:lnTo>
                    <a:lnTo>
                      <a:pt x="2842" y="35"/>
                    </a:lnTo>
                    <a:lnTo>
                      <a:pt x="2547" y="69"/>
                    </a:lnTo>
                    <a:lnTo>
                      <a:pt x="2235" y="121"/>
                    </a:lnTo>
                    <a:lnTo>
                      <a:pt x="1941" y="173"/>
                    </a:lnTo>
                    <a:lnTo>
                      <a:pt x="1646" y="243"/>
                    </a:lnTo>
                    <a:lnTo>
                      <a:pt x="1352" y="329"/>
                    </a:lnTo>
                    <a:lnTo>
                      <a:pt x="1057" y="433"/>
                    </a:lnTo>
                    <a:lnTo>
                      <a:pt x="763" y="537"/>
                    </a:lnTo>
                    <a:lnTo>
                      <a:pt x="485" y="659"/>
                    </a:lnTo>
                    <a:lnTo>
                      <a:pt x="208" y="780"/>
                    </a:lnTo>
                    <a:lnTo>
                      <a:pt x="226" y="866"/>
                    </a:lnTo>
                    <a:lnTo>
                      <a:pt x="260" y="936"/>
                    </a:lnTo>
                    <a:lnTo>
                      <a:pt x="312" y="988"/>
                    </a:lnTo>
                    <a:lnTo>
                      <a:pt x="364" y="1040"/>
                    </a:lnTo>
                    <a:lnTo>
                      <a:pt x="485" y="1144"/>
                    </a:lnTo>
                    <a:lnTo>
                      <a:pt x="624" y="1196"/>
                    </a:lnTo>
                    <a:lnTo>
                      <a:pt x="797" y="1248"/>
                    </a:lnTo>
                    <a:lnTo>
                      <a:pt x="953" y="1282"/>
                    </a:lnTo>
                    <a:lnTo>
                      <a:pt x="1127" y="1300"/>
                    </a:lnTo>
                    <a:lnTo>
                      <a:pt x="1300" y="1317"/>
                    </a:lnTo>
                    <a:lnTo>
                      <a:pt x="3674" y="1334"/>
                    </a:lnTo>
                    <a:lnTo>
                      <a:pt x="3258" y="1421"/>
                    </a:lnTo>
                    <a:lnTo>
                      <a:pt x="2842" y="1508"/>
                    </a:lnTo>
                    <a:lnTo>
                      <a:pt x="2443" y="1612"/>
                    </a:lnTo>
                    <a:lnTo>
                      <a:pt x="2045" y="1733"/>
                    </a:lnTo>
                    <a:lnTo>
                      <a:pt x="1646" y="1871"/>
                    </a:lnTo>
                    <a:lnTo>
                      <a:pt x="1248" y="2010"/>
                    </a:lnTo>
                    <a:lnTo>
                      <a:pt x="867" y="2183"/>
                    </a:lnTo>
                    <a:lnTo>
                      <a:pt x="485" y="2374"/>
                    </a:lnTo>
                    <a:lnTo>
                      <a:pt x="295" y="2495"/>
                    </a:lnTo>
                    <a:lnTo>
                      <a:pt x="191" y="2564"/>
                    </a:lnTo>
                    <a:lnTo>
                      <a:pt x="122" y="2634"/>
                    </a:lnTo>
                    <a:lnTo>
                      <a:pt x="52" y="2720"/>
                    </a:lnTo>
                    <a:lnTo>
                      <a:pt x="18" y="2824"/>
                    </a:lnTo>
                    <a:lnTo>
                      <a:pt x="0" y="2928"/>
                    </a:lnTo>
                    <a:lnTo>
                      <a:pt x="18" y="3032"/>
                    </a:lnTo>
                    <a:lnTo>
                      <a:pt x="52" y="3119"/>
                    </a:lnTo>
                    <a:lnTo>
                      <a:pt x="122" y="3188"/>
                    </a:lnTo>
                    <a:lnTo>
                      <a:pt x="191" y="3240"/>
                    </a:lnTo>
                    <a:lnTo>
                      <a:pt x="278" y="3275"/>
                    </a:lnTo>
                    <a:lnTo>
                      <a:pt x="381" y="3310"/>
                    </a:lnTo>
                    <a:lnTo>
                      <a:pt x="485" y="3327"/>
                    </a:lnTo>
                    <a:lnTo>
                      <a:pt x="693" y="3344"/>
                    </a:lnTo>
                    <a:lnTo>
                      <a:pt x="1508" y="3362"/>
                    </a:lnTo>
                    <a:lnTo>
                      <a:pt x="2339" y="3379"/>
                    </a:lnTo>
                    <a:lnTo>
                      <a:pt x="3171" y="3379"/>
                    </a:lnTo>
                    <a:lnTo>
                      <a:pt x="4003" y="3362"/>
                    </a:lnTo>
                    <a:lnTo>
                      <a:pt x="3535" y="3500"/>
                    </a:lnTo>
                    <a:lnTo>
                      <a:pt x="3084" y="3656"/>
                    </a:lnTo>
                    <a:lnTo>
                      <a:pt x="2634" y="3829"/>
                    </a:lnTo>
                    <a:lnTo>
                      <a:pt x="2183" y="4020"/>
                    </a:lnTo>
                    <a:lnTo>
                      <a:pt x="1768" y="4245"/>
                    </a:lnTo>
                    <a:lnTo>
                      <a:pt x="1334" y="4470"/>
                    </a:lnTo>
                    <a:lnTo>
                      <a:pt x="919" y="4713"/>
                    </a:lnTo>
                    <a:lnTo>
                      <a:pt x="520" y="4990"/>
                    </a:lnTo>
                    <a:lnTo>
                      <a:pt x="451" y="5042"/>
                    </a:lnTo>
                    <a:lnTo>
                      <a:pt x="381" y="5094"/>
                    </a:lnTo>
                    <a:lnTo>
                      <a:pt x="329" y="5163"/>
                    </a:lnTo>
                    <a:lnTo>
                      <a:pt x="278" y="5250"/>
                    </a:lnTo>
                    <a:lnTo>
                      <a:pt x="278" y="5302"/>
                    </a:lnTo>
                    <a:lnTo>
                      <a:pt x="278" y="5354"/>
                    </a:lnTo>
                    <a:lnTo>
                      <a:pt x="312" y="5441"/>
                    </a:lnTo>
                    <a:lnTo>
                      <a:pt x="381" y="5527"/>
                    </a:lnTo>
                    <a:lnTo>
                      <a:pt x="468" y="5597"/>
                    </a:lnTo>
                    <a:lnTo>
                      <a:pt x="572" y="5631"/>
                    </a:lnTo>
                    <a:lnTo>
                      <a:pt x="693" y="5683"/>
                    </a:lnTo>
                    <a:lnTo>
                      <a:pt x="832" y="5701"/>
                    </a:lnTo>
                    <a:lnTo>
                      <a:pt x="953" y="5701"/>
                    </a:lnTo>
                    <a:lnTo>
                      <a:pt x="5243" y="5826"/>
                    </a:lnTo>
                    <a:lnTo>
                      <a:pt x="5243" y="5826"/>
                    </a:lnTo>
                    <a:lnTo>
                      <a:pt x="5198" y="5839"/>
                    </a:lnTo>
                    <a:lnTo>
                      <a:pt x="5077" y="5909"/>
                    </a:lnTo>
                    <a:lnTo>
                      <a:pt x="4990" y="5995"/>
                    </a:lnTo>
                    <a:lnTo>
                      <a:pt x="4904" y="6099"/>
                    </a:lnTo>
                    <a:lnTo>
                      <a:pt x="4834" y="6220"/>
                    </a:lnTo>
                    <a:lnTo>
                      <a:pt x="4782" y="6324"/>
                    </a:lnTo>
                    <a:lnTo>
                      <a:pt x="4748" y="6463"/>
                    </a:lnTo>
                    <a:lnTo>
                      <a:pt x="4730" y="6584"/>
                    </a:lnTo>
                    <a:lnTo>
                      <a:pt x="4713" y="6706"/>
                    </a:lnTo>
                    <a:lnTo>
                      <a:pt x="4713" y="6965"/>
                    </a:lnTo>
                    <a:lnTo>
                      <a:pt x="4730" y="7243"/>
                    </a:lnTo>
                    <a:lnTo>
                      <a:pt x="5077" y="11263"/>
                    </a:lnTo>
                    <a:lnTo>
                      <a:pt x="5216" y="11990"/>
                    </a:lnTo>
                    <a:lnTo>
                      <a:pt x="5631" y="11609"/>
                    </a:lnTo>
                    <a:lnTo>
                      <a:pt x="6013" y="11211"/>
                    </a:lnTo>
                    <a:lnTo>
                      <a:pt x="6359" y="10777"/>
                    </a:lnTo>
                    <a:lnTo>
                      <a:pt x="6688" y="10327"/>
                    </a:lnTo>
                    <a:lnTo>
                      <a:pt x="7000" y="9842"/>
                    </a:lnTo>
                    <a:lnTo>
                      <a:pt x="7260" y="9357"/>
                    </a:lnTo>
                    <a:lnTo>
                      <a:pt x="7503" y="8837"/>
                    </a:lnTo>
                    <a:lnTo>
                      <a:pt x="7693" y="8317"/>
                    </a:lnTo>
                    <a:lnTo>
                      <a:pt x="7867" y="7797"/>
                    </a:lnTo>
                    <a:lnTo>
                      <a:pt x="8023" y="7243"/>
                    </a:lnTo>
                    <a:lnTo>
                      <a:pt x="8126" y="6688"/>
                    </a:lnTo>
                    <a:lnTo>
                      <a:pt x="8196" y="6134"/>
                    </a:lnTo>
                    <a:lnTo>
                      <a:pt x="8230" y="5579"/>
                    </a:lnTo>
                    <a:lnTo>
                      <a:pt x="8230" y="5025"/>
                    </a:lnTo>
                    <a:lnTo>
                      <a:pt x="8196" y="4470"/>
                    </a:lnTo>
                    <a:lnTo>
                      <a:pt x="8109" y="3916"/>
                    </a:lnTo>
                    <a:lnTo>
                      <a:pt x="6619" y="3985"/>
                    </a:lnTo>
                    <a:lnTo>
                      <a:pt x="6446" y="3985"/>
                    </a:lnTo>
                    <a:lnTo>
                      <a:pt x="6377" y="3968"/>
                    </a:lnTo>
                    <a:lnTo>
                      <a:pt x="6290" y="3933"/>
                    </a:lnTo>
                    <a:lnTo>
                      <a:pt x="6221" y="3881"/>
                    </a:lnTo>
                    <a:lnTo>
                      <a:pt x="6169" y="3795"/>
                    </a:lnTo>
                    <a:lnTo>
                      <a:pt x="6151" y="3708"/>
                    </a:lnTo>
                    <a:lnTo>
                      <a:pt x="6151" y="3604"/>
                    </a:lnTo>
                    <a:lnTo>
                      <a:pt x="6169" y="3483"/>
                    </a:lnTo>
                    <a:lnTo>
                      <a:pt x="6186" y="3379"/>
                    </a:lnTo>
                    <a:lnTo>
                      <a:pt x="6255" y="3171"/>
                    </a:lnTo>
                    <a:lnTo>
                      <a:pt x="6359" y="2859"/>
                    </a:lnTo>
                    <a:lnTo>
                      <a:pt x="6411" y="2703"/>
                    </a:lnTo>
                    <a:lnTo>
                      <a:pt x="6428" y="2530"/>
                    </a:lnTo>
                    <a:lnTo>
                      <a:pt x="6446" y="2374"/>
                    </a:lnTo>
                    <a:lnTo>
                      <a:pt x="6428" y="2218"/>
                    </a:lnTo>
                    <a:lnTo>
                      <a:pt x="6394" y="2062"/>
                    </a:lnTo>
                    <a:lnTo>
                      <a:pt x="6342" y="1906"/>
                    </a:lnTo>
                    <a:lnTo>
                      <a:pt x="6273" y="1767"/>
                    </a:lnTo>
                    <a:lnTo>
                      <a:pt x="6169" y="1646"/>
                    </a:lnTo>
                    <a:lnTo>
                      <a:pt x="6030" y="1542"/>
                    </a:lnTo>
                    <a:lnTo>
                      <a:pt x="5891" y="1473"/>
                    </a:lnTo>
                    <a:lnTo>
                      <a:pt x="5735" y="1421"/>
                    </a:lnTo>
                    <a:lnTo>
                      <a:pt x="5579" y="1404"/>
                    </a:lnTo>
                    <a:lnTo>
                      <a:pt x="5441" y="1421"/>
                    </a:lnTo>
                    <a:lnTo>
                      <a:pt x="5354" y="1456"/>
                    </a:lnTo>
                    <a:lnTo>
                      <a:pt x="5285" y="1490"/>
                    </a:lnTo>
                    <a:lnTo>
                      <a:pt x="5476" y="1248"/>
                    </a:lnTo>
                    <a:lnTo>
                      <a:pt x="5545" y="1126"/>
                    </a:lnTo>
                    <a:lnTo>
                      <a:pt x="5597" y="988"/>
                    </a:lnTo>
                    <a:lnTo>
                      <a:pt x="5649" y="849"/>
                    </a:lnTo>
                    <a:lnTo>
                      <a:pt x="5649" y="728"/>
                    </a:lnTo>
                    <a:lnTo>
                      <a:pt x="5631" y="589"/>
                    </a:lnTo>
                    <a:lnTo>
                      <a:pt x="5579" y="468"/>
                    </a:lnTo>
                    <a:lnTo>
                      <a:pt x="5527" y="399"/>
                    </a:lnTo>
                    <a:lnTo>
                      <a:pt x="5458" y="347"/>
                    </a:lnTo>
                    <a:lnTo>
                      <a:pt x="5389" y="295"/>
                    </a:lnTo>
                    <a:lnTo>
                      <a:pt x="5320" y="260"/>
                    </a:lnTo>
                    <a:lnTo>
                      <a:pt x="5164" y="191"/>
                    </a:lnTo>
                    <a:lnTo>
                      <a:pt x="4990" y="156"/>
                    </a:lnTo>
                    <a:lnTo>
                      <a:pt x="4678" y="104"/>
                    </a:lnTo>
                    <a:lnTo>
                      <a:pt x="4384" y="52"/>
                    </a:lnTo>
                    <a:lnTo>
                      <a:pt x="4072" y="35"/>
                    </a:lnTo>
                    <a:lnTo>
                      <a:pt x="3777" y="17"/>
                    </a:lnTo>
                    <a:lnTo>
                      <a:pt x="3466" y="0"/>
                    </a:lnTo>
                    <a:close/>
                  </a:path>
                </a:pathLst>
              </a:custGeom>
              <a:solidFill>
                <a:srgbClr val="F5C8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33"/>
              <p:cNvSpPr/>
              <p:nvPr/>
            </p:nvSpPr>
            <p:spPr>
              <a:xfrm>
                <a:off x="1888339" y="1315529"/>
                <a:ext cx="146656" cy="213650"/>
              </a:xfrm>
              <a:custGeom>
                <a:avLst/>
                <a:gdLst/>
                <a:ahLst/>
                <a:cxnLst/>
                <a:rect l="l" t="t" r="r" b="b"/>
                <a:pathLst>
                  <a:path w="8231" h="11991" fill="none" extrusionOk="0">
                    <a:moveTo>
                      <a:pt x="5216" y="11990"/>
                    </a:moveTo>
                    <a:lnTo>
                      <a:pt x="5216" y="11990"/>
                    </a:lnTo>
                    <a:lnTo>
                      <a:pt x="5631" y="11609"/>
                    </a:lnTo>
                    <a:lnTo>
                      <a:pt x="6013" y="11211"/>
                    </a:lnTo>
                    <a:lnTo>
                      <a:pt x="6359" y="10777"/>
                    </a:lnTo>
                    <a:lnTo>
                      <a:pt x="6688" y="10327"/>
                    </a:lnTo>
                    <a:lnTo>
                      <a:pt x="7000" y="9842"/>
                    </a:lnTo>
                    <a:lnTo>
                      <a:pt x="7260" y="9357"/>
                    </a:lnTo>
                    <a:lnTo>
                      <a:pt x="7503" y="8837"/>
                    </a:lnTo>
                    <a:lnTo>
                      <a:pt x="7693" y="8317"/>
                    </a:lnTo>
                    <a:lnTo>
                      <a:pt x="7867" y="7797"/>
                    </a:lnTo>
                    <a:lnTo>
                      <a:pt x="8023" y="7243"/>
                    </a:lnTo>
                    <a:lnTo>
                      <a:pt x="8126" y="6688"/>
                    </a:lnTo>
                    <a:lnTo>
                      <a:pt x="8196" y="6134"/>
                    </a:lnTo>
                    <a:lnTo>
                      <a:pt x="8230" y="5579"/>
                    </a:lnTo>
                    <a:lnTo>
                      <a:pt x="8230" y="5025"/>
                    </a:lnTo>
                    <a:lnTo>
                      <a:pt x="8196" y="4470"/>
                    </a:lnTo>
                    <a:lnTo>
                      <a:pt x="8109" y="3916"/>
                    </a:lnTo>
                    <a:lnTo>
                      <a:pt x="8109" y="3916"/>
                    </a:lnTo>
                    <a:lnTo>
                      <a:pt x="6619" y="3985"/>
                    </a:lnTo>
                    <a:lnTo>
                      <a:pt x="6619" y="3985"/>
                    </a:lnTo>
                    <a:lnTo>
                      <a:pt x="6446" y="3985"/>
                    </a:lnTo>
                    <a:lnTo>
                      <a:pt x="6377" y="3968"/>
                    </a:lnTo>
                    <a:lnTo>
                      <a:pt x="6290" y="3933"/>
                    </a:lnTo>
                    <a:lnTo>
                      <a:pt x="6290" y="3933"/>
                    </a:lnTo>
                    <a:lnTo>
                      <a:pt x="6221" y="3881"/>
                    </a:lnTo>
                    <a:lnTo>
                      <a:pt x="6169" y="3795"/>
                    </a:lnTo>
                    <a:lnTo>
                      <a:pt x="6151" y="3708"/>
                    </a:lnTo>
                    <a:lnTo>
                      <a:pt x="6151" y="3604"/>
                    </a:lnTo>
                    <a:lnTo>
                      <a:pt x="6169" y="3483"/>
                    </a:lnTo>
                    <a:lnTo>
                      <a:pt x="6186" y="3379"/>
                    </a:lnTo>
                    <a:lnTo>
                      <a:pt x="6255" y="3171"/>
                    </a:lnTo>
                    <a:lnTo>
                      <a:pt x="6255" y="3171"/>
                    </a:lnTo>
                    <a:lnTo>
                      <a:pt x="6359" y="2859"/>
                    </a:lnTo>
                    <a:lnTo>
                      <a:pt x="6411" y="2703"/>
                    </a:lnTo>
                    <a:lnTo>
                      <a:pt x="6428" y="2530"/>
                    </a:lnTo>
                    <a:lnTo>
                      <a:pt x="6446" y="2374"/>
                    </a:lnTo>
                    <a:lnTo>
                      <a:pt x="6428" y="2218"/>
                    </a:lnTo>
                    <a:lnTo>
                      <a:pt x="6394" y="2062"/>
                    </a:lnTo>
                    <a:lnTo>
                      <a:pt x="6342" y="1906"/>
                    </a:lnTo>
                    <a:lnTo>
                      <a:pt x="6342" y="1906"/>
                    </a:lnTo>
                    <a:lnTo>
                      <a:pt x="6273" y="1767"/>
                    </a:lnTo>
                    <a:lnTo>
                      <a:pt x="6169" y="1646"/>
                    </a:lnTo>
                    <a:lnTo>
                      <a:pt x="6030" y="1542"/>
                    </a:lnTo>
                    <a:lnTo>
                      <a:pt x="5891" y="1473"/>
                    </a:lnTo>
                    <a:lnTo>
                      <a:pt x="5735" y="1421"/>
                    </a:lnTo>
                    <a:lnTo>
                      <a:pt x="5579" y="1404"/>
                    </a:lnTo>
                    <a:lnTo>
                      <a:pt x="5441" y="1421"/>
                    </a:lnTo>
                    <a:lnTo>
                      <a:pt x="5354" y="1456"/>
                    </a:lnTo>
                    <a:lnTo>
                      <a:pt x="5285" y="1490"/>
                    </a:lnTo>
                    <a:lnTo>
                      <a:pt x="5285" y="1490"/>
                    </a:lnTo>
                    <a:lnTo>
                      <a:pt x="5476" y="1248"/>
                    </a:lnTo>
                    <a:lnTo>
                      <a:pt x="5545" y="1126"/>
                    </a:lnTo>
                    <a:lnTo>
                      <a:pt x="5597" y="988"/>
                    </a:lnTo>
                    <a:lnTo>
                      <a:pt x="5649" y="849"/>
                    </a:lnTo>
                    <a:lnTo>
                      <a:pt x="5649" y="728"/>
                    </a:lnTo>
                    <a:lnTo>
                      <a:pt x="5631" y="589"/>
                    </a:lnTo>
                    <a:lnTo>
                      <a:pt x="5579" y="468"/>
                    </a:lnTo>
                    <a:lnTo>
                      <a:pt x="5579" y="468"/>
                    </a:lnTo>
                    <a:lnTo>
                      <a:pt x="5527" y="399"/>
                    </a:lnTo>
                    <a:lnTo>
                      <a:pt x="5458" y="347"/>
                    </a:lnTo>
                    <a:lnTo>
                      <a:pt x="5389" y="295"/>
                    </a:lnTo>
                    <a:lnTo>
                      <a:pt x="5320" y="260"/>
                    </a:lnTo>
                    <a:lnTo>
                      <a:pt x="5164" y="191"/>
                    </a:lnTo>
                    <a:lnTo>
                      <a:pt x="4990" y="156"/>
                    </a:lnTo>
                    <a:lnTo>
                      <a:pt x="4990" y="156"/>
                    </a:lnTo>
                    <a:lnTo>
                      <a:pt x="4678" y="104"/>
                    </a:lnTo>
                    <a:lnTo>
                      <a:pt x="4384" y="52"/>
                    </a:lnTo>
                    <a:lnTo>
                      <a:pt x="4072" y="35"/>
                    </a:lnTo>
                    <a:lnTo>
                      <a:pt x="3777" y="17"/>
                    </a:lnTo>
                    <a:lnTo>
                      <a:pt x="3466" y="0"/>
                    </a:lnTo>
                    <a:lnTo>
                      <a:pt x="3154" y="17"/>
                    </a:lnTo>
                    <a:lnTo>
                      <a:pt x="2842" y="35"/>
                    </a:lnTo>
                    <a:lnTo>
                      <a:pt x="2547" y="69"/>
                    </a:lnTo>
                    <a:lnTo>
                      <a:pt x="2235" y="121"/>
                    </a:lnTo>
                    <a:lnTo>
                      <a:pt x="1941" y="173"/>
                    </a:lnTo>
                    <a:lnTo>
                      <a:pt x="1646" y="243"/>
                    </a:lnTo>
                    <a:lnTo>
                      <a:pt x="1352" y="329"/>
                    </a:lnTo>
                    <a:lnTo>
                      <a:pt x="1057" y="433"/>
                    </a:lnTo>
                    <a:lnTo>
                      <a:pt x="763" y="537"/>
                    </a:lnTo>
                    <a:lnTo>
                      <a:pt x="485" y="659"/>
                    </a:lnTo>
                    <a:lnTo>
                      <a:pt x="208" y="780"/>
                    </a:lnTo>
                    <a:lnTo>
                      <a:pt x="208" y="780"/>
                    </a:lnTo>
                    <a:lnTo>
                      <a:pt x="226" y="866"/>
                    </a:lnTo>
                    <a:lnTo>
                      <a:pt x="260" y="936"/>
                    </a:lnTo>
                    <a:lnTo>
                      <a:pt x="312" y="988"/>
                    </a:lnTo>
                    <a:lnTo>
                      <a:pt x="364" y="1040"/>
                    </a:lnTo>
                    <a:lnTo>
                      <a:pt x="485" y="1144"/>
                    </a:lnTo>
                    <a:lnTo>
                      <a:pt x="624" y="1196"/>
                    </a:lnTo>
                    <a:lnTo>
                      <a:pt x="797" y="1248"/>
                    </a:lnTo>
                    <a:lnTo>
                      <a:pt x="953" y="1282"/>
                    </a:lnTo>
                    <a:lnTo>
                      <a:pt x="1127" y="1300"/>
                    </a:lnTo>
                    <a:lnTo>
                      <a:pt x="1300" y="1317"/>
                    </a:lnTo>
                    <a:lnTo>
                      <a:pt x="1300" y="1317"/>
                    </a:lnTo>
                    <a:lnTo>
                      <a:pt x="3674" y="1334"/>
                    </a:lnTo>
                    <a:lnTo>
                      <a:pt x="3674" y="1334"/>
                    </a:lnTo>
                    <a:lnTo>
                      <a:pt x="3258" y="1421"/>
                    </a:lnTo>
                    <a:lnTo>
                      <a:pt x="2842" y="1508"/>
                    </a:lnTo>
                    <a:lnTo>
                      <a:pt x="2443" y="1612"/>
                    </a:lnTo>
                    <a:lnTo>
                      <a:pt x="2045" y="1733"/>
                    </a:lnTo>
                    <a:lnTo>
                      <a:pt x="1646" y="1871"/>
                    </a:lnTo>
                    <a:lnTo>
                      <a:pt x="1248" y="2010"/>
                    </a:lnTo>
                    <a:lnTo>
                      <a:pt x="867" y="2183"/>
                    </a:lnTo>
                    <a:lnTo>
                      <a:pt x="485" y="2374"/>
                    </a:lnTo>
                    <a:lnTo>
                      <a:pt x="485" y="2374"/>
                    </a:lnTo>
                    <a:lnTo>
                      <a:pt x="295" y="2495"/>
                    </a:lnTo>
                    <a:lnTo>
                      <a:pt x="191" y="2564"/>
                    </a:lnTo>
                    <a:lnTo>
                      <a:pt x="122" y="2634"/>
                    </a:lnTo>
                    <a:lnTo>
                      <a:pt x="52" y="2720"/>
                    </a:lnTo>
                    <a:lnTo>
                      <a:pt x="18" y="2824"/>
                    </a:lnTo>
                    <a:lnTo>
                      <a:pt x="0" y="2928"/>
                    </a:lnTo>
                    <a:lnTo>
                      <a:pt x="18" y="3032"/>
                    </a:lnTo>
                    <a:lnTo>
                      <a:pt x="18" y="3032"/>
                    </a:lnTo>
                    <a:lnTo>
                      <a:pt x="52" y="3119"/>
                    </a:lnTo>
                    <a:lnTo>
                      <a:pt x="122" y="3188"/>
                    </a:lnTo>
                    <a:lnTo>
                      <a:pt x="191" y="3240"/>
                    </a:lnTo>
                    <a:lnTo>
                      <a:pt x="278" y="3275"/>
                    </a:lnTo>
                    <a:lnTo>
                      <a:pt x="381" y="3310"/>
                    </a:lnTo>
                    <a:lnTo>
                      <a:pt x="485" y="3327"/>
                    </a:lnTo>
                    <a:lnTo>
                      <a:pt x="693" y="3344"/>
                    </a:lnTo>
                    <a:lnTo>
                      <a:pt x="693" y="3344"/>
                    </a:lnTo>
                    <a:lnTo>
                      <a:pt x="1508" y="3362"/>
                    </a:lnTo>
                    <a:lnTo>
                      <a:pt x="2339" y="3379"/>
                    </a:lnTo>
                    <a:lnTo>
                      <a:pt x="3171" y="3379"/>
                    </a:lnTo>
                    <a:lnTo>
                      <a:pt x="4003" y="3362"/>
                    </a:lnTo>
                    <a:lnTo>
                      <a:pt x="4003" y="3362"/>
                    </a:lnTo>
                    <a:lnTo>
                      <a:pt x="3535" y="3500"/>
                    </a:lnTo>
                    <a:lnTo>
                      <a:pt x="3084" y="3656"/>
                    </a:lnTo>
                    <a:lnTo>
                      <a:pt x="2634" y="3829"/>
                    </a:lnTo>
                    <a:lnTo>
                      <a:pt x="2183" y="4020"/>
                    </a:lnTo>
                    <a:lnTo>
                      <a:pt x="1768" y="4245"/>
                    </a:lnTo>
                    <a:lnTo>
                      <a:pt x="1334" y="4470"/>
                    </a:lnTo>
                    <a:lnTo>
                      <a:pt x="919" y="4713"/>
                    </a:lnTo>
                    <a:lnTo>
                      <a:pt x="520" y="4990"/>
                    </a:lnTo>
                    <a:lnTo>
                      <a:pt x="520" y="4990"/>
                    </a:lnTo>
                    <a:lnTo>
                      <a:pt x="451" y="5042"/>
                    </a:lnTo>
                    <a:lnTo>
                      <a:pt x="381" y="5094"/>
                    </a:lnTo>
                    <a:lnTo>
                      <a:pt x="329" y="5163"/>
                    </a:lnTo>
                    <a:lnTo>
                      <a:pt x="278" y="5250"/>
                    </a:lnTo>
                    <a:lnTo>
                      <a:pt x="278" y="5250"/>
                    </a:lnTo>
                    <a:lnTo>
                      <a:pt x="278" y="5302"/>
                    </a:lnTo>
                    <a:lnTo>
                      <a:pt x="278" y="5354"/>
                    </a:lnTo>
                    <a:lnTo>
                      <a:pt x="312" y="5441"/>
                    </a:lnTo>
                    <a:lnTo>
                      <a:pt x="381" y="5527"/>
                    </a:lnTo>
                    <a:lnTo>
                      <a:pt x="468" y="5597"/>
                    </a:lnTo>
                    <a:lnTo>
                      <a:pt x="572" y="5631"/>
                    </a:lnTo>
                    <a:lnTo>
                      <a:pt x="693" y="5683"/>
                    </a:lnTo>
                    <a:lnTo>
                      <a:pt x="832" y="5701"/>
                    </a:lnTo>
                    <a:lnTo>
                      <a:pt x="953" y="5701"/>
                    </a:lnTo>
                    <a:lnTo>
                      <a:pt x="953" y="5701"/>
                    </a:lnTo>
                    <a:lnTo>
                      <a:pt x="5683" y="5839"/>
                    </a:lnTo>
                    <a:lnTo>
                      <a:pt x="5683" y="5839"/>
                    </a:lnTo>
                    <a:lnTo>
                      <a:pt x="5562" y="5787"/>
                    </a:lnTo>
                    <a:lnTo>
                      <a:pt x="5441" y="5787"/>
                    </a:lnTo>
                    <a:lnTo>
                      <a:pt x="5320" y="5805"/>
                    </a:lnTo>
                    <a:lnTo>
                      <a:pt x="5198" y="5839"/>
                    </a:lnTo>
                    <a:lnTo>
                      <a:pt x="5077" y="5909"/>
                    </a:lnTo>
                    <a:lnTo>
                      <a:pt x="4990" y="5995"/>
                    </a:lnTo>
                    <a:lnTo>
                      <a:pt x="4904" y="6099"/>
                    </a:lnTo>
                    <a:lnTo>
                      <a:pt x="4834" y="6220"/>
                    </a:lnTo>
                    <a:lnTo>
                      <a:pt x="4834" y="6220"/>
                    </a:lnTo>
                    <a:lnTo>
                      <a:pt x="4782" y="6324"/>
                    </a:lnTo>
                    <a:lnTo>
                      <a:pt x="4748" y="6463"/>
                    </a:lnTo>
                    <a:lnTo>
                      <a:pt x="4730" y="6584"/>
                    </a:lnTo>
                    <a:lnTo>
                      <a:pt x="4713" y="6706"/>
                    </a:lnTo>
                    <a:lnTo>
                      <a:pt x="4713" y="6965"/>
                    </a:lnTo>
                    <a:lnTo>
                      <a:pt x="4730" y="7243"/>
                    </a:lnTo>
                    <a:lnTo>
                      <a:pt x="4730" y="7243"/>
                    </a:lnTo>
                    <a:lnTo>
                      <a:pt x="5077" y="1126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33"/>
              <p:cNvSpPr/>
              <p:nvPr/>
            </p:nvSpPr>
            <p:spPr>
              <a:xfrm>
                <a:off x="1724097" y="2567689"/>
                <a:ext cx="6503" cy="5577"/>
              </a:xfrm>
              <a:custGeom>
                <a:avLst/>
                <a:gdLst/>
                <a:ahLst/>
                <a:cxnLst/>
                <a:rect l="l" t="t" r="r" b="b"/>
                <a:pathLst>
                  <a:path w="365" h="313" extrusionOk="0">
                    <a:moveTo>
                      <a:pt x="156" y="1"/>
                    </a:moveTo>
                    <a:lnTo>
                      <a:pt x="104" y="35"/>
                    </a:lnTo>
                    <a:lnTo>
                      <a:pt x="87" y="35"/>
                    </a:lnTo>
                    <a:lnTo>
                      <a:pt x="52" y="52"/>
                    </a:lnTo>
                    <a:lnTo>
                      <a:pt x="18" y="87"/>
                    </a:lnTo>
                    <a:lnTo>
                      <a:pt x="0" y="139"/>
                    </a:lnTo>
                    <a:lnTo>
                      <a:pt x="0" y="174"/>
                    </a:lnTo>
                    <a:lnTo>
                      <a:pt x="18" y="208"/>
                    </a:lnTo>
                    <a:lnTo>
                      <a:pt x="52" y="243"/>
                    </a:lnTo>
                    <a:lnTo>
                      <a:pt x="87" y="278"/>
                    </a:lnTo>
                    <a:lnTo>
                      <a:pt x="113" y="278"/>
                    </a:lnTo>
                    <a:lnTo>
                      <a:pt x="139" y="295"/>
                    </a:lnTo>
                    <a:lnTo>
                      <a:pt x="174" y="312"/>
                    </a:lnTo>
                    <a:lnTo>
                      <a:pt x="226" y="312"/>
                    </a:lnTo>
                    <a:lnTo>
                      <a:pt x="260" y="295"/>
                    </a:lnTo>
                    <a:lnTo>
                      <a:pt x="312" y="278"/>
                    </a:lnTo>
                    <a:lnTo>
                      <a:pt x="347" y="226"/>
                    </a:lnTo>
                    <a:lnTo>
                      <a:pt x="364" y="191"/>
                    </a:lnTo>
                    <a:lnTo>
                      <a:pt x="364" y="139"/>
                    </a:lnTo>
                    <a:lnTo>
                      <a:pt x="347" y="87"/>
                    </a:lnTo>
                    <a:lnTo>
                      <a:pt x="330" y="52"/>
                    </a:lnTo>
                    <a:lnTo>
                      <a:pt x="295" y="18"/>
                    </a:lnTo>
                    <a:lnTo>
                      <a:pt x="243" y="1"/>
                    </a:lnTo>
                    <a:close/>
                  </a:path>
                </a:pathLst>
              </a:custGeom>
              <a:solidFill>
                <a:srgbClr val="FF9B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33"/>
              <p:cNvSpPr/>
              <p:nvPr/>
            </p:nvSpPr>
            <p:spPr>
              <a:xfrm>
                <a:off x="1668525" y="2428463"/>
                <a:ext cx="62379" cy="63306"/>
              </a:xfrm>
              <a:custGeom>
                <a:avLst/>
                <a:gdLst/>
                <a:ahLst/>
                <a:cxnLst/>
                <a:rect l="l" t="t" r="r" b="b"/>
                <a:pathLst>
                  <a:path w="3501" h="3553" extrusionOk="0">
                    <a:moveTo>
                      <a:pt x="468" y="0"/>
                    </a:moveTo>
                    <a:lnTo>
                      <a:pt x="330" y="17"/>
                    </a:lnTo>
                    <a:lnTo>
                      <a:pt x="191" y="35"/>
                    </a:lnTo>
                    <a:lnTo>
                      <a:pt x="105" y="87"/>
                    </a:lnTo>
                    <a:lnTo>
                      <a:pt x="35" y="156"/>
                    </a:lnTo>
                    <a:lnTo>
                      <a:pt x="1" y="243"/>
                    </a:lnTo>
                    <a:lnTo>
                      <a:pt x="1" y="347"/>
                    </a:lnTo>
                    <a:lnTo>
                      <a:pt x="35" y="433"/>
                    </a:lnTo>
                    <a:lnTo>
                      <a:pt x="87" y="503"/>
                    </a:lnTo>
                    <a:lnTo>
                      <a:pt x="174" y="555"/>
                    </a:lnTo>
                    <a:lnTo>
                      <a:pt x="278" y="589"/>
                    </a:lnTo>
                    <a:lnTo>
                      <a:pt x="646" y="623"/>
                    </a:lnTo>
                    <a:lnTo>
                      <a:pt x="646" y="623"/>
                    </a:lnTo>
                    <a:lnTo>
                      <a:pt x="676" y="641"/>
                    </a:lnTo>
                    <a:lnTo>
                      <a:pt x="746" y="693"/>
                    </a:lnTo>
                    <a:lnTo>
                      <a:pt x="798" y="745"/>
                    </a:lnTo>
                    <a:lnTo>
                      <a:pt x="902" y="884"/>
                    </a:lnTo>
                    <a:lnTo>
                      <a:pt x="1006" y="1074"/>
                    </a:lnTo>
                    <a:lnTo>
                      <a:pt x="1110" y="1265"/>
                    </a:lnTo>
                    <a:lnTo>
                      <a:pt x="1300" y="1646"/>
                    </a:lnTo>
                    <a:lnTo>
                      <a:pt x="1491" y="2079"/>
                    </a:lnTo>
                    <a:lnTo>
                      <a:pt x="1681" y="2530"/>
                    </a:lnTo>
                    <a:lnTo>
                      <a:pt x="1855" y="2963"/>
                    </a:lnTo>
                    <a:lnTo>
                      <a:pt x="2063" y="3414"/>
                    </a:lnTo>
                    <a:lnTo>
                      <a:pt x="2097" y="3448"/>
                    </a:lnTo>
                    <a:lnTo>
                      <a:pt x="2132" y="3500"/>
                    </a:lnTo>
                    <a:lnTo>
                      <a:pt x="2167" y="3517"/>
                    </a:lnTo>
                    <a:lnTo>
                      <a:pt x="2218" y="3535"/>
                    </a:lnTo>
                    <a:lnTo>
                      <a:pt x="2305" y="3552"/>
                    </a:lnTo>
                    <a:lnTo>
                      <a:pt x="2409" y="3517"/>
                    </a:lnTo>
                    <a:lnTo>
                      <a:pt x="2496" y="3465"/>
                    </a:lnTo>
                    <a:lnTo>
                      <a:pt x="2565" y="3396"/>
                    </a:lnTo>
                    <a:lnTo>
                      <a:pt x="2582" y="3344"/>
                    </a:lnTo>
                    <a:lnTo>
                      <a:pt x="2582" y="3292"/>
                    </a:lnTo>
                    <a:lnTo>
                      <a:pt x="2582" y="3240"/>
                    </a:lnTo>
                    <a:lnTo>
                      <a:pt x="2582" y="3188"/>
                    </a:lnTo>
                    <a:lnTo>
                      <a:pt x="2496" y="2911"/>
                    </a:lnTo>
                    <a:lnTo>
                      <a:pt x="2374" y="2651"/>
                    </a:lnTo>
                    <a:lnTo>
                      <a:pt x="2149" y="2131"/>
                    </a:lnTo>
                    <a:lnTo>
                      <a:pt x="1924" y="1612"/>
                    </a:lnTo>
                    <a:lnTo>
                      <a:pt x="1664" y="1092"/>
                    </a:lnTo>
                    <a:lnTo>
                      <a:pt x="1560" y="866"/>
                    </a:lnTo>
                    <a:lnTo>
                      <a:pt x="1447" y="697"/>
                    </a:lnTo>
                    <a:lnTo>
                      <a:pt x="1447" y="697"/>
                    </a:lnTo>
                    <a:lnTo>
                      <a:pt x="1785" y="728"/>
                    </a:lnTo>
                    <a:lnTo>
                      <a:pt x="2530" y="797"/>
                    </a:lnTo>
                    <a:lnTo>
                      <a:pt x="2929" y="832"/>
                    </a:lnTo>
                    <a:lnTo>
                      <a:pt x="3310" y="832"/>
                    </a:lnTo>
                    <a:lnTo>
                      <a:pt x="3379" y="815"/>
                    </a:lnTo>
                    <a:lnTo>
                      <a:pt x="3449" y="763"/>
                    </a:lnTo>
                    <a:lnTo>
                      <a:pt x="3483" y="711"/>
                    </a:lnTo>
                    <a:lnTo>
                      <a:pt x="3501" y="641"/>
                    </a:lnTo>
                    <a:lnTo>
                      <a:pt x="3501" y="589"/>
                    </a:lnTo>
                    <a:lnTo>
                      <a:pt x="3483" y="520"/>
                    </a:lnTo>
                    <a:lnTo>
                      <a:pt x="3431" y="468"/>
                    </a:lnTo>
                    <a:lnTo>
                      <a:pt x="3362" y="433"/>
                    </a:lnTo>
                    <a:lnTo>
                      <a:pt x="3171" y="381"/>
                    </a:lnTo>
                    <a:lnTo>
                      <a:pt x="2981" y="347"/>
                    </a:lnTo>
                    <a:lnTo>
                      <a:pt x="2600" y="312"/>
                    </a:lnTo>
                    <a:lnTo>
                      <a:pt x="1820" y="208"/>
                    </a:lnTo>
                    <a:lnTo>
                      <a:pt x="881" y="103"/>
                    </a:lnTo>
                    <a:lnTo>
                      <a:pt x="881" y="103"/>
                    </a:lnTo>
                    <a:lnTo>
                      <a:pt x="815" y="69"/>
                    </a:lnTo>
                    <a:lnTo>
                      <a:pt x="694" y="35"/>
                    </a:lnTo>
                    <a:lnTo>
                      <a:pt x="590" y="0"/>
                    </a:lnTo>
                    <a:close/>
                  </a:path>
                </a:pathLst>
              </a:custGeom>
              <a:solidFill>
                <a:srgbClr val="FF9B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33"/>
              <p:cNvSpPr/>
              <p:nvPr/>
            </p:nvSpPr>
            <p:spPr>
              <a:xfrm>
                <a:off x="1719768" y="2336775"/>
                <a:ext cx="90477" cy="54967"/>
              </a:xfrm>
              <a:custGeom>
                <a:avLst/>
                <a:gdLst/>
                <a:ahLst/>
                <a:cxnLst/>
                <a:rect l="l" t="t" r="r" b="b"/>
                <a:pathLst>
                  <a:path w="5078" h="3085" extrusionOk="0">
                    <a:moveTo>
                      <a:pt x="88" y="0"/>
                    </a:moveTo>
                    <a:lnTo>
                      <a:pt x="1" y="243"/>
                    </a:lnTo>
                    <a:lnTo>
                      <a:pt x="486" y="849"/>
                    </a:lnTo>
                    <a:lnTo>
                      <a:pt x="746" y="1126"/>
                    </a:lnTo>
                    <a:lnTo>
                      <a:pt x="1006" y="1421"/>
                    </a:lnTo>
                    <a:lnTo>
                      <a:pt x="1266" y="1681"/>
                    </a:lnTo>
                    <a:lnTo>
                      <a:pt x="1543" y="1941"/>
                    </a:lnTo>
                    <a:lnTo>
                      <a:pt x="1838" y="2183"/>
                    </a:lnTo>
                    <a:lnTo>
                      <a:pt x="2149" y="2409"/>
                    </a:lnTo>
                    <a:lnTo>
                      <a:pt x="2479" y="2616"/>
                    </a:lnTo>
                    <a:lnTo>
                      <a:pt x="2842" y="2772"/>
                    </a:lnTo>
                    <a:lnTo>
                      <a:pt x="3189" y="2911"/>
                    </a:lnTo>
                    <a:lnTo>
                      <a:pt x="3570" y="3015"/>
                    </a:lnTo>
                    <a:lnTo>
                      <a:pt x="3761" y="3050"/>
                    </a:lnTo>
                    <a:lnTo>
                      <a:pt x="3951" y="3084"/>
                    </a:lnTo>
                    <a:lnTo>
                      <a:pt x="4523" y="3084"/>
                    </a:lnTo>
                    <a:lnTo>
                      <a:pt x="4696" y="3050"/>
                    </a:lnTo>
                    <a:lnTo>
                      <a:pt x="4887" y="3015"/>
                    </a:lnTo>
                    <a:lnTo>
                      <a:pt x="5078" y="2963"/>
                    </a:lnTo>
                    <a:lnTo>
                      <a:pt x="4974" y="762"/>
                    </a:lnTo>
                    <a:lnTo>
                      <a:pt x="4350" y="780"/>
                    </a:lnTo>
                    <a:lnTo>
                      <a:pt x="3726" y="762"/>
                    </a:lnTo>
                    <a:lnTo>
                      <a:pt x="3102" y="710"/>
                    </a:lnTo>
                    <a:lnTo>
                      <a:pt x="2496" y="641"/>
                    </a:lnTo>
                    <a:lnTo>
                      <a:pt x="1872" y="520"/>
                    </a:lnTo>
                    <a:lnTo>
                      <a:pt x="1266" y="381"/>
                    </a:lnTo>
                    <a:lnTo>
                      <a:pt x="677" y="208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ECB28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33"/>
              <p:cNvSpPr/>
              <p:nvPr/>
            </p:nvSpPr>
            <p:spPr>
              <a:xfrm>
                <a:off x="1719768" y="2336775"/>
                <a:ext cx="90477" cy="54967"/>
              </a:xfrm>
              <a:custGeom>
                <a:avLst/>
                <a:gdLst/>
                <a:ahLst/>
                <a:cxnLst/>
                <a:rect l="l" t="t" r="r" b="b"/>
                <a:pathLst>
                  <a:path w="5078" h="3085" fill="none" extrusionOk="0">
                    <a:moveTo>
                      <a:pt x="88" y="0"/>
                    </a:moveTo>
                    <a:lnTo>
                      <a:pt x="88" y="0"/>
                    </a:lnTo>
                    <a:lnTo>
                      <a:pt x="677" y="208"/>
                    </a:lnTo>
                    <a:lnTo>
                      <a:pt x="1266" y="381"/>
                    </a:lnTo>
                    <a:lnTo>
                      <a:pt x="1872" y="520"/>
                    </a:lnTo>
                    <a:lnTo>
                      <a:pt x="2496" y="641"/>
                    </a:lnTo>
                    <a:lnTo>
                      <a:pt x="3102" y="710"/>
                    </a:lnTo>
                    <a:lnTo>
                      <a:pt x="3726" y="762"/>
                    </a:lnTo>
                    <a:lnTo>
                      <a:pt x="4350" y="780"/>
                    </a:lnTo>
                    <a:lnTo>
                      <a:pt x="4974" y="762"/>
                    </a:lnTo>
                    <a:lnTo>
                      <a:pt x="4974" y="762"/>
                    </a:lnTo>
                    <a:lnTo>
                      <a:pt x="5078" y="2963"/>
                    </a:lnTo>
                    <a:lnTo>
                      <a:pt x="5078" y="2963"/>
                    </a:lnTo>
                    <a:lnTo>
                      <a:pt x="4887" y="3015"/>
                    </a:lnTo>
                    <a:lnTo>
                      <a:pt x="4696" y="3050"/>
                    </a:lnTo>
                    <a:lnTo>
                      <a:pt x="4523" y="3084"/>
                    </a:lnTo>
                    <a:lnTo>
                      <a:pt x="4333" y="3084"/>
                    </a:lnTo>
                    <a:lnTo>
                      <a:pt x="4142" y="3084"/>
                    </a:lnTo>
                    <a:lnTo>
                      <a:pt x="3951" y="3084"/>
                    </a:lnTo>
                    <a:lnTo>
                      <a:pt x="3761" y="3050"/>
                    </a:lnTo>
                    <a:lnTo>
                      <a:pt x="3570" y="3015"/>
                    </a:lnTo>
                    <a:lnTo>
                      <a:pt x="3189" y="2911"/>
                    </a:lnTo>
                    <a:lnTo>
                      <a:pt x="2842" y="2772"/>
                    </a:lnTo>
                    <a:lnTo>
                      <a:pt x="2479" y="2616"/>
                    </a:lnTo>
                    <a:lnTo>
                      <a:pt x="2149" y="2409"/>
                    </a:lnTo>
                    <a:lnTo>
                      <a:pt x="2149" y="2409"/>
                    </a:lnTo>
                    <a:lnTo>
                      <a:pt x="1838" y="2183"/>
                    </a:lnTo>
                    <a:lnTo>
                      <a:pt x="1543" y="1941"/>
                    </a:lnTo>
                    <a:lnTo>
                      <a:pt x="1266" y="1681"/>
                    </a:lnTo>
                    <a:lnTo>
                      <a:pt x="1006" y="1421"/>
                    </a:lnTo>
                    <a:lnTo>
                      <a:pt x="746" y="1126"/>
                    </a:lnTo>
                    <a:lnTo>
                      <a:pt x="486" y="849"/>
                    </a:lnTo>
                    <a:lnTo>
                      <a:pt x="1" y="24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33"/>
              <p:cNvSpPr/>
              <p:nvPr/>
            </p:nvSpPr>
            <p:spPr>
              <a:xfrm>
                <a:off x="1585477" y="1362763"/>
                <a:ext cx="135858" cy="352876"/>
              </a:xfrm>
              <a:custGeom>
                <a:avLst/>
                <a:gdLst/>
                <a:ahLst/>
                <a:cxnLst/>
                <a:rect l="l" t="t" r="r" b="b"/>
                <a:pathLst>
                  <a:path w="7625" h="19805" extrusionOk="0">
                    <a:moveTo>
                      <a:pt x="6186" y="0"/>
                    </a:moveTo>
                    <a:lnTo>
                      <a:pt x="5285" y="832"/>
                    </a:lnTo>
                    <a:lnTo>
                      <a:pt x="4402" y="1698"/>
                    </a:lnTo>
                    <a:lnTo>
                      <a:pt x="3553" y="2564"/>
                    </a:lnTo>
                    <a:lnTo>
                      <a:pt x="2704" y="3465"/>
                    </a:lnTo>
                    <a:lnTo>
                      <a:pt x="2444" y="3760"/>
                    </a:lnTo>
                    <a:lnTo>
                      <a:pt x="2184" y="4055"/>
                    </a:lnTo>
                    <a:lnTo>
                      <a:pt x="1959" y="4384"/>
                    </a:lnTo>
                    <a:lnTo>
                      <a:pt x="1872" y="4540"/>
                    </a:lnTo>
                    <a:lnTo>
                      <a:pt x="1785" y="4730"/>
                    </a:lnTo>
                    <a:lnTo>
                      <a:pt x="1716" y="4886"/>
                    </a:lnTo>
                    <a:lnTo>
                      <a:pt x="1647" y="5042"/>
                    </a:lnTo>
                    <a:lnTo>
                      <a:pt x="1560" y="5389"/>
                    </a:lnTo>
                    <a:lnTo>
                      <a:pt x="1491" y="5735"/>
                    </a:lnTo>
                    <a:lnTo>
                      <a:pt x="1439" y="6082"/>
                    </a:lnTo>
                    <a:lnTo>
                      <a:pt x="711" y="11124"/>
                    </a:lnTo>
                    <a:lnTo>
                      <a:pt x="1" y="16183"/>
                    </a:lnTo>
                    <a:lnTo>
                      <a:pt x="434" y="19805"/>
                    </a:lnTo>
                    <a:lnTo>
                      <a:pt x="729" y="19423"/>
                    </a:lnTo>
                    <a:lnTo>
                      <a:pt x="1023" y="19060"/>
                    </a:lnTo>
                    <a:lnTo>
                      <a:pt x="1300" y="18661"/>
                    </a:lnTo>
                    <a:lnTo>
                      <a:pt x="1578" y="18263"/>
                    </a:lnTo>
                    <a:lnTo>
                      <a:pt x="1820" y="17847"/>
                    </a:lnTo>
                    <a:lnTo>
                      <a:pt x="2063" y="17431"/>
                    </a:lnTo>
                    <a:lnTo>
                      <a:pt x="2288" y="17015"/>
                    </a:lnTo>
                    <a:lnTo>
                      <a:pt x="2496" y="16582"/>
                    </a:lnTo>
                    <a:lnTo>
                      <a:pt x="2686" y="16149"/>
                    </a:lnTo>
                    <a:lnTo>
                      <a:pt x="2860" y="15698"/>
                    </a:lnTo>
                    <a:lnTo>
                      <a:pt x="3016" y="15248"/>
                    </a:lnTo>
                    <a:lnTo>
                      <a:pt x="3172" y="14780"/>
                    </a:lnTo>
                    <a:lnTo>
                      <a:pt x="3293" y="14329"/>
                    </a:lnTo>
                    <a:lnTo>
                      <a:pt x="3414" y="13862"/>
                    </a:lnTo>
                    <a:lnTo>
                      <a:pt x="3501" y="13394"/>
                    </a:lnTo>
                    <a:lnTo>
                      <a:pt x="3587" y="12909"/>
                    </a:lnTo>
                    <a:lnTo>
                      <a:pt x="3657" y="12371"/>
                    </a:lnTo>
                    <a:lnTo>
                      <a:pt x="3709" y="11800"/>
                    </a:lnTo>
                    <a:lnTo>
                      <a:pt x="3778" y="11245"/>
                    </a:lnTo>
                    <a:lnTo>
                      <a:pt x="3847" y="10708"/>
                    </a:lnTo>
                    <a:lnTo>
                      <a:pt x="3951" y="10154"/>
                    </a:lnTo>
                    <a:lnTo>
                      <a:pt x="4003" y="9894"/>
                    </a:lnTo>
                    <a:lnTo>
                      <a:pt x="4073" y="9616"/>
                    </a:lnTo>
                    <a:lnTo>
                      <a:pt x="4159" y="9357"/>
                    </a:lnTo>
                    <a:lnTo>
                      <a:pt x="4246" y="9114"/>
                    </a:lnTo>
                    <a:lnTo>
                      <a:pt x="4367" y="8854"/>
                    </a:lnTo>
                    <a:lnTo>
                      <a:pt x="4488" y="8612"/>
                    </a:lnTo>
                    <a:lnTo>
                      <a:pt x="4610" y="8386"/>
                    </a:lnTo>
                    <a:lnTo>
                      <a:pt x="4766" y="8161"/>
                    </a:lnTo>
                    <a:lnTo>
                      <a:pt x="5078" y="7745"/>
                    </a:lnTo>
                    <a:lnTo>
                      <a:pt x="5407" y="7329"/>
                    </a:lnTo>
                    <a:lnTo>
                      <a:pt x="5771" y="6931"/>
                    </a:lnTo>
                    <a:lnTo>
                      <a:pt x="6100" y="6532"/>
                    </a:lnTo>
                    <a:lnTo>
                      <a:pt x="6429" y="6116"/>
                    </a:lnTo>
                    <a:lnTo>
                      <a:pt x="6585" y="5891"/>
                    </a:lnTo>
                    <a:lnTo>
                      <a:pt x="6724" y="5683"/>
                    </a:lnTo>
                    <a:lnTo>
                      <a:pt x="6862" y="5458"/>
                    </a:lnTo>
                    <a:lnTo>
                      <a:pt x="6983" y="5215"/>
                    </a:lnTo>
                    <a:lnTo>
                      <a:pt x="7018" y="5094"/>
                    </a:lnTo>
                    <a:lnTo>
                      <a:pt x="7035" y="5025"/>
                    </a:lnTo>
                    <a:lnTo>
                      <a:pt x="7035" y="4956"/>
                    </a:lnTo>
                    <a:lnTo>
                      <a:pt x="7018" y="4904"/>
                    </a:lnTo>
                    <a:lnTo>
                      <a:pt x="6983" y="4869"/>
                    </a:lnTo>
                    <a:lnTo>
                      <a:pt x="6966" y="4834"/>
                    </a:lnTo>
                    <a:lnTo>
                      <a:pt x="6914" y="4800"/>
                    </a:lnTo>
                    <a:lnTo>
                      <a:pt x="6828" y="4765"/>
                    </a:lnTo>
                    <a:lnTo>
                      <a:pt x="6706" y="4765"/>
                    </a:lnTo>
                    <a:lnTo>
                      <a:pt x="6585" y="4800"/>
                    </a:lnTo>
                    <a:lnTo>
                      <a:pt x="6446" y="4834"/>
                    </a:lnTo>
                    <a:lnTo>
                      <a:pt x="6325" y="4886"/>
                    </a:lnTo>
                    <a:lnTo>
                      <a:pt x="6221" y="4973"/>
                    </a:lnTo>
                    <a:lnTo>
                      <a:pt x="3761" y="6896"/>
                    </a:lnTo>
                    <a:lnTo>
                      <a:pt x="4280" y="6272"/>
                    </a:lnTo>
                    <a:lnTo>
                      <a:pt x="4800" y="5649"/>
                    </a:lnTo>
                    <a:lnTo>
                      <a:pt x="5303" y="5025"/>
                    </a:lnTo>
                    <a:lnTo>
                      <a:pt x="5788" y="4384"/>
                    </a:lnTo>
                    <a:lnTo>
                      <a:pt x="6256" y="3725"/>
                    </a:lnTo>
                    <a:lnTo>
                      <a:pt x="6724" y="3067"/>
                    </a:lnTo>
                    <a:lnTo>
                      <a:pt x="7174" y="2409"/>
                    </a:lnTo>
                    <a:lnTo>
                      <a:pt x="7625" y="1733"/>
                    </a:lnTo>
                    <a:lnTo>
                      <a:pt x="7278" y="1802"/>
                    </a:lnTo>
                    <a:lnTo>
                      <a:pt x="6949" y="1906"/>
                    </a:lnTo>
                    <a:lnTo>
                      <a:pt x="6620" y="2045"/>
                    </a:lnTo>
                    <a:lnTo>
                      <a:pt x="6325" y="2183"/>
                    </a:lnTo>
                    <a:lnTo>
                      <a:pt x="6030" y="2374"/>
                    </a:lnTo>
                    <a:lnTo>
                      <a:pt x="5736" y="2564"/>
                    </a:lnTo>
                    <a:lnTo>
                      <a:pt x="5459" y="2772"/>
                    </a:lnTo>
                    <a:lnTo>
                      <a:pt x="5181" y="2998"/>
                    </a:lnTo>
                    <a:lnTo>
                      <a:pt x="4922" y="3240"/>
                    </a:lnTo>
                    <a:lnTo>
                      <a:pt x="4679" y="3500"/>
                    </a:lnTo>
                    <a:lnTo>
                      <a:pt x="4436" y="3760"/>
                    </a:lnTo>
                    <a:lnTo>
                      <a:pt x="4194" y="4037"/>
                    </a:lnTo>
                    <a:lnTo>
                      <a:pt x="3726" y="4592"/>
                    </a:lnTo>
                    <a:lnTo>
                      <a:pt x="3293" y="5163"/>
                    </a:lnTo>
                    <a:lnTo>
                      <a:pt x="5996" y="1508"/>
                    </a:lnTo>
                    <a:lnTo>
                      <a:pt x="6117" y="1334"/>
                    </a:lnTo>
                    <a:lnTo>
                      <a:pt x="6221" y="1126"/>
                    </a:lnTo>
                    <a:lnTo>
                      <a:pt x="6325" y="918"/>
                    </a:lnTo>
                    <a:lnTo>
                      <a:pt x="6394" y="711"/>
                    </a:lnTo>
                    <a:lnTo>
                      <a:pt x="6412" y="503"/>
                    </a:lnTo>
                    <a:lnTo>
                      <a:pt x="6412" y="416"/>
                    </a:lnTo>
                    <a:lnTo>
                      <a:pt x="6394" y="312"/>
                    </a:lnTo>
                    <a:lnTo>
                      <a:pt x="6360" y="225"/>
                    </a:lnTo>
                    <a:lnTo>
                      <a:pt x="6325" y="139"/>
                    </a:lnTo>
                    <a:lnTo>
                      <a:pt x="6256" y="69"/>
                    </a:lnTo>
                    <a:lnTo>
                      <a:pt x="6186" y="0"/>
                    </a:lnTo>
                    <a:close/>
                  </a:path>
                </a:pathLst>
              </a:custGeom>
              <a:solidFill>
                <a:srgbClr val="F5C8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33"/>
              <p:cNvSpPr/>
              <p:nvPr/>
            </p:nvSpPr>
            <p:spPr>
              <a:xfrm>
                <a:off x="1585477" y="1362763"/>
                <a:ext cx="135858" cy="352876"/>
              </a:xfrm>
              <a:custGeom>
                <a:avLst/>
                <a:gdLst/>
                <a:ahLst/>
                <a:cxnLst/>
                <a:rect l="l" t="t" r="r" b="b"/>
                <a:pathLst>
                  <a:path w="7625" h="19805" fill="none" extrusionOk="0">
                    <a:moveTo>
                      <a:pt x="1" y="16183"/>
                    </a:moveTo>
                    <a:lnTo>
                      <a:pt x="1" y="16183"/>
                    </a:lnTo>
                    <a:lnTo>
                      <a:pt x="711" y="11124"/>
                    </a:lnTo>
                    <a:lnTo>
                      <a:pt x="1439" y="6082"/>
                    </a:lnTo>
                    <a:lnTo>
                      <a:pt x="1439" y="6082"/>
                    </a:lnTo>
                    <a:lnTo>
                      <a:pt x="1491" y="5735"/>
                    </a:lnTo>
                    <a:lnTo>
                      <a:pt x="1560" y="5389"/>
                    </a:lnTo>
                    <a:lnTo>
                      <a:pt x="1647" y="5042"/>
                    </a:lnTo>
                    <a:lnTo>
                      <a:pt x="1716" y="4886"/>
                    </a:lnTo>
                    <a:lnTo>
                      <a:pt x="1785" y="4730"/>
                    </a:lnTo>
                    <a:lnTo>
                      <a:pt x="1785" y="4730"/>
                    </a:lnTo>
                    <a:lnTo>
                      <a:pt x="1872" y="4540"/>
                    </a:lnTo>
                    <a:lnTo>
                      <a:pt x="1959" y="4384"/>
                    </a:lnTo>
                    <a:lnTo>
                      <a:pt x="2184" y="4055"/>
                    </a:lnTo>
                    <a:lnTo>
                      <a:pt x="2444" y="3760"/>
                    </a:lnTo>
                    <a:lnTo>
                      <a:pt x="2704" y="3465"/>
                    </a:lnTo>
                    <a:lnTo>
                      <a:pt x="2704" y="3465"/>
                    </a:lnTo>
                    <a:lnTo>
                      <a:pt x="3553" y="2564"/>
                    </a:lnTo>
                    <a:lnTo>
                      <a:pt x="4402" y="1698"/>
                    </a:lnTo>
                    <a:lnTo>
                      <a:pt x="5285" y="832"/>
                    </a:lnTo>
                    <a:lnTo>
                      <a:pt x="6186" y="0"/>
                    </a:lnTo>
                    <a:lnTo>
                      <a:pt x="6186" y="0"/>
                    </a:lnTo>
                    <a:lnTo>
                      <a:pt x="6256" y="69"/>
                    </a:lnTo>
                    <a:lnTo>
                      <a:pt x="6325" y="139"/>
                    </a:lnTo>
                    <a:lnTo>
                      <a:pt x="6360" y="225"/>
                    </a:lnTo>
                    <a:lnTo>
                      <a:pt x="6394" y="312"/>
                    </a:lnTo>
                    <a:lnTo>
                      <a:pt x="6412" y="416"/>
                    </a:lnTo>
                    <a:lnTo>
                      <a:pt x="6412" y="503"/>
                    </a:lnTo>
                    <a:lnTo>
                      <a:pt x="6394" y="711"/>
                    </a:lnTo>
                    <a:lnTo>
                      <a:pt x="6325" y="918"/>
                    </a:lnTo>
                    <a:lnTo>
                      <a:pt x="6221" y="1126"/>
                    </a:lnTo>
                    <a:lnTo>
                      <a:pt x="6117" y="1334"/>
                    </a:lnTo>
                    <a:lnTo>
                      <a:pt x="5996" y="1508"/>
                    </a:lnTo>
                    <a:lnTo>
                      <a:pt x="5996" y="1508"/>
                    </a:lnTo>
                    <a:lnTo>
                      <a:pt x="3293" y="5163"/>
                    </a:lnTo>
                    <a:lnTo>
                      <a:pt x="3293" y="5163"/>
                    </a:lnTo>
                    <a:lnTo>
                      <a:pt x="3726" y="4592"/>
                    </a:lnTo>
                    <a:lnTo>
                      <a:pt x="4194" y="4037"/>
                    </a:lnTo>
                    <a:lnTo>
                      <a:pt x="4436" y="3760"/>
                    </a:lnTo>
                    <a:lnTo>
                      <a:pt x="4679" y="3500"/>
                    </a:lnTo>
                    <a:lnTo>
                      <a:pt x="4922" y="3240"/>
                    </a:lnTo>
                    <a:lnTo>
                      <a:pt x="5181" y="2998"/>
                    </a:lnTo>
                    <a:lnTo>
                      <a:pt x="5459" y="2772"/>
                    </a:lnTo>
                    <a:lnTo>
                      <a:pt x="5736" y="2564"/>
                    </a:lnTo>
                    <a:lnTo>
                      <a:pt x="6030" y="2374"/>
                    </a:lnTo>
                    <a:lnTo>
                      <a:pt x="6325" y="2183"/>
                    </a:lnTo>
                    <a:lnTo>
                      <a:pt x="6620" y="2045"/>
                    </a:lnTo>
                    <a:lnTo>
                      <a:pt x="6949" y="1906"/>
                    </a:lnTo>
                    <a:lnTo>
                      <a:pt x="7278" y="1802"/>
                    </a:lnTo>
                    <a:lnTo>
                      <a:pt x="7625" y="1733"/>
                    </a:lnTo>
                    <a:lnTo>
                      <a:pt x="7625" y="1733"/>
                    </a:lnTo>
                    <a:lnTo>
                      <a:pt x="7174" y="2409"/>
                    </a:lnTo>
                    <a:lnTo>
                      <a:pt x="6724" y="3067"/>
                    </a:lnTo>
                    <a:lnTo>
                      <a:pt x="6256" y="3725"/>
                    </a:lnTo>
                    <a:lnTo>
                      <a:pt x="5788" y="4384"/>
                    </a:lnTo>
                    <a:lnTo>
                      <a:pt x="5303" y="5025"/>
                    </a:lnTo>
                    <a:lnTo>
                      <a:pt x="4800" y="5649"/>
                    </a:lnTo>
                    <a:lnTo>
                      <a:pt x="4280" y="6272"/>
                    </a:lnTo>
                    <a:lnTo>
                      <a:pt x="3761" y="6896"/>
                    </a:lnTo>
                    <a:lnTo>
                      <a:pt x="3761" y="6896"/>
                    </a:lnTo>
                    <a:lnTo>
                      <a:pt x="6221" y="4973"/>
                    </a:lnTo>
                    <a:lnTo>
                      <a:pt x="6221" y="4973"/>
                    </a:lnTo>
                    <a:lnTo>
                      <a:pt x="6325" y="4886"/>
                    </a:lnTo>
                    <a:lnTo>
                      <a:pt x="6446" y="4834"/>
                    </a:lnTo>
                    <a:lnTo>
                      <a:pt x="6585" y="4800"/>
                    </a:lnTo>
                    <a:lnTo>
                      <a:pt x="6706" y="4765"/>
                    </a:lnTo>
                    <a:lnTo>
                      <a:pt x="6828" y="4765"/>
                    </a:lnTo>
                    <a:lnTo>
                      <a:pt x="6914" y="4800"/>
                    </a:lnTo>
                    <a:lnTo>
                      <a:pt x="6966" y="4834"/>
                    </a:lnTo>
                    <a:lnTo>
                      <a:pt x="6983" y="4869"/>
                    </a:lnTo>
                    <a:lnTo>
                      <a:pt x="7018" y="4904"/>
                    </a:lnTo>
                    <a:lnTo>
                      <a:pt x="7035" y="4956"/>
                    </a:lnTo>
                    <a:lnTo>
                      <a:pt x="7035" y="4956"/>
                    </a:lnTo>
                    <a:lnTo>
                      <a:pt x="7035" y="5025"/>
                    </a:lnTo>
                    <a:lnTo>
                      <a:pt x="7018" y="5094"/>
                    </a:lnTo>
                    <a:lnTo>
                      <a:pt x="6983" y="5215"/>
                    </a:lnTo>
                    <a:lnTo>
                      <a:pt x="6983" y="5215"/>
                    </a:lnTo>
                    <a:lnTo>
                      <a:pt x="6862" y="5458"/>
                    </a:lnTo>
                    <a:lnTo>
                      <a:pt x="6724" y="5683"/>
                    </a:lnTo>
                    <a:lnTo>
                      <a:pt x="6585" y="5891"/>
                    </a:lnTo>
                    <a:lnTo>
                      <a:pt x="6429" y="6116"/>
                    </a:lnTo>
                    <a:lnTo>
                      <a:pt x="6100" y="6532"/>
                    </a:lnTo>
                    <a:lnTo>
                      <a:pt x="5771" y="6931"/>
                    </a:lnTo>
                    <a:lnTo>
                      <a:pt x="5407" y="7329"/>
                    </a:lnTo>
                    <a:lnTo>
                      <a:pt x="5078" y="7745"/>
                    </a:lnTo>
                    <a:lnTo>
                      <a:pt x="4766" y="8161"/>
                    </a:lnTo>
                    <a:lnTo>
                      <a:pt x="4610" y="8386"/>
                    </a:lnTo>
                    <a:lnTo>
                      <a:pt x="4488" y="8612"/>
                    </a:lnTo>
                    <a:lnTo>
                      <a:pt x="4488" y="8612"/>
                    </a:lnTo>
                    <a:lnTo>
                      <a:pt x="4367" y="8854"/>
                    </a:lnTo>
                    <a:lnTo>
                      <a:pt x="4246" y="9114"/>
                    </a:lnTo>
                    <a:lnTo>
                      <a:pt x="4159" y="9357"/>
                    </a:lnTo>
                    <a:lnTo>
                      <a:pt x="4073" y="9616"/>
                    </a:lnTo>
                    <a:lnTo>
                      <a:pt x="4003" y="9894"/>
                    </a:lnTo>
                    <a:lnTo>
                      <a:pt x="3951" y="10154"/>
                    </a:lnTo>
                    <a:lnTo>
                      <a:pt x="3847" y="10708"/>
                    </a:lnTo>
                    <a:lnTo>
                      <a:pt x="3778" y="11245"/>
                    </a:lnTo>
                    <a:lnTo>
                      <a:pt x="3709" y="11800"/>
                    </a:lnTo>
                    <a:lnTo>
                      <a:pt x="3657" y="12371"/>
                    </a:lnTo>
                    <a:lnTo>
                      <a:pt x="3587" y="12909"/>
                    </a:lnTo>
                    <a:lnTo>
                      <a:pt x="3587" y="12909"/>
                    </a:lnTo>
                    <a:lnTo>
                      <a:pt x="3501" y="13394"/>
                    </a:lnTo>
                    <a:lnTo>
                      <a:pt x="3414" y="13862"/>
                    </a:lnTo>
                    <a:lnTo>
                      <a:pt x="3293" y="14329"/>
                    </a:lnTo>
                    <a:lnTo>
                      <a:pt x="3172" y="14780"/>
                    </a:lnTo>
                    <a:lnTo>
                      <a:pt x="3016" y="15248"/>
                    </a:lnTo>
                    <a:lnTo>
                      <a:pt x="2860" y="15698"/>
                    </a:lnTo>
                    <a:lnTo>
                      <a:pt x="2686" y="16149"/>
                    </a:lnTo>
                    <a:lnTo>
                      <a:pt x="2496" y="16582"/>
                    </a:lnTo>
                    <a:lnTo>
                      <a:pt x="2288" y="17015"/>
                    </a:lnTo>
                    <a:lnTo>
                      <a:pt x="2063" y="17431"/>
                    </a:lnTo>
                    <a:lnTo>
                      <a:pt x="1820" y="17847"/>
                    </a:lnTo>
                    <a:lnTo>
                      <a:pt x="1578" y="18263"/>
                    </a:lnTo>
                    <a:lnTo>
                      <a:pt x="1300" y="18661"/>
                    </a:lnTo>
                    <a:lnTo>
                      <a:pt x="1023" y="19060"/>
                    </a:lnTo>
                    <a:lnTo>
                      <a:pt x="729" y="19423"/>
                    </a:lnTo>
                    <a:lnTo>
                      <a:pt x="434" y="1980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33"/>
              <p:cNvSpPr/>
              <p:nvPr/>
            </p:nvSpPr>
            <p:spPr>
              <a:xfrm>
                <a:off x="1770102" y="2118813"/>
                <a:ext cx="60526" cy="41693"/>
              </a:xfrm>
              <a:custGeom>
                <a:avLst/>
                <a:gdLst/>
                <a:ahLst/>
                <a:cxnLst/>
                <a:rect l="l" t="t" r="r" b="b"/>
                <a:pathLst>
                  <a:path w="3397" h="2340" extrusionOk="0">
                    <a:moveTo>
                      <a:pt x="121" y="0"/>
                    </a:moveTo>
                    <a:lnTo>
                      <a:pt x="69" y="35"/>
                    </a:lnTo>
                    <a:lnTo>
                      <a:pt x="35" y="70"/>
                    </a:lnTo>
                    <a:lnTo>
                      <a:pt x="0" y="122"/>
                    </a:lnTo>
                    <a:lnTo>
                      <a:pt x="0" y="174"/>
                    </a:lnTo>
                    <a:lnTo>
                      <a:pt x="0" y="312"/>
                    </a:lnTo>
                    <a:lnTo>
                      <a:pt x="17" y="434"/>
                    </a:lnTo>
                    <a:lnTo>
                      <a:pt x="52" y="555"/>
                    </a:lnTo>
                    <a:lnTo>
                      <a:pt x="104" y="693"/>
                    </a:lnTo>
                    <a:lnTo>
                      <a:pt x="225" y="919"/>
                    </a:lnTo>
                    <a:lnTo>
                      <a:pt x="364" y="1161"/>
                    </a:lnTo>
                    <a:lnTo>
                      <a:pt x="537" y="1369"/>
                    </a:lnTo>
                    <a:lnTo>
                      <a:pt x="728" y="1560"/>
                    </a:lnTo>
                    <a:lnTo>
                      <a:pt x="936" y="1733"/>
                    </a:lnTo>
                    <a:lnTo>
                      <a:pt x="1144" y="1872"/>
                    </a:lnTo>
                    <a:lnTo>
                      <a:pt x="1369" y="2010"/>
                    </a:lnTo>
                    <a:lnTo>
                      <a:pt x="1612" y="2114"/>
                    </a:lnTo>
                    <a:lnTo>
                      <a:pt x="1854" y="2218"/>
                    </a:lnTo>
                    <a:lnTo>
                      <a:pt x="2114" y="2288"/>
                    </a:lnTo>
                    <a:lnTo>
                      <a:pt x="2374" y="2322"/>
                    </a:lnTo>
                    <a:lnTo>
                      <a:pt x="2634" y="2340"/>
                    </a:lnTo>
                    <a:lnTo>
                      <a:pt x="2894" y="2340"/>
                    </a:lnTo>
                    <a:lnTo>
                      <a:pt x="3171" y="2322"/>
                    </a:lnTo>
                    <a:lnTo>
                      <a:pt x="3223" y="2322"/>
                    </a:lnTo>
                    <a:lnTo>
                      <a:pt x="3275" y="2305"/>
                    </a:lnTo>
                    <a:lnTo>
                      <a:pt x="3327" y="2270"/>
                    </a:lnTo>
                    <a:lnTo>
                      <a:pt x="3362" y="2236"/>
                    </a:lnTo>
                    <a:lnTo>
                      <a:pt x="3396" y="2149"/>
                    </a:lnTo>
                    <a:lnTo>
                      <a:pt x="3396" y="2045"/>
                    </a:lnTo>
                    <a:lnTo>
                      <a:pt x="3362" y="1958"/>
                    </a:lnTo>
                    <a:lnTo>
                      <a:pt x="3292" y="1872"/>
                    </a:lnTo>
                    <a:lnTo>
                      <a:pt x="3258" y="1854"/>
                    </a:lnTo>
                    <a:lnTo>
                      <a:pt x="3206" y="1837"/>
                    </a:lnTo>
                    <a:lnTo>
                      <a:pt x="3154" y="1837"/>
                    </a:lnTo>
                    <a:lnTo>
                      <a:pt x="3102" y="1854"/>
                    </a:lnTo>
                    <a:lnTo>
                      <a:pt x="2894" y="1906"/>
                    </a:lnTo>
                    <a:lnTo>
                      <a:pt x="2668" y="1924"/>
                    </a:lnTo>
                    <a:lnTo>
                      <a:pt x="2443" y="1924"/>
                    </a:lnTo>
                    <a:lnTo>
                      <a:pt x="2218" y="1872"/>
                    </a:lnTo>
                    <a:lnTo>
                      <a:pt x="1993" y="1802"/>
                    </a:lnTo>
                    <a:lnTo>
                      <a:pt x="1785" y="1733"/>
                    </a:lnTo>
                    <a:lnTo>
                      <a:pt x="1577" y="1629"/>
                    </a:lnTo>
                    <a:lnTo>
                      <a:pt x="1386" y="1508"/>
                    </a:lnTo>
                    <a:lnTo>
                      <a:pt x="1213" y="1387"/>
                    </a:lnTo>
                    <a:lnTo>
                      <a:pt x="1040" y="1231"/>
                    </a:lnTo>
                    <a:lnTo>
                      <a:pt x="901" y="1075"/>
                    </a:lnTo>
                    <a:lnTo>
                      <a:pt x="763" y="901"/>
                    </a:lnTo>
                    <a:lnTo>
                      <a:pt x="641" y="711"/>
                    </a:lnTo>
                    <a:lnTo>
                      <a:pt x="520" y="503"/>
                    </a:lnTo>
                    <a:lnTo>
                      <a:pt x="329" y="87"/>
                    </a:lnTo>
                    <a:lnTo>
                      <a:pt x="295" y="35"/>
                    </a:lnTo>
                    <a:lnTo>
                      <a:pt x="243" y="0"/>
                    </a:lnTo>
                    <a:close/>
                  </a:path>
                </a:pathLst>
              </a:custGeom>
              <a:solidFill>
                <a:srgbClr val="F5C8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33"/>
              <p:cNvSpPr/>
              <p:nvPr/>
            </p:nvSpPr>
            <p:spPr>
              <a:xfrm>
                <a:off x="1793871" y="2166974"/>
                <a:ext cx="50032" cy="78433"/>
              </a:xfrm>
              <a:custGeom>
                <a:avLst/>
                <a:gdLst/>
                <a:ahLst/>
                <a:cxnLst/>
                <a:rect l="l" t="t" r="r" b="b"/>
                <a:pathLst>
                  <a:path w="2808" h="4402" extrusionOk="0">
                    <a:moveTo>
                      <a:pt x="191" y="0"/>
                    </a:moveTo>
                    <a:lnTo>
                      <a:pt x="139" y="18"/>
                    </a:lnTo>
                    <a:lnTo>
                      <a:pt x="104" y="52"/>
                    </a:lnTo>
                    <a:lnTo>
                      <a:pt x="70" y="122"/>
                    </a:lnTo>
                    <a:lnTo>
                      <a:pt x="18" y="278"/>
                    </a:lnTo>
                    <a:lnTo>
                      <a:pt x="0" y="434"/>
                    </a:lnTo>
                    <a:lnTo>
                      <a:pt x="0" y="589"/>
                    </a:lnTo>
                    <a:lnTo>
                      <a:pt x="18" y="745"/>
                    </a:lnTo>
                    <a:lnTo>
                      <a:pt x="35" y="901"/>
                    </a:lnTo>
                    <a:lnTo>
                      <a:pt x="87" y="1040"/>
                    </a:lnTo>
                    <a:lnTo>
                      <a:pt x="139" y="1196"/>
                    </a:lnTo>
                    <a:lnTo>
                      <a:pt x="226" y="1335"/>
                    </a:lnTo>
                    <a:lnTo>
                      <a:pt x="295" y="1473"/>
                    </a:lnTo>
                    <a:lnTo>
                      <a:pt x="399" y="1612"/>
                    </a:lnTo>
                    <a:lnTo>
                      <a:pt x="607" y="1854"/>
                    </a:lnTo>
                    <a:lnTo>
                      <a:pt x="849" y="2080"/>
                    </a:lnTo>
                    <a:lnTo>
                      <a:pt x="1092" y="2270"/>
                    </a:lnTo>
                    <a:lnTo>
                      <a:pt x="1369" y="2426"/>
                    </a:lnTo>
                    <a:lnTo>
                      <a:pt x="1664" y="2547"/>
                    </a:lnTo>
                    <a:lnTo>
                      <a:pt x="1820" y="2599"/>
                    </a:lnTo>
                    <a:lnTo>
                      <a:pt x="1976" y="2651"/>
                    </a:lnTo>
                    <a:lnTo>
                      <a:pt x="2131" y="2669"/>
                    </a:lnTo>
                    <a:lnTo>
                      <a:pt x="2235" y="2686"/>
                    </a:lnTo>
                    <a:lnTo>
                      <a:pt x="2287" y="2703"/>
                    </a:lnTo>
                    <a:lnTo>
                      <a:pt x="2305" y="2755"/>
                    </a:lnTo>
                    <a:lnTo>
                      <a:pt x="2305" y="2825"/>
                    </a:lnTo>
                    <a:lnTo>
                      <a:pt x="2253" y="2998"/>
                    </a:lnTo>
                    <a:lnTo>
                      <a:pt x="2131" y="3327"/>
                    </a:lnTo>
                    <a:lnTo>
                      <a:pt x="1993" y="3743"/>
                    </a:lnTo>
                    <a:lnTo>
                      <a:pt x="1941" y="3951"/>
                    </a:lnTo>
                    <a:lnTo>
                      <a:pt x="1924" y="4176"/>
                    </a:lnTo>
                    <a:lnTo>
                      <a:pt x="1941" y="4263"/>
                    </a:lnTo>
                    <a:lnTo>
                      <a:pt x="1976" y="4315"/>
                    </a:lnTo>
                    <a:lnTo>
                      <a:pt x="2028" y="4367"/>
                    </a:lnTo>
                    <a:lnTo>
                      <a:pt x="2097" y="4384"/>
                    </a:lnTo>
                    <a:lnTo>
                      <a:pt x="2166" y="4401"/>
                    </a:lnTo>
                    <a:lnTo>
                      <a:pt x="2235" y="4384"/>
                    </a:lnTo>
                    <a:lnTo>
                      <a:pt x="2305" y="4349"/>
                    </a:lnTo>
                    <a:lnTo>
                      <a:pt x="2357" y="4297"/>
                    </a:lnTo>
                    <a:lnTo>
                      <a:pt x="2443" y="4089"/>
                    </a:lnTo>
                    <a:lnTo>
                      <a:pt x="2530" y="3882"/>
                    </a:lnTo>
                    <a:lnTo>
                      <a:pt x="2634" y="3466"/>
                    </a:lnTo>
                    <a:lnTo>
                      <a:pt x="2755" y="3102"/>
                    </a:lnTo>
                    <a:lnTo>
                      <a:pt x="2790" y="2911"/>
                    </a:lnTo>
                    <a:lnTo>
                      <a:pt x="2807" y="2721"/>
                    </a:lnTo>
                    <a:lnTo>
                      <a:pt x="2790" y="2617"/>
                    </a:lnTo>
                    <a:lnTo>
                      <a:pt x="2773" y="2530"/>
                    </a:lnTo>
                    <a:lnTo>
                      <a:pt x="2738" y="2461"/>
                    </a:lnTo>
                    <a:lnTo>
                      <a:pt x="2686" y="2391"/>
                    </a:lnTo>
                    <a:lnTo>
                      <a:pt x="2634" y="2339"/>
                    </a:lnTo>
                    <a:lnTo>
                      <a:pt x="2565" y="2305"/>
                    </a:lnTo>
                    <a:lnTo>
                      <a:pt x="2426" y="2236"/>
                    </a:lnTo>
                    <a:lnTo>
                      <a:pt x="2253" y="2184"/>
                    </a:lnTo>
                    <a:lnTo>
                      <a:pt x="2080" y="2132"/>
                    </a:lnTo>
                    <a:lnTo>
                      <a:pt x="1906" y="2097"/>
                    </a:lnTo>
                    <a:lnTo>
                      <a:pt x="1750" y="2045"/>
                    </a:lnTo>
                    <a:lnTo>
                      <a:pt x="1473" y="1906"/>
                    </a:lnTo>
                    <a:lnTo>
                      <a:pt x="1334" y="1837"/>
                    </a:lnTo>
                    <a:lnTo>
                      <a:pt x="1213" y="1733"/>
                    </a:lnTo>
                    <a:lnTo>
                      <a:pt x="1092" y="1646"/>
                    </a:lnTo>
                    <a:lnTo>
                      <a:pt x="971" y="1525"/>
                    </a:lnTo>
                    <a:lnTo>
                      <a:pt x="867" y="1421"/>
                    </a:lnTo>
                    <a:lnTo>
                      <a:pt x="763" y="1300"/>
                    </a:lnTo>
                    <a:lnTo>
                      <a:pt x="693" y="1161"/>
                    </a:lnTo>
                    <a:lnTo>
                      <a:pt x="624" y="1040"/>
                    </a:lnTo>
                    <a:lnTo>
                      <a:pt x="555" y="901"/>
                    </a:lnTo>
                    <a:lnTo>
                      <a:pt x="503" y="763"/>
                    </a:lnTo>
                    <a:lnTo>
                      <a:pt x="433" y="468"/>
                    </a:lnTo>
                    <a:lnTo>
                      <a:pt x="399" y="156"/>
                    </a:lnTo>
                    <a:lnTo>
                      <a:pt x="382" y="87"/>
                    </a:lnTo>
                    <a:lnTo>
                      <a:pt x="347" y="52"/>
                    </a:lnTo>
                    <a:lnTo>
                      <a:pt x="312" y="18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EA9E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33"/>
              <p:cNvSpPr/>
              <p:nvPr/>
            </p:nvSpPr>
            <p:spPr>
              <a:xfrm>
                <a:off x="1783376" y="2258966"/>
                <a:ext cx="48481" cy="15768"/>
              </a:xfrm>
              <a:custGeom>
                <a:avLst/>
                <a:gdLst/>
                <a:ahLst/>
                <a:cxnLst/>
                <a:rect l="l" t="t" r="r" b="b"/>
                <a:pathLst>
                  <a:path w="2721" h="885" extrusionOk="0">
                    <a:moveTo>
                      <a:pt x="70" y="1"/>
                    </a:moveTo>
                    <a:lnTo>
                      <a:pt x="35" y="18"/>
                    </a:lnTo>
                    <a:lnTo>
                      <a:pt x="18" y="35"/>
                    </a:lnTo>
                    <a:lnTo>
                      <a:pt x="0" y="70"/>
                    </a:lnTo>
                    <a:lnTo>
                      <a:pt x="0" y="105"/>
                    </a:lnTo>
                    <a:lnTo>
                      <a:pt x="18" y="139"/>
                    </a:lnTo>
                    <a:lnTo>
                      <a:pt x="139" y="295"/>
                    </a:lnTo>
                    <a:lnTo>
                      <a:pt x="260" y="417"/>
                    </a:lnTo>
                    <a:lnTo>
                      <a:pt x="399" y="538"/>
                    </a:lnTo>
                    <a:lnTo>
                      <a:pt x="555" y="642"/>
                    </a:lnTo>
                    <a:lnTo>
                      <a:pt x="728" y="711"/>
                    </a:lnTo>
                    <a:lnTo>
                      <a:pt x="901" y="780"/>
                    </a:lnTo>
                    <a:lnTo>
                      <a:pt x="1074" y="832"/>
                    </a:lnTo>
                    <a:lnTo>
                      <a:pt x="1265" y="867"/>
                    </a:lnTo>
                    <a:lnTo>
                      <a:pt x="1438" y="884"/>
                    </a:lnTo>
                    <a:lnTo>
                      <a:pt x="1820" y="884"/>
                    </a:lnTo>
                    <a:lnTo>
                      <a:pt x="2010" y="850"/>
                    </a:lnTo>
                    <a:lnTo>
                      <a:pt x="2201" y="798"/>
                    </a:lnTo>
                    <a:lnTo>
                      <a:pt x="2374" y="728"/>
                    </a:lnTo>
                    <a:lnTo>
                      <a:pt x="2547" y="642"/>
                    </a:lnTo>
                    <a:lnTo>
                      <a:pt x="2686" y="521"/>
                    </a:lnTo>
                    <a:lnTo>
                      <a:pt x="2703" y="486"/>
                    </a:lnTo>
                    <a:lnTo>
                      <a:pt x="2720" y="451"/>
                    </a:lnTo>
                    <a:lnTo>
                      <a:pt x="2703" y="417"/>
                    </a:lnTo>
                    <a:lnTo>
                      <a:pt x="2686" y="382"/>
                    </a:lnTo>
                    <a:lnTo>
                      <a:pt x="2669" y="365"/>
                    </a:lnTo>
                    <a:lnTo>
                      <a:pt x="2634" y="347"/>
                    </a:lnTo>
                    <a:lnTo>
                      <a:pt x="2582" y="347"/>
                    </a:lnTo>
                    <a:lnTo>
                      <a:pt x="2547" y="365"/>
                    </a:lnTo>
                    <a:lnTo>
                      <a:pt x="2253" y="503"/>
                    </a:lnTo>
                    <a:lnTo>
                      <a:pt x="2097" y="555"/>
                    </a:lnTo>
                    <a:lnTo>
                      <a:pt x="1941" y="607"/>
                    </a:lnTo>
                    <a:lnTo>
                      <a:pt x="1785" y="625"/>
                    </a:lnTo>
                    <a:lnTo>
                      <a:pt x="1629" y="642"/>
                    </a:lnTo>
                    <a:lnTo>
                      <a:pt x="1456" y="642"/>
                    </a:lnTo>
                    <a:lnTo>
                      <a:pt x="1300" y="625"/>
                    </a:lnTo>
                    <a:lnTo>
                      <a:pt x="1144" y="590"/>
                    </a:lnTo>
                    <a:lnTo>
                      <a:pt x="988" y="555"/>
                    </a:lnTo>
                    <a:lnTo>
                      <a:pt x="832" y="486"/>
                    </a:lnTo>
                    <a:lnTo>
                      <a:pt x="676" y="417"/>
                    </a:lnTo>
                    <a:lnTo>
                      <a:pt x="537" y="330"/>
                    </a:lnTo>
                    <a:lnTo>
                      <a:pt x="416" y="243"/>
                    </a:lnTo>
                    <a:lnTo>
                      <a:pt x="277" y="139"/>
                    </a:lnTo>
                    <a:lnTo>
                      <a:pt x="156" y="18"/>
                    </a:lnTo>
                    <a:lnTo>
                      <a:pt x="1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3"/>
              <p:cNvSpPr/>
              <p:nvPr/>
            </p:nvSpPr>
            <p:spPr>
              <a:xfrm>
                <a:off x="1747866" y="2186733"/>
                <a:ext cx="18851" cy="17604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988" extrusionOk="0">
                    <a:moveTo>
                      <a:pt x="486" y="0"/>
                    </a:moveTo>
                    <a:lnTo>
                      <a:pt x="347" y="18"/>
                    </a:lnTo>
                    <a:lnTo>
                      <a:pt x="243" y="70"/>
                    </a:lnTo>
                    <a:lnTo>
                      <a:pt x="139" y="156"/>
                    </a:lnTo>
                    <a:lnTo>
                      <a:pt x="87" y="226"/>
                    </a:lnTo>
                    <a:lnTo>
                      <a:pt x="35" y="312"/>
                    </a:lnTo>
                    <a:lnTo>
                      <a:pt x="1" y="399"/>
                    </a:lnTo>
                    <a:lnTo>
                      <a:pt x="1" y="503"/>
                    </a:lnTo>
                    <a:lnTo>
                      <a:pt x="1" y="589"/>
                    </a:lnTo>
                    <a:lnTo>
                      <a:pt x="35" y="676"/>
                    </a:lnTo>
                    <a:lnTo>
                      <a:pt x="70" y="763"/>
                    </a:lnTo>
                    <a:lnTo>
                      <a:pt x="139" y="849"/>
                    </a:lnTo>
                    <a:lnTo>
                      <a:pt x="243" y="919"/>
                    </a:lnTo>
                    <a:lnTo>
                      <a:pt x="364" y="971"/>
                    </a:lnTo>
                    <a:lnTo>
                      <a:pt x="486" y="988"/>
                    </a:lnTo>
                    <a:lnTo>
                      <a:pt x="607" y="971"/>
                    </a:lnTo>
                    <a:lnTo>
                      <a:pt x="711" y="936"/>
                    </a:lnTo>
                    <a:lnTo>
                      <a:pt x="815" y="901"/>
                    </a:lnTo>
                    <a:lnTo>
                      <a:pt x="884" y="849"/>
                    </a:lnTo>
                    <a:lnTo>
                      <a:pt x="954" y="780"/>
                    </a:lnTo>
                    <a:lnTo>
                      <a:pt x="988" y="728"/>
                    </a:lnTo>
                    <a:lnTo>
                      <a:pt x="1006" y="676"/>
                    </a:lnTo>
                    <a:lnTo>
                      <a:pt x="1040" y="589"/>
                    </a:lnTo>
                    <a:lnTo>
                      <a:pt x="1058" y="485"/>
                    </a:lnTo>
                    <a:lnTo>
                      <a:pt x="1023" y="364"/>
                    </a:lnTo>
                    <a:lnTo>
                      <a:pt x="988" y="260"/>
                    </a:lnTo>
                    <a:lnTo>
                      <a:pt x="936" y="174"/>
                    </a:lnTo>
                    <a:lnTo>
                      <a:pt x="867" y="122"/>
                    </a:lnTo>
                    <a:lnTo>
                      <a:pt x="798" y="70"/>
                    </a:lnTo>
                    <a:lnTo>
                      <a:pt x="711" y="35"/>
                    </a:lnTo>
                    <a:lnTo>
                      <a:pt x="607" y="18"/>
                    </a:lnTo>
                    <a:lnTo>
                      <a:pt x="4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3"/>
              <p:cNvSpPr/>
              <p:nvPr/>
            </p:nvSpPr>
            <p:spPr>
              <a:xfrm>
                <a:off x="1721015" y="2149370"/>
                <a:ext cx="30878" cy="25960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1457" extrusionOk="0">
                    <a:moveTo>
                      <a:pt x="1473" y="1"/>
                    </a:moveTo>
                    <a:lnTo>
                      <a:pt x="1334" y="18"/>
                    </a:lnTo>
                    <a:lnTo>
                      <a:pt x="1213" y="53"/>
                    </a:lnTo>
                    <a:lnTo>
                      <a:pt x="1074" y="87"/>
                    </a:lnTo>
                    <a:lnTo>
                      <a:pt x="953" y="139"/>
                    </a:lnTo>
                    <a:lnTo>
                      <a:pt x="832" y="209"/>
                    </a:lnTo>
                    <a:lnTo>
                      <a:pt x="624" y="347"/>
                    </a:lnTo>
                    <a:lnTo>
                      <a:pt x="433" y="521"/>
                    </a:lnTo>
                    <a:lnTo>
                      <a:pt x="260" y="711"/>
                    </a:lnTo>
                    <a:lnTo>
                      <a:pt x="122" y="936"/>
                    </a:lnTo>
                    <a:lnTo>
                      <a:pt x="18" y="1179"/>
                    </a:lnTo>
                    <a:lnTo>
                      <a:pt x="0" y="1231"/>
                    </a:lnTo>
                    <a:lnTo>
                      <a:pt x="18" y="1283"/>
                    </a:lnTo>
                    <a:lnTo>
                      <a:pt x="24" y="1297"/>
                    </a:lnTo>
                    <a:lnTo>
                      <a:pt x="18" y="1318"/>
                    </a:lnTo>
                    <a:lnTo>
                      <a:pt x="35" y="1352"/>
                    </a:lnTo>
                    <a:lnTo>
                      <a:pt x="52" y="1387"/>
                    </a:lnTo>
                    <a:lnTo>
                      <a:pt x="70" y="1422"/>
                    </a:lnTo>
                    <a:lnTo>
                      <a:pt x="104" y="1439"/>
                    </a:lnTo>
                    <a:lnTo>
                      <a:pt x="139" y="1456"/>
                    </a:lnTo>
                    <a:lnTo>
                      <a:pt x="191" y="1456"/>
                    </a:lnTo>
                    <a:lnTo>
                      <a:pt x="225" y="1439"/>
                    </a:lnTo>
                    <a:lnTo>
                      <a:pt x="260" y="1422"/>
                    </a:lnTo>
                    <a:lnTo>
                      <a:pt x="264" y="1415"/>
                    </a:lnTo>
                    <a:lnTo>
                      <a:pt x="264" y="1415"/>
                    </a:lnTo>
                    <a:lnTo>
                      <a:pt x="295" y="1404"/>
                    </a:lnTo>
                    <a:lnTo>
                      <a:pt x="329" y="1370"/>
                    </a:lnTo>
                    <a:lnTo>
                      <a:pt x="364" y="1335"/>
                    </a:lnTo>
                    <a:lnTo>
                      <a:pt x="485" y="1144"/>
                    </a:lnTo>
                    <a:lnTo>
                      <a:pt x="624" y="988"/>
                    </a:lnTo>
                    <a:lnTo>
                      <a:pt x="763" y="832"/>
                    </a:lnTo>
                    <a:lnTo>
                      <a:pt x="936" y="694"/>
                    </a:lnTo>
                    <a:lnTo>
                      <a:pt x="1265" y="469"/>
                    </a:lnTo>
                    <a:lnTo>
                      <a:pt x="1352" y="417"/>
                    </a:lnTo>
                    <a:lnTo>
                      <a:pt x="1456" y="382"/>
                    </a:lnTo>
                    <a:lnTo>
                      <a:pt x="1664" y="278"/>
                    </a:lnTo>
                    <a:lnTo>
                      <a:pt x="1716" y="261"/>
                    </a:lnTo>
                    <a:lnTo>
                      <a:pt x="1733" y="209"/>
                    </a:lnTo>
                    <a:lnTo>
                      <a:pt x="1733" y="174"/>
                    </a:lnTo>
                    <a:lnTo>
                      <a:pt x="1733" y="122"/>
                    </a:lnTo>
                    <a:lnTo>
                      <a:pt x="1716" y="87"/>
                    </a:lnTo>
                    <a:lnTo>
                      <a:pt x="1681" y="53"/>
                    </a:lnTo>
                    <a:lnTo>
                      <a:pt x="1646" y="18"/>
                    </a:lnTo>
                    <a:lnTo>
                      <a:pt x="1594" y="18"/>
                    </a:lnTo>
                    <a:lnTo>
                      <a:pt x="147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33"/>
              <p:cNvSpPr/>
              <p:nvPr/>
            </p:nvSpPr>
            <p:spPr>
              <a:xfrm>
                <a:off x="1817639" y="2137023"/>
                <a:ext cx="24713" cy="8659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486" extrusionOk="0">
                    <a:moveTo>
                      <a:pt x="399" y="1"/>
                    </a:moveTo>
                    <a:lnTo>
                      <a:pt x="226" y="35"/>
                    </a:lnTo>
                    <a:lnTo>
                      <a:pt x="70" y="105"/>
                    </a:lnTo>
                    <a:lnTo>
                      <a:pt x="18" y="122"/>
                    </a:lnTo>
                    <a:lnTo>
                      <a:pt x="0" y="174"/>
                    </a:lnTo>
                    <a:lnTo>
                      <a:pt x="0" y="209"/>
                    </a:lnTo>
                    <a:lnTo>
                      <a:pt x="18" y="243"/>
                    </a:lnTo>
                    <a:lnTo>
                      <a:pt x="35" y="295"/>
                    </a:lnTo>
                    <a:lnTo>
                      <a:pt x="70" y="313"/>
                    </a:lnTo>
                    <a:lnTo>
                      <a:pt x="122" y="347"/>
                    </a:lnTo>
                    <a:lnTo>
                      <a:pt x="174" y="347"/>
                    </a:lnTo>
                    <a:lnTo>
                      <a:pt x="312" y="330"/>
                    </a:lnTo>
                    <a:lnTo>
                      <a:pt x="451" y="313"/>
                    </a:lnTo>
                    <a:lnTo>
                      <a:pt x="607" y="330"/>
                    </a:lnTo>
                    <a:lnTo>
                      <a:pt x="746" y="347"/>
                    </a:lnTo>
                    <a:lnTo>
                      <a:pt x="867" y="382"/>
                    </a:lnTo>
                    <a:lnTo>
                      <a:pt x="1005" y="417"/>
                    </a:lnTo>
                    <a:lnTo>
                      <a:pt x="1127" y="451"/>
                    </a:lnTo>
                    <a:lnTo>
                      <a:pt x="1265" y="486"/>
                    </a:lnTo>
                    <a:lnTo>
                      <a:pt x="1317" y="486"/>
                    </a:lnTo>
                    <a:lnTo>
                      <a:pt x="1369" y="451"/>
                    </a:lnTo>
                    <a:lnTo>
                      <a:pt x="1387" y="399"/>
                    </a:lnTo>
                    <a:lnTo>
                      <a:pt x="1387" y="382"/>
                    </a:lnTo>
                    <a:lnTo>
                      <a:pt x="1369" y="347"/>
                    </a:lnTo>
                    <a:lnTo>
                      <a:pt x="1317" y="278"/>
                    </a:lnTo>
                    <a:lnTo>
                      <a:pt x="1265" y="209"/>
                    </a:lnTo>
                    <a:lnTo>
                      <a:pt x="1196" y="157"/>
                    </a:lnTo>
                    <a:lnTo>
                      <a:pt x="1109" y="105"/>
                    </a:lnTo>
                    <a:lnTo>
                      <a:pt x="953" y="35"/>
                    </a:lnTo>
                    <a:lnTo>
                      <a:pt x="7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33"/>
              <p:cNvSpPr/>
              <p:nvPr/>
            </p:nvSpPr>
            <p:spPr>
              <a:xfrm>
                <a:off x="1638573" y="2197531"/>
                <a:ext cx="4650" cy="279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157" extrusionOk="0">
                    <a:moveTo>
                      <a:pt x="53" y="1"/>
                    </a:moveTo>
                    <a:lnTo>
                      <a:pt x="18" y="35"/>
                    </a:lnTo>
                    <a:lnTo>
                      <a:pt x="1" y="53"/>
                    </a:lnTo>
                    <a:lnTo>
                      <a:pt x="1" y="87"/>
                    </a:lnTo>
                    <a:lnTo>
                      <a:pt x="1" y="105"/>
                    </a:lnTo>
                    <a:lnTo>
                      <a:pt x="36" y="105"/>
                    </a:lnTo>
                    <a:lnTo>
                      <a:pt x="88" y="87"/>
                    </a:lnTo>
                    <a:lnTo>
                      <a:pt x="140" y="70"/>
                    </a:lnTo>
                    <a:lnTo>
                      <a:pt x="174" y="70"/>
                    </a:lnTo>
                    <a:lnTo>
                      <a:pt x="209" y="87"/>
                    </a:lnTo>
                    <a:lnTo>
                      <a:pt x="244" y="122"/>
                    </a:lnTo>
                    <a:lnTo>
                      <a:pt x="261" y="157"/>
                    </a:lnTo>
                    <a:lnTo>
                      <a:pt x="261" y="139"/>
                    </a:lnTo>
                    <a:lnTo>
                      <a:pt x="261" y="105"/>
                    </a:lnTo>
                    <a:lnTo>
                      <a:pt x="226" y="70"/>
                    </a:lnTo>
                    <a:lnTo>
                      <a:pt x="192" y="35"/>
                    </a:lnTo>
                    <a:lnTo>
                      <a:pt x="157" y="18"/>
                    </a:lnTo>
                    <a:lnTo>
                      <a:pt x="105" y="1"/>
                    </a:lnTo>
                    <a:close/>
                  </a:path>
                </a:pathLst>
              </a:custGeom>
              <a:solidFill>
                <a:srgbClr val="A949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3"/>
              <p:cNvSpPr/>
              <p:nvPr/>
            </p:nvSpPr>
            <p:spPr>
              <a:xfrm>
                <a:off x="1630858" y="2209878"/>
                <a:ext cx="56517" cy="62076"/>
              </a:xfrm>
              <a:custGeom>
                <a:avLst/>
                <a:gdLst/>
                <a:ahLst/>
                <a:cxnLst/>
                <a:rect l="l" t="t" r="r" b="b"/>
                <a:pathLst>
                  <a:path w="3172" h="3484" extrusionOk="0">
                    <a:moveTo>
                      <a:pt x="1456" y="1"/>
                    </a:moveTo>
                    <a:lnTo>
                      <a:pt x="1231" y="35"/>
                    </a:lnTo>
                    <a:lnTo>
                      <a:pt x="1023" y="87"/>
                    </a:lnTo>
                    <a:lnTo>
                      <a:pt x="815" y="174"/>
                    </a:lnTo>
                    <a:lnTo>
                      <a:pt x="625" y="278"/>
                    </a:lnTo>
                    <a:lnTo>
                      <a:pt x="451" y="399"/>
                    </a:lnTo>
                    <a:lnTo>
                      <a:pt x="313" y="555"/>
                    </a:lnTo>
                    <a:lnTo>
                      <a:pt x="209" y="711"/>
                    </a:lnTo>
                    <a:lnTo>
                      <a:pt x="122" y="884"/>
                    </a:lnTo>
                    <a:lnTo>
                      <a:pt x="53" y="1058"/>
                    </a:lnTo>
                    <a:lnTo>
                      <a:pt x="18" y="1248"/>
                    </a:lnTo>
                    <a:lnTo>
                      <a:pt x="1" y="1422"/>
                    </a:lnTo>
                    <a:lnTo>
                      <a:pt x="18" y="1612"/>
                    </a:lnTo>
                    <a:lnTo>
                      <a:pt x="53" y="1785"/>
                    </a:lnTo>
                    <a:lnTo>
                      <a:pt x="105" y="1976"/>
                    </a:lnTo>
                    <a:lnTo>
                      <a:pt x="174" y="2149"/>
                    </a:lnTo>
                    <a:lnTo>
                      <a:pt x="278" y="2323"/>
                    </a:lnTo>
                    <a:lnTo>
                      <a:pt x="382" y="2479"/>
                    </a:lnTo>
                    <a:lnTo>
                      <a:pt x="521" y="2634"/>
                    </a:lnTo>
                    <a:lnTo>
                      <a:pt x="677" y="2773"/>
                    </a:lnTo>
                    <a:lnTo>
                      <a:pt x="833" y="2912"/>
                    </a:lnTo>
                    <a:lnTo>
                      <a:pt x="1006" y="3033"/>
                    </a:lnTo>
                    <a:lnTo>
                      <a:pt x="1196" y="3137"/>
                    </a:lnTo>
                    <a:lnTo>
                      <a:pt x="1387" y="3224"/>
                    </a:lnTo>
                    <a:lnTo>
                      <a:pt x="1595" y="3310"/>
                    </a:lnTo>
                    <a:lnTo>
                      <a:pt x="1820" y="3380"/>
                    </a:lnTo>
                    <a:lnTo>
                      <a:pt x="2045" y="3431"/>
                    </a:lnTo>
                    <a:lnTo>
                      <a:pt x="2271" y="3466"/>
                    </a:lnTo>
                    <a:lnTo>
                      <a:pt x="2496" y="3483"/>
                    </a:lnTo>
                    <a:lnTo>
                      <a:pt x="2738" y="3483"/>
                    </a:lnTo>
                    <a:lnTo>
                      <a:pt x="2912" y="3466"/>
                    </a:lnTo>
                    <a:lnTo>
                      <a:pt x="2981" y="3449"/>
                    </a:lnTo>
                    <a:lnTo>
                      <a:pt x="3068" y="3414"/>
                    </a:lnTo>
                    <a:lnTo>
                      <a:pt x="3120" y="3362"/>
                    </a:lnTo>
                    <a:lnTo>
                      <a:pt x="3137" y="3310"/>
                    </a:lnTo>
                    <a:lnTo>
                      <a:pt x="3172" y="3241"/>
                    </a:lnTo>
                    <a:lnTo>
                      <a:pt x="3172" y="3189"/>
                    </a:lnTo>
                    <a:lnTo>
                      <a:pt x="3154" y="3050"/>
                    </a:lnTo>
                    <a:lnTo>
                      <a:pt x="3102" y="2929"/>
                    </a:lnTo>
                    <a:lnTo>
                      <a:pt x="2375" y="1023"/>
                    </a:lnTo>
                    <a:lnTo>
                      <a:pt x="2271" y="780"/>
                    </a:lnTo>
                    <a:lnTo>
                      <a:pt x="2149" y="538"/>
                    </a:lnTo>
                    <a:lnTo>
                      <a:pt x="2028" y="295"/>
                    </a:lnTo>
                    <a:lnTo>
                      <a:pt x="1941" y="191"/>
                    </a:lnTo>
                    <a:lnTo>
                      <a:pt x="1855" y="87"/>
                    </a:lnTo>
                    <a:lnTo>
                      <a:pt x="2115" y="105"/>
                    </a:lnTo>
                    <a:lnTo>
                      <a:pt x="1907" y="35"/>
                    </a:lnTo>
                    <a:lnTo>
                      <a:pt x="1682" y="1"/>
                    </a:lnTo>
                    <a:close/>
                  </a:path>
                </a:pathLst>
              </a:custGeom>
              <a:solidFill>
                <a:srgbClr val="EA9E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3"/>
              <p:cNvSpPr/>
              <p:nvPr/>
            </p:nvSpPr>
            <p:spPr>
              <a:xfrm>
                <a:off x="1630858" y="2209878"/>
                <a:ext cx="56517" cy="62076"/>
              </a:xfrm>
              <a:custGeom>
                <a:avLst/>
                <a:gdLst/>
                <a:ahLst/>
                <a:cxnLst/>
                <a:rect l="l" t="t" r="r" b="b"/>
                <a:pathLst>
                  <a:path w="3172" h="3484" fill="none" extrusionOk="0">
                    <a:moveTo>
                      <a:pt x="2115" y="105"/>
                    </a:moveTo>
                    <a:lnTo>
                      <a:pt x="2115" y="105"/>
                    </a:lnTo>
                    <a:lnTo>
                      <a:pt x="1907" y="35"/>
                    </a:lnTo>
                    <a:lnTo>
                      <a:pt x="1682" y="1"/>
                    </a:lnTo>
                    <a:lnTo>
                      <a:pt x="1456" y="1"/>
                    </a:lnTo>
                    <a:lnTo>
                      <a:pt x="1231" y="35"/>
                    </a:lnTo>
                    <a:lnTo>
                      <a:pt x="1023" y="87"/>
                    </a:lnTo>
                    <a:lnTo>
                      <a:pt x="815" y="174"/>
                    </a:lnTo>
                    <a:lnTo>
                      <a:pt x="625" y="278"/>
                    </a:lnTo>
                    <a:lnTo>
                      <a:pt x="451" y="399"/>
                    </a:lnTo>
                    <a:lnTo>
                      <a:pt x="451" y="399"/>
                    </a:lnTo>
                    <a:lnTo>
                      <a:pt x="313" y="555"/>
                    </a:lnTo>
                    <a:lnTo>
                      <a:pt x="209" y="711"/>
                    </a:lnTo>
                    <a:lnTo>
                      <a:pt x="122" y="884"/>
                    </a:lnTo>
                    <a:lnTo>
                      <a:pt x="53" y="1058"/>
                    </a:lnTo>
                    <a:lnTo>
                      <a:pt x="18" y="1248"/>
                    </a:lnTo>
                    <a:lnTo>
                      <a:pt x="1" y="1422"/>
                    </a:lnTo>
                    <a:lnTo>
                      <a:pt x="18" y="1612"/>
                    </a:lnTo>
                    <a:lnTo>
                      <a:pt x="53" y="1785"/>
                    </a:lnTo>
                    <a:lnTo>
                      <a:pt x="53" y="1785"/>
                    </a:lnTo>
                    <a:lnTo>
                      <a:pt x="105" y="1976"/>
                    </a:lnTo>
                    <a:lnTo>
                      <a:pt x="174" y="2149"/>
                    </a:lnTo>
                    <a:lnTo>
                      <a:pt x="278" y="2323"/>
                    </a:lnTo>
                    <a:lnTo>
                      <a:pt x="382" y="2479"/>
                    </a:lnTo>
                    <a:lnTo>
                      <a:pt x="521" y="2634"/>
                    </a:lnTo>
                    <a:lnTo>
                      <a:pt x="677" y="2773"/>
                    </a:lnTo>
                    <a:lnTo>
                      <a:pt x="833" y="2912"/>
                    </a:lnTo>
                    <a:lnTo>
                      <a:pt x="1006" y="3033"/>
                    </a:lnTo>
                    <a:lnTo>
                      <a:pt x="1196" y="3137"/>
                    </a:lnTo>
                    <a:lnTo>
                      <a:pt x="1387" y="3224"/>
                    </a:lnTo>
                    <a:lnTo>
                      <a:pt x="1595" y="3310"/>
                    </a:lnTo>
                    <a:lnTo>
                      <a:pt x="1820" y="3380"/>
                    </a:lnTo>
                    <a:lnTo>
                      <a:pt x="2045" y="3431"/>
                    </a:lnTo>
                    <a:lnTo>
                      <a:pt x="2271" y="3466"/>
                    </a:lnTo>
                    <a:lnTo>
                      <a:pt x="2496" y="3483"/>
                    </a:lnTo>
                    <a:lnTo>
                      <a:pt x="2738" y="3483"/>
                    </a:lnTo>
                    <a:lnTo>
                      <a:pt x="2738" y="3483"/>
                    </a:lnTo>
                    <a:lnTo>
                      <a:pt x="2912" y="3466"/>
                    </a:lnTo>
                    <a:lnTo>
                      <a:pt x="2981" y="3449"/>
                    </a:lnTo>
                    <a:lnTo>
                      <a:pt x="3068" y="3414"/>
                    </a:lnTo>
                    <a:lnTo>
                      <a:pt x="3068" y="3414"/>
                    </a:lnTo>
                    <a:lnTo>
                      <a:pt x="3120" y="3362"/>
                    </a:lnTo>
                    <a:lnTo>
                      <a:pt x="3137" y="3310"/>
                    </a:lnTo>
                    <a:lnTo>
                      <a:pt x="3172" y="3241"/>
                    </a:lnTo>
                    <a:lnTo>
                      <a:pt x="3172" y="3189"/>
                    </a:lnTo>
                    <a:lnTo>
                      <a:pt x="3154" y="3050"/>
                    </a:lnTo>
                    <a:lnTo>
                      <a:pt x="3102" y="2929"/>
                    </a:lnTo>
                    <a:lnTo>
                      <a:pt x="3102" y="2929"/>
                    </a:lnTo>
                    <a:lnTo>
                      <a:pt x="2375" y="1023"/>
                    </a:lnTo>
                    <a:lnTo>
                      <a:pt x="2375" y="1023"/>
                    </a:lnTo>
                    <a:lnTo>
                      <a:pt x="2271" y="780"/>
                    </a:lnTo>
                    <a:lnTo>
                      <a:pt x="2149" y="538"/>
                    </a:lnTo>
                    <a:lnTo>
                      <a:pt x="2028" y="295"/>
                    </a:lnTo>
                    <a:lnTo>
                      <a:pt x="1941" y="191"/>
                    </a:lnTo>
                    <a:lnTo>
                      <a:pt x="1855" y="87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33"/>
              <p:cNvSpPr/>
              <p:nvPr/>
            </p:nvSpPr>
            <p:spPr>
              <a:xfrm>
                <a:off x="1516630" y="1950242"/>
                <a:ext cx="369250" cy="403210"/>
              </a:xfrm>
              <a:custGeom>
                <a:avLst/>
                <a:gdLst/>
                <a:ahLst/>
                <a:cxnLst/>
                <a:rect l="l" t="t" r="r" b="b"/>
                <a:pathLst>
                  <a:path w="20724" h="22630" extrusionOk="0">
                    <a:moveTo>
                      <a:pt x="14347" y="1"/>
                    </a:moveTo>
                    <a:lnTo>
                      <a:pt x="14278" y="18"/>
                    </a:lnTo>
                    <a:lnTo>
                      <a:pt x="14174" y="70"/>
                    </a:lnTo>
                    <a:lnTo>
                      <a:pt x="14070" y="174"/>
                    </a:lnTo>
                    <a:lnTo>
                      <a:pt x="13966" y="278"/>
                    </a:lnTo>
                    <a:lnTo>
                      <a:pt x="13880" y="417"/>
                    </a:lnTo>
                    <a:lnTo>
                      <a:pt x="13810" y="555"/>
                    </a:lnTo>
                    <a:lnTo>
                      <a:pt x="13758" y="711"/>
                    </a:lnTo>
                    <a:lnTo>
                      <a:pt x="13654" y="937"/>
                    </a:lnTo>
                    <a:lnTo>
                      <a:pt x="13550" y="1162"/>
                    </a:lnTo>
                    <a:lnTo>
                      <a:pt x="13446" y="1370"/>
                    </a:lnTo>
                    <a:lnTo>
                      <a:pt x="13325" y="1595"/>
                    </a:lnTo>
                    <a:lnTo>
                      <a:pt x="13187" y="1803"/>
                    </a:lnTo>
                    <a:lnTo>
                      <a:pt x="13031" y="1994"/>
                    </a:lnTo>
                    <a:lnTo>
                      <a:pt x="12875" y="2184"/>
                    </a:lnTo>
                    <a:lnTo>
                      <a:pt x="12719" y="2375"/>
                    </a:lnTo>
                    <a:lnTo>
                      <a:pt x="12545" y="2548"/>
                    </a:lnTo>
                    <a:lnTo>
                      <a:pt x="12355" y="2721"/>
                    </a:lnTo>
                    <a:lnTo>
                      <a:pt x="12164" y="2877"/>
                    </a:lnTo>
                    <a:lnTo>
                      <a:pt x="11974" y="3033"/>
                    </a:lnTo>
                    <a:lnTo>
                      <a:pt x="11766" y="3172"/>
                    </a:lnTo>
                    <a:lnTo>
                      <a:pt x="11558" y="3293"/>
                    </a:lnTo>
                    <a:lnTo>
                      <a:pt x="11333" y="3414"/>
                    </a:lnTo>
                    <a:lnTo>
                      <a:pt x="11107" y="3518"/>
                    </a:lnTo>
                    <a:lnTo>
                      <a:pt x="10726" y="3674"/>
                    </a:lnTo>
                    <a:lnTo>
                      <a:pt x="10328" y="3813"/>
                    </a:lnTo>
                    <a:lnTo>
                      <a:pt x="9912" y="3917"/>
                    </a:lnTo>
                    <a:lnTo>
                      <a:pt x="9513" y="4003"/>
                    </a:lnTo>
                    <a:lnTo>
                      <a:pt x="8682" y="4194"/>
                    </a:lnTo>
                    <a:lnTo>
                      <a:pt x="8266" y="4281"/>
                    </a:lnTo>
                    <a:lnTo>
                      <a:pt x="7867" y="4402"/>
                    </a:lnTo>
                    <a:lnTo>
                      <a:pt x="7469" y="4523"/>
                    </a:lnTo>
                    <a:lnTo>
                      <a:pt x="7070" y="4697"/>
                    </a:lnTo>
                    <a:lnTo>
                      <a:pt x="6689" y="4887"/>
                    </a:lnTo>
                    <a:lnTo>
                      <a:pt x="6498" y="4991"/>
                    </a:lnTo>
                    <a:lnTo>
                      <a:pt x="6325" y="5112"/>
                    </a:lnTo>
                    <a:lnTo>
                      <a:pt x="6152" y="5251"/>
                    </a:lnTo>
                    <a:lnTo>
                      <a:pt x="5996" y="5390"/>
                    </a:lnTo>
                    <a:lnTo>
                      <a:pt x="5857" y="5528"/>
                    </a:lnTo>
                    <a:lnTo>
                      <a:pt x="5719" y="5684"/>
                    </a:lnTo>
                    <a:lnTo>
                      <a:pt x="5597" y="5840"/>
                    </a:lnTo>
                    <a:lnTo>
                      <a:pt x="5494" y="6013"/>
                    </a:lnTo>
                    <a:lnTo>
                      <a:pt x="5390" y="6204"/>
                    </a:lnTo>
                    <a:lnTo>
                      <a:pt x="5320" y="6395"/>
                    </a:lnTo>
                    <a:lnTo>
                      <a:pt x="5182" y="6273"/>
                    </a:lnTo>
                    <a:lnTo>
                      <a:pt x="5026" y="6169"/>
                    </a:lnTo>
                    <a:lnTo>
                      <a:pt x="4852" y="6100"/>
                    </a:lnTo>
                    <a:lnTo>
                      <a:pt x="4679" y="6065"/>
                    </a:lnTo>
                    <a:lnTo>
                      <a:pt x="4489" y="6048"/>
                    </a:lnTo>
                    <a:lnTo>
                      <a:pt x="4298" y="6048"/>
                    </a:lnTo>
                    <a:lnTo>
                      <a:pt x="4125" y="6065"/>
                    </a:lnTo>
                    <a:lnTo>
                      <a:pt x="3934" y="6117"/>
                    </a:lnTo>
                    <a:lnTo>
                      <a:pt x="3761" y="6187"/>
                    </a:lnTo>
                    <a:lnTo>
                      <a:pt x="3605" y="6273"/>
                    </a:lnTo>
                    <a:lnTo>
                      <a:pt x="3432" y="6360"/>
                    </a:lnTo>
                    <a:lnTo>
                      <a:pt x="3276" y="6464"/>
                    </a:lnTo>
                    <a:lnTo>
                      <a:pt x="2998" y="6706"/>
                    </a:lnTo>
                    <a:lnTo>
                      <a:pt x="2704" y="6949"/>
                    </a:lnTo>
                    <a:lnTo>
                      <a:pt x="2357" y="7261"/>
                    </a:lnTo>
                    <a:lnTo>
                      <a:pt x="2011" y="7590"/>
                    </a:lnTo>
                    <a:lnTo>
                      <a:pt x="1682" y="7919"/>
                    </a:lnTo>
                    <a:lnTo>
                      <a:pt x="1370" y="8283"/>
                    </a:lnTo>
                    <a:lnTo>
                      <a:pt x="1093" y="8647"/>
                    </a:lnTo>
                    <a:lnTo>
                      <a:pt x="971" y="8855"/>
                    </a:lnTo>
                    <a:lnTo>
                      <a:pt x="850" y="9046"/>
                    </a:lnTo>
                    <a:lnTo>
                      <a:pt x="746" y="9253"/>
                    </a:lnTo>
                    <a:lnTo>
                      <a:pt x="642" y="9461"/>
                    </a:lnTo>
                    <a:lnTo>
                      <a:pt x="573" y="9687"/>
                    </a:lnTo>
                    <a:lnTo>
                      <a:pt x="503" y="9895"/>
                    </a:lnTo>
                    <a:lnTo>
                      <a:pt x="434" y="10154"/>
                    </a:lnTo>
                    <a:lnTo>
                      <a:pt x="399" y="10414"/>
                    </a:lnTo>
                    <a:lnTo>
                      <a:pt x="365" y="10674"/>
                    </a:lnTo>
                    <a:lnTo>
                      <a:pt x="347" y="10934"/>
                    </a:lnTo>
                    <a:lnTo>
                      <a:pt x="347" y="11471"/>
                    </a:lnTo>
                    <a:lnTo>
                      <a:pt x="365" y="11991"/>
                    </a:lnTo>
                    <a:lnTo>
                      <a:pt x="399" y="12268"/>
                    </a:lnTo>
                    <a:lnTo>
                      <a:pt x="417" y="12407"/>
                    </a:lnTo>
                    <a:lnTo>
                      <a:pt x="434" y="12546"/>
                    </a:lnTo>
                    <a:lnTo>
                      <a:pt x="486" y="12667"/>
                    </a:lnTo>
                    <a:lnTo>
                      <a:pt x="538" y="12788"/>
                    </a:lnTo>
                    <a:lnTo>
                      <a:pt x="625" y="12892"/>
                    </a:lnTo>
                    <a:lnTo>
                      <a:pt x="711" y="12996"/>
                    </a:lnTo>
                    <a:lnTo>
                      <a:pt x="781" y="13031"/>
                    </a:lnTo>
                    <a:lnTo>
                      <a:pt x="833" y="13048"/>
                    </a:lnTo>
                    <a:lnTo>
                      <a:pt x="971" y="13083"/>
                    </a:lnTo>
                    <a:lnTo>
                      <a:pt x="1110" y="13065"/>
                    </a:lnTo>
                    <a:lnTo>
                      <a:pt x="1231" y="13013"/>
                    </a:lnTo>
                    <a:lnTo>
                      <a:pt x="1307" y="12963"/>
                    </a:lnTo>
                    <a:lnTo>
                      <a:pt x="1307" y="12963"/>
                    </a:lnTo>
                    <a:lnTo>
                      <a:pt x="365" y="15439"/>
                    </a:lnTo>
                    <a:lnTo>
                      <a:pt x="226" y="15768"/>
                    </a:lnTo>
                    <a:lnTo>
                      <a:pt x="122" y="16115"/>
                    </a:lnTo>
                    <a:lnTo>
                      <a:pt x="70" y="16288"/>
                    </a:lnTo>
                    <a:lnTo>
                      <a:pt x="36" y="16479"/>
                    </a:lnTo>
                    <a:lnTo>
                      <a:pt x="18" y="16652"/>
                    </a:lnTo>
                    <a:lnTo>
                      <a:pt x="1" y="16825"/>
                    </a:lnTo>
                    <a:lnTo>
                      <a:pt x="18" y="17120"/>
                    </a:lnTo>
                    <a:lnTo>
                      <a:pt x="88" y="17397"/>
                    </a:lnTo>
                    <a:lnTo>
                      <a:pt x="174" y="17674"/>
                    </a:lnTo>
                    <a:lnTo>
                      <a:pt x="296" y="17934"/>
                    </a:lnTo>
                    <a:lnTo>
                      <a:pt x="434" y="18194"/>
                    </a:lnTo>
                    <a:lnTo>
                      <a:pt x="590" y="18437"/>
                    </a:lnTo>
                    <a:lnTo>
                      <a:pt x="763" y="18679"/>
                    </a:lnTo>
                    <a:lnTo>
                      <a:pt x="954" y="18904"/>
                    </a:lnTo>
                    <a:lnTo>
                      <a:pt x="1023" y="18974"/>
                    </a:lnTo>
                    <a:lnTo>
                      <a:pt x="1093" y="19043"/>
                    </a:lnTo>
                    <a:lnTo>
                      <a:pt x="1179" y="19095"/>
                    </a:lnTo>
                    <a:lnTo>
                      <a:pt x="1266" y="19130"/>
                    </a:lnTo>
                    <a:lnTo>
                      <a:pt x="1352" y="19112"/>
                    </a:lnTo>
                    <a:lnTo>
                      <a:pt x="1439" y="19095"/>
                    </a:lnTo>
                    <a:lnTo>
                      <a:pt x="1508" y="19043"/>
                    </a:lnTo>
                    <a:lnTo>
                      <a:pt x="1578" y="18991"/>
                    </a:lnTo>
                    <a:lnTo>
                      <a:pt x="1630" y="18904"/>
                    </a:lnTo>
                    <a:lnTo>
                      <a:pt x="1664" y="18818"/>
                    </a:lnTo>
                    <a:lnTo>
                      <a:pt x="1699" y="18731"/>
                    </a:lnTo>
                    <a:lnTo>
                      <a:pt x="1716" y="18645"/>
                    </a:lnTo>
                    <a:lnTo>
                      <a:pt x="1768" y="18281"/>
                    </a:lnTo>
                    <a:lnTo>
                      <a:pt x="1803" y="18107"/>
                    </a:lnTo>
                    <a:lnTo>
                      <a:pt x="1838" y="18021"/>
                    </a:lnTo>
                    <a:lnTo>
                      <a:pt x="1890" y="17952"/>
                    </a:lnTo>
                    <a:lnTo>
                      <a:pt x="1890" y="17952"/>
                    </a:lnTo>
                    <a:lnTo>
                      <a:pt x="1820" y="18194"/>
                    </a:lnTo>
                    <a:lnTo>
                      <a:pt x="1768" y="18454"/>
                    </a:lnTo>
                    <a:lnTo>
                      <a:pt x="1734" y="18714"/>
                    </a:lnTo>
                    <a:lnTo>
                      <a:pt x="1716" y="18974"/>
                    </a:lnTo>
                    <a:lnTo>
                      <a:pt x="1734" y="19234"/>
                    </a:lnTo>
                    <a:lnTo>
                      <a:pt x="1751" y="19494"/>
                    </a:lnTo>
                    <a:lnTo>
                      <a:pt x="1803" y="19753"/>
                    </a:lnTo>
                    <a:lnTo>
                      <a:pt x="1855" y="20013"/>
                    </a:lnTo>
                    <a:lnTo>
                      <a:pt x="1924" y="20256"/>
                    </a:lnTo>
                    <a:lnTo>
                      <a:pt x="2011" y="20499"/>
                    </a:lnTo>
                    <a:lnTo>
                      <a:pt x="2132" y="20741"/>
                    </a:lnTo>
                    <a:lnTo>
                      <a:pt x="2253" y="20966"/>
                    </a:lnTo>
                    <a:lnTo>
                      <a:pt x="2392" y="21192"/>
                    </a:lnTo>
                    <a:lnTo>
                      <a:pt x="2548" y="21400"/>
                    </a:lnTo>
                    <a:lnTo>
                      <a:pt x="2704" y="21607"/>
                    </a:lnTo>
                    <a:lnTo>
                      <a:pt x="2895" y="21781"/>
                    </a:lnTo>
                    <a:lnTo>
                      <a:pt x="3102" y="21954"/>
                    </a:lnTo>
                    <a:lnTo>
                      <a:pt x="3206" y="22041"/>
                    </a:lnTo>
                    <a:lnTo>
                      <a:pt x="3328" y="22110"/>
                    </a:lnTo>
                    <a:lnTo>
                      <a:pt x="3449" y="22162"/>
                    </a:lnTo>
                    <a:lnTo>
                      <a:pt x="3570" y="22197"/>
                    </a:lnTo>
                    <a:lnTo>
                      <a:pt x="3709" y="22214"/>
                    </a:lnTo>
                    <a:lnTo>
                      <a:pt x="3830" y="22214"/>
                    </a:lnTo>
                    <a:lnTo>
                      <a:pt x="3951" y="22197"/>
                    </a:lnTo>
                    <a:lnTo>
                      <a:pt x="4055" y="22162"/>
                    </a:lnTo>
                    <a:lnTo>
                      <a:pt x="4159" y="22110"/>
                    </a:lnTo>
                    <a:lnTo>
                      <a:pt x="4246" y="22058"/>
                    </a:lnTo>
                    <a:lnTo>
                      <a:pt x="4333" y="21971"/>
                    </a:lnTo>
                    <a:lnTo>
                      <a:pt x="4402" y="21902"/>
                    </a:lnTo>
                    <a:lnTo>
                      <a:pt x="4541" y="21711"/>
                    </a:lnTo>
                    <a:lnTo>
                      <a:pt x="4645" y="21486"/>
                    </a:lnTo>
                    <a:lnTo>
                      <a:pt x="4748" y="21261"/>
                    </a:lnTo>
                    <a:lnTo>
                      <a:pt x="4818" y="21018"/>
                    </a:lnTo>
                    <a:lnTo>
                      <a:pt x="4870" y="20776"/>
                    </a:lnTo>
                    <a:lnTo>
                      <a:pt x="4974" y="21036"/>
                    </a:lnTo>
                    <a:lnTo>
                      <a:pt x="5095" y="21261"/>
                    </a:lnTo>
                    <a:lnTo>
                      <a:pt x="5216" y="21503"/>
                    </a:lnTo>
                    <a:lnTo>
                      <a:pt x="5372" y="21711"/>
                    </a:lnTo>
                    <a:lnTo>
                      <a:pt x="5545" y="21919"/>
                    </a:lnTo>
                    <a:lnTo>
                      <a:pt x="5719" y="22110"/>
                    </a:lnTo>
                    <a:lnTo>
                      <a:pt x="5927" y="22266"/>
                    </a:lnTo>
                    <a:lnTo>
                      <a:pt x="6152" y="22404"/>
                    </a:lnTo>
                    <a:lnTo>
                      <a:pt x="6394" y="22526"/>
                    </a:lnTo>
                    <a:lnTo>
                      <a:pt x="6654" y="22595"/>
                    </a:lnTo>
                    <a:lnTo>
                      <a:pt x="6914" y="22630"/>
                    </a:lnTo>
                    <a:lnTo>
                      <a:pt x="7192" y="22630"/>
                    </a:lnTo>
                    <a:lnTo>
                      <a:pt x="7451" y="22578"/>
                    </a:lnTo>
                    <a:lnTo>
                      <a:pt x="7573" y="22543"/>
                    </a:lnTo>
                    <a:lnTo>
                      <a:pt x="7694" y="22508"/>
                    </a:lnTo>
                    <a:lnTo>
                      <a:pt x="7815" y="22456"/>
                    </a:lnTo>
                    <a:lnTo>
                      <a:pt x="7919" y="22387"/>
                    </a:lnTo>
                    <a:lnTo>
                      <a:pt x="8023" y="22301"/>
                    </a:lnTo>
                    <a:lnTo>
                      <a:pt x="8127" y="22214"/>
                    </a:lnTo>
                    <a:lnTo>
                      <a:pt x="8214" y="22127"/>
                    </a:lnTo>
                    <a:lnTo>
                      <a:pt x="8283" y="22006"/>
                    </a:lnTo>
                    <a:lnTo>
                      <a:pt x="8352" y="21902"/>
                    </a:lnTo>
                    <a:lnTo>
                      <a:pt x="8387" y="21763"/>
                    </a:lnTo>
                    <a:lnTo>
                      <a:pt x="8439" y="21642"/>
                    </a:lnTo>
                    <a:lnTo>
                      <a:pt x="8456" y="21521"/>
                    </a:lnTo>
                    <a:lnTo>
                      <a:pt x="8474" y="21382"/>
                    </a:lnTo>
                    <a:lnTo>
                      <a:pt x="8456" y="21244"/>
                    </a:lnTo>
                    <a:lnTo>
                      <a:pt x="8456" y="21122"/>
                    </a:lnTo>
                    <a:lnTo>
                      <a:pt x="8422" y="21001"/>
                    </a:lnTo>
                    <a:lnTo>
                      <a:pt x="8387" y="20862"/>
                    </a:lnTo>
                    <a:lnTo>
                      <a:pt x="8318" y="20758"/>
                    </a:lnTo>
                    <a:lnTo>
                      <a:pt x="8248" y="20654"/>
                    </a:lnTo>
                    <a:lnTo>
                      <a:pt x="8179" y="20551"/>
                    </a:lnTo>
                    <a:lnTo>
                      <a:pt x="8075" y="20464"/>
                    </a:lnTo>
                    <a:lnTo>
                      <a:pt x="7971" y="20395"/>
                    </a:lnTo>
                    <a:lnTo>
                      <a:pt x="7971" y="20395"/>
                    </a:lnTo>
                    <a:lnTo>
                      <a:pt x="8196" y="20481"/>
                    </a:lnTo>
                    <a:lnTo>
                      <a:pt x="8439" y="20551"/>
                    </a:lnTo>
                    <a:lnTo>
                      <a:pt x="8664" y="20603"/>
                    </a:lnTo>
                    <a:lnTo>
                      <a:pt x="8907" y="20637"/>
                    </a:lnTo>
                    <a:lnTo>
                      <a:pt x="9149" y="20654"/>
                    </a:lnTo>
                    <a:lnTo>
                      <a:pt x="9392" y="20637"/>
                    </a:lnTo>
                    <a:lnTo>
                      <a:pt x="9635" y="20603"/>
                    </a:lnTo>
                    <a:lnTo>
                      <a:pt x="9877" y="20568"/>
                    </a:lnTo>
                    <a:lnTo>
                      <a:pt x="10120" y="20499"/>
                    </a:lnTo>
                    <a:lnTo>
                      <a:pt x="10345" y="20412"/>
                    </a:lnTo>
                    <a:lnTo>
                      <a:pt x="10570" y="20325"/>
                    </a:lnTo>
                    <a:lnTo>
                      <a:pt x="10778" y="20204"/>
                    </a:lnTo>
                    <a:lnTo>
                      <a:pt x="10986" y="20065"/>
                    </a:lnTo>
                    <a:lnTo>
                      <a:pt x="11177" y="19927"/>
                    </a:lnTo>
                    <a:lnTo>
                      <a:pt x="11350" y="19753"/>
                    </a:lnTo>
                    <a:lnTo>
                      <a:pt x="11523" y="19580"/>
                    </a:lnTo>
                    <a:lnTo>
                      <a:pt x="11610" y="19442"/>
                    </a:lnTo>
                    <a:lnTo>
                      <a:pt x="11679" y="19303"/>
                    </a:lnTo>
                    <a:lnTo>
                      <a:pt x="11731" y="19147"/>
                    </a:lnTo>
                    <a:lnTo>
                      <a:pt x="11766" y="18991"/>
                    </a:lnTo>
                    <a:lnTo>
                      <a:pt x="11766" y="18852"/>
                    </a:lnTo>
                    <a:lnTo>
                      <a:pt x="11731" y="18714"/>
                    </a:lnTo>
                    <a:lnTo>
                      <a:pt x="11714" y="18662"/>
                    </a:lnTo>
                    <a:lnTo>
                      <a:pt x="11662" y="18610"/>
                    </a:lnTo>
                    <a:lnTo>
                      <a:pt x="11610" y="18558"/>
                    </a:lnTo>
                    <a:lnTo>
                      <a:pt x="11558" y="18523"/>
                    </a:lnTo>
                    <a:lnTo>
                      <a:pt x="11454" y="18489"/>
                    </a:lnTo>
                    <a:lnTo>
                      <a:pt x="11350" y="18471"/>
                    </a:lnTo>
                    <a:lnTo>
                      <a:pt x="11125" y="18489"/>
                    </a:lnTo>
                    <a:lnTo>
                      <a:pt x="10484" y="18489"/>
                    </a:lnTo>
                    <a:lnTo>
                      <a:pt x="10172" y="18471"/>
                    </a:lnTo>
                    <a:lnTo>
                      <a:pt x="9843" y="18437"/>
                    </a:lnTo>
                    <a:lnTo>
                      <a:pt x="9531" y="18367"/>
                    </a:lnTo>
                    <a:lnTo>
                      <a:pt x="9201" y="18298"/>
                    </a:lnTo>
                    <a:lnTo>
                      <a:pt x="8907" y="18194"/>
                    </a:lnTo>
                    <a:lnTo>
                      <a:pt x="8612" y="18090"/>
                    </a:lnTo>
                    <a:lnTo>
                      <a:pt x="8318" y="17952"/>
                    </a:lnTo>
                    <a:lnTo>
                      <a:pt x="8058" y="17796"/>
                    </a:lnTo>
                    <a:lnTo>
                      <a:pt x="7798" y="17605"/>
                    </a:lnTo>
                    <a:lnTo>
                      <a:pt x="7555" y="17414"/>
                    </a:lnTo>
                    <a:lnTo>
                      <a:pt x="7347" y="17189"/>
                    </a:lnTo>
                    <a:lnTo>
                      <a:pt x="7157" y="16964"/>
                    </a:lnTo>
                    <a:lnTo>
                      <a:pt x="7001" y="16704"/>
                    </a:lnTo>
                    <a:lnTo>
                      <a:pt x="6862" y="16409"/>
                    </a:lnTo>
                    <a:lnTo>
                      <a:pt x="6776" y="16184"/>
                    </a:lnTo>
                    <a:lnTo>
                      <a:pt x="6724" y="15942"/>
                    </a:lnTo>
                    <a:lnTo>
                      <a:pt x="6724" y="15820"/>
                    </a:lnTo>
                    <a:lnTo>
                      <a:pt x="6724" y="15699"/>
                    </a:lnTo>
                    <a:lnTo>
                      <a:pt x="6741" y="15578"/>
                    </a:lnTo>
                    <a:lnTo>
                      <a:pt x="6776" y="15456"/>
                    </a:lnTo>
                    <a:lnTo>
                      <a:pt x="6810" y="15335"/>
                    </a:lnTo>
                    <a:lnTo>
                      <a:pt x="6880" y="15231"/>
                    </a:lnTo>
                    <a:lnTo>
                      <a:pt x="6966" y="15145"/>
                    </a:lnTo>
                    <a:lnTo>
                      <a:pt x="7053" y="15058"/>
                    </a:lnTo>
                    <a:lnTo>
                      <a:pt x="7157" y="15006"/>
                    </a:lnTo>
                    <a:lnTo>
                      <a:pt x="7278" y="14954"/>
                    </a:lnTo>
                    <a:lnTo>
                      <a:pt x="7399" y="14937"/>
                    </a:lnTo>
                    <a:lnTo>
                      <a:pt x="7521" y="14954"/>
                    </a:lnTo>
                    <a:lnTo>
                      <a:pt x="7261" y="15006"/>
                    </a:lnTo>
                    <a:lnTo>
                      <a:pt x="7573" y="15058"/>
                    </a:lnTo>
                    <a:lnTo>
                      <a:pt x="7850" y="15145"/>
                    </a:lnTo>
                    <a:lnTo>
                      <a:pt x="8144" y="15266"/>
                    </a:lnTo>
                    <a:lnTo>
                      <a:pt x="8404" y="15404"/>
                    </a:lnTo>
                    <a:lnTo>
                      <a:pt x="8664" y="15578"/>
                    </a:lnTo>
                    <a:lnTo>
                      <a:pt x="8890" y="15768"/>
                    </a:lnTo>
                    <a:lnTo>
                      <a:pt x="9097" y="15976"/>
                    </a:lnTo>
                    <a:lnTo>
                      <a:pt x="9288" y="16219"/>
                    </a:lnTo>
                    <a:lnTo>
                      <a:pt x="9288" y="16028"/>
                    </a:lnTo>
                    <a:lnTo>
                      <a:pt x="9253" y="15838"/>
                    </a:lnTo>
                    <a:lnTo>
                      <a:pt x="9184" y="15647"/>
                    </a:lnTo>
                    <a:lnTo>
                      <a:pt x="9097" y="15474"/>
                    </a:lnTo>
                    <a:lnTo>
                      <a:pt x="8993" y="15301"/>
                    </a:lnTo>
                    <a:lnTo>
                      <a:pt x="8890" y="15127"/>
                    </a:lnTo>
                    <a:lnTo>
                      <a:pt x="8647" y="14798"/>
                    </a:lnTo>
                    <a:lnTo>
                      <a:pt x="8422" y="14434"/>
                    </a:lnTo>
                    <a:lnTo>
                      <a:pt x="8231" y="14070"/>
                    </a:lnTo>
                    <a:lnTo>
                      <a:pt x="8058" y="13689"/>
                    </a:lnTo>
                    <a:lnTo>
                      <a:pt x="7902" y="13291"/>
                    </a:lnTo>
                    <a:lnTo>
                      <a:pt x="7781" y="12892"/>
                    </a:lnTo>
                    <a:lnTo>
                      <a:pt x="7694" y="12476"/>
                    </a:lnTo>
                    <a:lnTo>
                      <a:pt x="7642" y="12060"/>
                    </a:lnTo>
                    <a:lnTo>
                      <a:pt x="7607" y="11627"/>
                    </a:lnTo>
                    <a:lnTo>
                      <a:pt x="7607" y="11211"/>
                    </a:lnTo>
                    <a:lnTo>
                      <a:pt x="7625" y="10796"/>
                    </a:lnTo>
                    <a:lnTo>
                      <a:pt x="7677" y="10362"/>
                    </a:lnTo>
                    <a:lnTo>
                      <a:pt x="7746" y="9964"/>
                    </a:lnTo>
                    <a:lnTo>
                      <a:pt x="7867" y="9548"/>
                    </a:lnTo>
                    <a:lnTo>
                      <a:pt x="8006" y="9150"/>
                    </a:lnTo>
                    <a:lnTo>
                      <a:pt x="8162" y="8768"/>
                    </a:lnTo>
                    <a:lnTo>
                      <a:pt x="8352" y="8387"/>
                    </a:lnTo>
                    <a:lnTo>
                      <a:pt x="8803" y="8578"/>
                    </a:lnTo>
                    <a:lnTo>
                      <a:pt x="9253" y="8751"/>
                    </a:lnTo>
                    <a:lnTo>
                      <a:pt x="9721" y="8907"/>
                    </a:lnTo>
                    <a:lnTo>
                      <a:pt x="10189" y="9028"/>
                    </a:lnTo>
                    <a:lnTo>
                      <a:pt x="10657" y="9150"/>
                    </a:lnTo>
                    <a:lnTo>
                      <a:pt x="11125" y="9219"/>
                    </a:lnTo>
                    <a:lnTo>
                      <a:pt x="11610" y="9288"/>
                    </a:lnTo>
                    <a:lnTo>
                      <a:pt x="12095" y="9323"/>
                    </a:lnTo>
                    <a:lnTo>
                      <a:pt x="12286" y="9323"/>
                    </a:lnTo>
                    <a:lnTo>
                      <a:pt x="12493" y="9305"/>
                    </a:lnTo>
                    <a:lnTo>
                      <a:pt x="12701" y="9253"/>
                    </a:lnTo>
                    <a:lnTo>
                      <a:pt x="12875" y="9184"/>
                    </a:lnTo>
                    <a:lnTo>
                      <a:pt x="13031" y="9080"/>
                    </a:lnTo>
                    <a:lnTo>
                      <a:pt x="13100" y="9028"/>
                    </a:lnTo>
                    <a:lnTo>
                      <a:pt x="13152" y="8959"/>
                    </a:lnTo>
                    <a:lnTo>
                      <a:pt x="13187" y="8890"/>
                    </a:lnTo>
                    <a:lnTo>
                      <a:pt x="13204" y="8803"/>
                    </a:lnTo>
                    <a:lnTo>
                      <a:pt x="13221" y="8716"/>
                    </a:lnTo>
                    <a:lnTo>
                      <a:pt x="13221" y="8630"/>
                    </a:lnTo>
                    <a:lnTo>
                      <a:pt x="13187" y="8526"/>
                    </a:lnTo>
                    <a:lnTo>
                      <a:pt x="13117" y="8422"/>
                    </a:lnTo>
                    <a:lnTo>
                      <a:pt x="13031" y="8335"/>
                    </a:lnTo>
                    <a:lnTo>
                      <a:pt x="12944" y="8266"/>
                    </a:lnTo>
                    <a:lnTo>
                      <a:pt x="12823" y="8197"/>
                    </a:lnTo>
                    <a:lnTo>
                      <a:pt x="12719" y="8145"/>
                    </a:lnTo>
                    <a:lnTo>
                      <a:pt x="12476" y="8075"/>
                    </a:lnTo>
                    <a:lnTo>
                      <a:pt x="11229" y="7711"/>
                    </a:lnTo>
                    <a:lnTo>
                      <a:pt x="11229" y="7711"/>
                    </a:lnTo>
                    <a:lnTo>
                      <a:pt x="11835" y="7867"/>
                    </a:lnTo>
                    <a:lnTo>
                      <a:pt x="12442" y="8006"/>
                    </a:lnTo>
                    <a:lnTo>
                      <a:pt x="13048" y="8110"/>
                    </a:lnTo>
                    <a:lnTo>
                      <a:pt x="13654" y="8214"/>
                    </a:lnTo>
                    <a:lnTo>
                      <a:pt x="14261" y="8300"/>
                    </a:lnTo>
                    <a:lnTo>
                      <a:pt x="14885" y="8352"/>
                    </a:lnTo>
                    <a:lnTo>
                      <a:pt x="15508" y="8404"/>
                    </a:lnTo>
                    <a:lnTo>
                      <a:pt x="16115" y="8422"/>
                    </a:lnTo>
                    <a:lnTo>
                      <a:pt x="16496" y="8422"/>
                    </a:lnTo>
                    <a:lnTo>
                      <a:pt x="16687" y="8404"/>
                    </a:lnTo>
                    <a:lnTo>
                      <a:pt x="16877" y="8370"/>
                    </a:lnTo>
                    <a:lnTo>
                      <a:pt x="17050" y="8318"/>
                    </a:lnTo>
                    <a:lnTo>
                      <a:pt x="17224" y="8249"/>
                    </a:lnTo>
                    <a:lnTo>
                      <a:pt x="17362" y="8145"/>
                    </a:lnTo>
                    <a:lnTo>
                      <a:pt x="17501" y="8023"/>
                    </a:lnTo>
                    <a:lnTo>
                      <a:pt x="17154" y="7850"/>
                    </a:lnTo>
                    <a:lnTo>
                      <a:pt x="16808" y="7694"/>
                    </a:lnTo>
                    <a:lnTo>
                      <a:pt x="16444" y="7590"/>
                    </a:lnTo>
                    <a:lnTo>
                      <a:pt x="16080" y="7503"/>
                    </a:lnTo>
                    <a:lnTo>
                      <a:pt x="15954" y="7479"/>
                    </a:lnTo>
                    <a:lnTo>
                      <a:pt x="15954" y="7479"/>
                    </a:lnTo>
                    <a:lnTo>
                      <a:pt x="16305" y="7469"/>
                    </a:lnTo>
                    <a:lnTo>
                      <a:pt x="16894" y="7400"/>
                    </a:lnTo>
                    <a:lnTo>
                      <a:pt x="17466" y="7330"/>
                    </a:lnTo>
                    <a:lnTo>
                      <a:pt x="18038" y="7209"/>
                    </a:lnTo>
                    <a:lnTo>
                      <a:pt x="18592" y="7088"/>
                    </a:lnTo>
                    <a:lnTo>
                      <a:pt x="19147" y="6914"/>
                    </a:lnTo>
                    <a:lnTo>
                      <a:pt x="19459" y="6810"/>
                    </a:lnTo>
                    <a:lnTo>
                      <a:pt x="19771" y="6689"/>
                    </a:lnTo>
                    <a:lnTo>
                      <a:pt x="19927" y="6602"/>
                    </a:lnTo>
                    <a:lnTo>
                      <a:pt x="20065" y="6533"/>
                    </a:lnTo>
                    <a:lnTo>
                      <a:pt x="20187" y="6429"/>
                    </a:lnTo>
                    <a:lnTo>
                      <a:pt x="20308" y="6325"/>
                    </a:lnTo>
                    <a:lnTo>
                      <a:pt x="20429" y="6204"/>
                    </a:lnTo>
                    <a:lnTo>
                      <a:pt x="20533" y="6065"/>
                    </a:lnTo>
                    <a:lnTo>
                      <a:pt x="20602" y="5927"/>
                    </a:lnTo>
                    <a:lnTo>
                      <a:pt x="20672" y="5771"/>
                    </a:lnTo>
                    <a:lnTo>
                      <a:pt x="20706" y="5615"/>
                    </a:lnTo>
                    <a:lnTo>
                      <a:pt x="20724" y="5442"/>
                    </a:lnTo>
                    <a:lnTo>
                      <a:pt x="20706" y="5286"/>
                    </a:lnTo>
                    <a:lnTo>
                      <a:pt x="20672" y="5130"/>
                    </a:lnTo>
                    <a:lnTo>
                      <a:pt x="18263" y="5546"/>
                    </a:lnTo>
                    <a:lnTo>
                      <a:pt x="18263" y="5546"/>
                    </a:lnTo>
                    <a:lnTo>
                      <a:pt x="18541" y="5459"/>
                    </a:lnTo>
                    <a:lnTo>
                      <a:pt x="18818" y="5338"/>
                    </a:lnTo>
                    <a:lnTo>
                      <a:pt x="19078" y="5182"/>
                    </a:lnTo>
                    <a:lnTo>
                      <a:pt x="19320" y="5026"/>
                    </a:lnTo>
                    <a:lnTo>
                      <a:pt x="19545" y="4835"/>
                    </a:lnTo>
                    <a:lnTo>
                      <a:pt x="19771" y="4610"/>
                    </a:lnTo>
                    <a:lnTo>
                      <a:pt x="19961" y="4385"/>
                    </a:lnTo>
                    <a:lnTo>
                      <a:pt x="20117" y="4142"/>
                    </a:lnTo>
                    <a:lnTo>
                      <a:pt x="20204" y="3986"/>
                    </a:lnTo>
                    <a:lnTo>
                      <a:pt x="20273" y="3830"/>
                    </a:lnTo>
                    <a:lnTo>
                      <a:pt x="20290" y="3744"/>
                    </a:lnTo>
                    <a:lnTo>
                      <a:pt x="20308" y="3657"/>
                    </a:lnTo>
                    <a:lnTo>
                      <a:pt x="20308" y="3570"/>
                    </a:lnTo>
                    <a:lnTo>
                      <a:pt x="20290" y="3501"/>
                    </a:lnTo>
                    <a:lnTo>
                      <a:pt x="20256" y="3397"/>
                    </a:lnTo>
                    <a:lnTo>
                      <a:pt x="20204" y="3328"/>
                    </a:lnTo>
                    <a:lnTo>
                      <a:pt x="20152" y="3258"/>
                    </a:lnTo>
                    <a:lnTo>
                      <a:pt x="20083" y="3206"/>
                    </a:lnTo>
                    <a:lnTo>
                      <a:pt x="19996" y="3154"/>
                    </a:lnTo>
                    <a:lnTo>
                      <a:pt x="19909" y="3120"/>
                    </a:lnTo>
                    <a:lnTo>
                      <a:pt x="19805" y="3102"/>
                    </a:lnTo>
                    <a:lnTo>
                      <a:pt x="19493" y="3102"/>
                    </a:lnTo>
                    <a:lnTo>
                      <a:pt x="19268" y="3137"/>
                    </a:lnTo>
                    <a:lnTo>
                      <a:pt x="19043" y="3206"/>
                    </a:lnTo>
                    <a:lnTo>
                      <a:pt x="18835" y="3276"/>
                    </a:lnTo>
                    <a:lnTo>
                      <a:pt x="16617" y="4263"/>
                    </a:lnTo>
                    <a:lnTo>
                      <a:pt x="16791" y="3969"/>
                    </a:lnTo>
                    <a:lnTo>
                      <a:pt x="16946" y="3674"/>
                    </a:lnTo>
                    <a:lnTo>
                      <a:pt x="17068" y="3345"/>
                    </a:lnTo>
                    <a:lnTo>
                      <a:pt x="17172" y="3033"/>
                    </a:lnTo>
                    <a:lnTo>
                      <a:pt x="17258" y="2704"/>
                    </a:lnTo>
                    <a:lnTo>
                      <a:pt x="17310" y="2357"/>
                    </a:lnTo>
                    <a:lnTo>
                      <a:pt x="17328" y="2028"/>
                    </a:lnTo>
                    <a:lnTo>
                      <a:pt x="17328" y="1682"/>
                    </a:lnTo>
                    <a:lnTo>
                      <a:pt x="17310" y="1526"/>
                    </a:lnTo>
                    <a:lnTo>
                      <a:pt x="17276" y="1370"/>
                    </a:lnTo>
                    <a:lnTo>
                      <a:pt x="17224" y="1214"/>
                    </a:lnTo>
                    <a:lnTo>
                      <a:pt x="17137" y="1093"/>
                    </a:lnTo>
                    <a:lnTo>
                      <a:pt x="17068" y="1006"/>
                    </a:lnTo>
                    <a:lnTo>
                      <a:pt x="16998" y="954"/>
                    </a:lnTo>
                    <a:lnTo>
                      <a:pt x="16912" y="902"/>
                    </a:lnTo>
                    <a:lnTo>
                      <a:pt x="16808" y="867"/>
                    </a:lnTo>
                    <a:lnTo>
                      <a:pt x="16721" y="850"/>
                    </a:lnTo>
                    <a:lnTo>
                      <a:pt x="16617" y="850"/>
                    </a:lnTo>
                    <a:lnTo>
                      <a:pt x="16513" y="867"/>
                    </a:lnTo>
                    <a:lnTo>
                      <a:pt x="16409" y="885"/>
                    </a:lnTo>
                    <a:lnTo>
                      <a:pt x="16201" y="954"/>
                    </a:lnTo>
                    <a:lnTo>
                      <a:pt x="15993" y="1058"/>
                    </a:lnTo>
                    <a:lnTo>
                      <a:pt x="15803" y="1197"/>
                    </a:lnTo>
                    <a:lnTo>
                      <a:pt x="15664" y="1352"/>
                    </a:lnTo>
                    <a:lnTo>
                      <a:pt x="15526" y="1526"/>
                    </a:lnTo>
                    <a:lnTo>
                      <a:pt x="15404" y="1716"/>
                    </a:lnTo>
                    <a:lnTo>
                      <a:pt x="15162" y="2080"/>
                    </a:lnTo>
                    <a:lnTo>
                      <a:pt x="15023" y="2253"/>
                    </a:lnTo>
                    <a:lnTo>
                      <a:pt x="14885" y="2409"/>
                    </a:lnTo>
                    <a:lnTo>
                      <a:pt x="14729" y="2548"/>
                    </a:lnTo>
                    <a:lnTo>
                      <a:pt x="14538" y="2669"/>
                    </a:lnTo>
                    <a:lnTo>
                      <a:pt x="14642" y="2548"/>
                    </a:lnTo>
                    <a:lnTo>
                      <a:pt x="14729" y="2409"/>
                    </a:lnTo>
                    <a:lnTo>
                      <a:pt x="14815" y="2271"/>
                    </a:lnTo>
                    <a:lnTo>
                      <a:pt x="14867" y="2115"/>
                    </a:lnTo>
                    <a:lnTo>
                      <a:pt x="14919" y="1976"/>
                    </a:lnTo>
                    <a:lnTo>
                      <a:pt x="14971" y="1820"/>
                    </a:lnTo>
                    <a:lnTo>
                      <a:pt x="15006" y="1664"/>
                    </a:lnTo>
                    <a:lnTo>
                      <a:pt x="15023" y="1508"/>
                    </a:lnTo>
                    <a:lnTo>
                      <a:pt x="15023" y="1335"/>
                    </a:lnTo>
                    <a:lnTo>
                      <a:pt x="15023" y="1179"/>
                    </a:lnTo>
                    <a:lnTo>
                      <a:pt x="15006" y="1023"/>
                    </a:lnTo>
                    <a:lnTo>
                      <a:pt x="14971" y="867"/>
                    </a:lnTo>
                    <a:lnTo>
                      <a:pt x="14937" y="711"/>
                    </a:lnTo>
                    <a:lnTo>
                      <a:pt x="14885" y="555"/>
                    </a:lnTo>
                    <a:lnTo>
                      <a:pt x="14815" y="399"/>
                    </a:lnTo>
                    <a:lnTo>
                      <a:pt x="14746" y="261"/>
                    </a:lnTo>
                    <a:lnTo>
                      <a:pt x="14659" y="140"/>
                    </a:lnTo>
                    <a:lnTo>
                      <a:pt x="14607" y="88"/>
                    </a:lnTo>
                    <a:lnTo>
                      <a:pt x="14538" y="36"/>
                    </a:lnTo>
                    <a:lnTo>
                      <a:pt x="14469" y="18"/>
                    </a:lnTo>
                    <a:lnTo>
                      <a:pt x="143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33"/>
              <p:cNvSpPr/>
              <p:nvPr/>
            </p:nvSpPr>
            <p:spPr>
              <a:xfrm>
                <a:off x="1516630" y="1950242"/>
                <a:ext cx="369250" cy="403210"/>
              </a:xfrm>
              <a:custGeom>
                <a:avLst/>
                <a:gdLst/>
                <a:ahLst/>
                <a:cxnLst/>
                <a:rect l="l" t="t" r="r" b="b"/>
                <a:pathLst>
                  <a:path w="20724" h="22630" fill="none" extrusionOk="0">
                    <a:moveTo>
                      <a:pt x="7261" y="15006"/>
                    </a:moveTo>
                    <a:lnTo>
                      <a:pt x="7261" y="15006"/>
                    </a:lnTo>
                    <a:lnTo>
                      <a:pt x="7573" y="15058"/>
                    </a:lnTo>
                    <a:lnTo>
                      <a:pt x="7850" y="15145"/>
                    </a:lnTo>
                    <a:lnTo>
                      <a:pt x="8144" y="15266"/>
                    </a:lnTo>
                    <a:lnTo>
                      <a:pt x="8404" y="15404"/>
                    </a:lnTo>
                    <a:lnTo>
                      <a:pt x="8664" y="15578"/>
                    </a:lnTo>
                    <a:lnTo>
                      <a:pt x="8890" y="15768"/>
                    </a:lnTo>
                    <a:lnTo>
                      <a:pt x="9097" y="15976"/>
                    </a:lnTo>
                    <a:lnTo>
                      <a:pt x="9288" y="16219"/>
                    </a:lnTo>
                    <a:lnTo>
                      <a:pt x="9288" y="16219"/>
                    </a:lnTo>
                    <a:lnTo>
                      <a:pt x="9288" y="16028"/>
                    </a:lnTo>
                    <a:lnTo>
                      <a:pt x="9253" y="15838"/>
                    </a:lnTo>
                    <a:lnTo>
                      <a:pt x="9184" y="15647"/>
                    </a:lnTo>
                    <a:lnTo>
                      <a:pt x="9097" y="15474"/>
                    </a:lnTo>
                    <a:lnTo>
                      <a:pt x="8993" y="15301"/>
                    </a:lnTo>
                    <a:lnTo>
                      <a:pt x="8890" y="15127"/>
                    </a:lnTo>
                    <a:lnTo>
                      <a:pt x="8647" y="14798"/>
                    </a:lnTo>
                    <a:lnTo>
                      <a:pt x="8647" y="14798"/>
                    </a:lnTo>
                    <a:lnTo>
                      <a:pt x="8422" y="14434"/>
                    </a:lnTo>
                    <a:lnTo>
                      <a:pt x="8231" y="14070"/>
                    </a:lnTo>
                    <a:lnTo>
                      <a:pt x="8058" y="13689"/>
                    </a:lnTo>
                    <a:lnTo>
                      <a:pt x="7902" y="13291"/>
                    </a:lnTo>
                    <a:lnTo>
                      <a:pt x="7781" y="12892"/>
                    </a:lnTo>
                    <a:lnTo>
                      <a:pt x="7694" y="12476"/>
                    </a:lnTo>
                    <a:lnTo>
                      <a:pt x="7642" y="12060"/>
                    </a:lnTo>
                    <a:lnTo>
                      <a:pt x="7607" y="11627"/>
                    </a:lnTo>
                    <a:lnTo>
                      <a:pt x="7607" y="11211"/>
                    </a:lnTo>
                    <a:lnTo>
                      <a:pt x="7625" y="10796"/>
                    </a:lnTo>
                    <a:lnTo>
                      <a:pt x="7677" y="10362"/>
                    </a:lnTo>
                    <a:lnTo>
                      <a:pt x="7746" y="9964"/>
                    </a:lnTo>
                    <a:lnTo>
                      <a:pt x="7867" y="9548"/>
                    </a:lnTo>
                    <a:lnTo>
                      <a:pt x="8006" y="9150"/>
                    </a:lnTo>
                    <a:lnTo>
                      <a:pt x="8162" y="8768"/>
                    </a:lnTo>
                    <a:lnTo>
                      <a:pt x="8352" y="8387"/>
                    </a:lnTo>
                    <a:lnTo>
                      <a:pt x="8352" y="8387"/>
                    </a:lnTo>
                    <a:lnTo>
                      <a:pt x="8803" y="8578"/>
                    </a:lnTo>
                    <a:lnTo>
                      <a:pt x="9253" y="8751"/>
                    </a:lnTo>
                    <a:lnTo>
                      <a:pt x="9721" y="8907"/>
                    </a:lnTo>
                    <a:lnTo>
                      <a:pt x="10189" y="9028"/>
                    </a:lnTo>
                    <a:lnTo>
                      <a:pt x="10657" y="9150"/>
                    </a:lnTo>
                    <a:lnTo>
                      <a:pt x="11125" y="9219"/>
                    </a:lnTo>
                    <a:lnTo>
                      <a:pt x="11610" y="9288"/>
                    </a:lnTo>
                    <a:lnTo>
                      <a:pt x="12095" y="9323"/>
                    </a:lnTo>
                    <a:lnTo>
                      <a:pt x="12095" y="9323"/>
                    </a:lnTo>
                    <a:lnTo>
                      <a:pt x="12286" y="9323"/>
                    </a:lnTo>
                    <a:lnTo>
                      <a:pt x="12493" y="9305"/>
                    </a:lnTo>
                    <a:lnTo>
                      <a:pt x="12701" y="9253"/>
                    </a:lnTo>
                    <a:lnTo>
                      <a:pt x="12875" y="9184"/>
                    </a:lnTo>
                    <a:lnTo>
                      <a:pt x="13031" y="9080"/>
                    </a:lnTo>
                    <a:lnTo>
                      <a:pt x="13100" y="9028"/>
                    </a:lnTo>
                    <a:lnTo>
                      <a:pt x="13152" y="8959"/>
                    </a:lnTo>
                    <a:lnTo>
                      <a:pt x="13187" y="8890"/>
                    </a:lnTo>
                    <a:lnTo>
                      <a:pt x="13204" y="8803"/>
                    </a:lnTo>
                    <a:lnTo>
                      <a:pt x="13221" y="8716"/>
                    </a:lnTo>
                    <a:lnTo>
                      <a:pt x="13221" y="8630"/>
                    </a:lnTo>
                    <a:lnTo>
                      <a:pt x="13221" y="8630"/>
                    </a:lnTo>
                    <a:lnTo>
                      <a:pt x="13187" y="8526"/>
                    </a:lnTo>
                    <a:lnTo>
                      <a:pt x="13117" y="8422"/>
                    </a:lnTo>
                    <a:lnTo>
                      <a:pt x="13031" y="8335"/>
                    </a:lnTo>
                    <a:lnTo>
                      <a:pt x="12944" y="8266"/>
                    </a:lnTo>
                    <a:lnTo>
                      <a:pt x="12823" y="8197"/>
                    </a:lnTo>
                    <a:lnTo>
                      <a:pt x="12719" y="8145"/>
                    </a:lnTo>
                    <a:lnTo>
                      <a:pt x="12476" y="8075"/>
                    </a:lnTo>
                    <a:lnTo>
                      <a:pt x="12476" y="8075"/>
                    </a:lnTo>
                    <a:lnTo>
                      <a:pt x="11229" y="7711"/>
                    </a:lnTo>
                    <a:lnTo>
                      <a:pt x="11229" y="7711"/>
                    </a:lnTo>
                    <a:lnTo>
                      <a:pt x="11835" y="7867"/>
                    </a:lnTo>
                    <a:lnTo>
                      <a:pt x="12442" y="8006"/>
                    </a:lnTo>
                    <a:lnTo>
                      <a:pt x="13048" y="8110"/>
                    </a:lnTo>
                    <a:lnTo>
                      <a:pt x="13654" y="8214"/>
                    </a:lnTo>
                    <a:lnTo>
                      <a:pt x="14261" y="8300"/>
                    </a:lnTo>
                    <a:lnTo>
                      <a:pt x="14885" y="8352"/>
                    </a:lnTo>
                    <a:lnTo>
                      <a:pt x="15508" y="8404"/>
                    </a:lnTo>
                    <a:lnTo>
                      <a:pt x="16115" y="8422"/>
                    </a:lnTo>
                    <a:lnTo>
                      <a:pt x="16115" y="8422"/>
                    </a:lnTo>
                    <a:lnTo>
                      <a:pt x="16496" y="8422"/>
                    </a:lnTo>
                    <a:lnTo>
                      <a:pt x="16687" y="8404"/>
                    </a:lnTo>
                    <a:lnTo>
                      <a:pt x="16877" y="8370"/>
                    </a:lnTo>
                    <a:lnTo>
                      <a:pt x="17050" y="8318"/>
                    </a:lnTo>
                    <a:lnTo>
                      <a:pt x="17224" y="8249"/>
                    </a:lnTo>
                    <a:lnTo>
                      <a:pt x="17362" y="8145"/>
                    </a:lnTo>
                    <a:lnTo>
                      <a:pt x="17501" y="8023"/>
                    </a:lnTo>
                    <a:lnTo>
                      <a:pt x="17501" y="8023"/>
                    </a:lnTo>
                    <a:lnTo>
                      <a:pt x="17154" y="7850"/>
                    </a:lnTo>
                    <a:lnTo>
                      <a:pt x="16808" y="7694"/>
                    </a:lnTo>
                    <a:lnTo>
                      <a:pt x="16444" y="7590"/>
                    </a:lnTo>
                    <a:lnTo>
                      <a:pt x="16080" y="7503"/>
                    </a:lnTo>
                    <a:lnTo>
                      <a:pt x="15716" y="7434"/>
                    </a:lnTo>
                    <a:lnTo>
                      <a:pt x="15335" y="7417"/>
                    </a:lnTo>
                    <a:lnTo>
                      <a:pt x="14954" y="7417"/>
                    </a:lnTo>
                    <a:lnTo>
                      <a:pt x="14573" y="7469"/>
                    </a:lnTo>
                    <a:lnTo>
                      <a:pt x="14573" y="7469"/>
                    </a:lnTo>
                    <a:lnTo>
                      <a:pt x="15162" y="7486"/>
                    </a:lnTo>
                    <a:lnTo>
                      <a:pt x="15734" y="7486"/>
                    </a:lnTo>
                    <a:lnTo>
                      <a:pt x="16305" y="7469"/>
                    </a:lnTo>
                    <a:lnTo>
                      <a:pt x="16894" y="7400"/>
                    </a:lnTo>
                    <a:lnTo>
                      <a:pt x="17466" y="7330"/>
                    </a:lnTo>
                    <a:lnTo>
                      <a:pt x="18038" y="7209"/>
                    </a:lnTo>
                    <a:lnTo>
                      <a:pt x="18592" y="7088"/>
                    </a:lnTo>
                    <a:lnTo>
                      <a:pt x="19147" y="6914"/>
                    </a:lnTo>
                    <a:lnTo>
                      <a:pt x="19147" y="6914"/>
                    </a:lnTo>
                    <a:lnTo>
                      <a:pt x="19459" y="6810"/>
                    </a:lnTo>
                    <a:lnTo>
                      <a:pt x="19771" y="6689"/>
                    </a:lnTo>
                    <a:lnTo>
                      <a:pt x="19927" y="6602"/>
                    </a:lnTo>
                    <a:lnTo>
                      <a:pt x="20065" y="6533"/>
                    </a:lnTo>
                    <a:lnTo>
                      <a:pt x="20187" y="6429"/>
                    </a:lnTo>
                    <a:lnTo>
                      <a:pt x="20308" y="6325"/>
                    </a:lnTo>
                    <a:lnTo>
                      <a:pt x="20308" y="6325"/>
                    </a:lnTo>
                    <a:lnTo>
                      <a:pt x="20429" y="6204"/>
                    </a:lnTo>
                    <a:lnTo>
                      <a:pt x="20533" y="6065"/>
                    </a:lnTo>
                    <a:lnTo>
                      <a:pt x="20602" y="5927"/>
                    </a:lnTo>
                    <a:lnTo>
                      <a:pt x="20672" y="5771"/>
                    </a:lnTo>
                    <a:lnTo>
                      <a:pt x="20706" y="5615"/>
                    </a:lnTo>
                    <a:lnTo>
                      <a:pt x="20724" y="5442"/>
                    </a:lnTo>
                    <a:lnTo>
                      <a:pt x="20706" y="5286"/>
                    </a:lnTo>
                    <a:lnTo>
                      <a:pt x="20672" y="5130"/>
                    </a:lnTo>
                    <a:lnTo>
                      <a:pt x="20672" y="5130"/>
                    </a:lnTo>
                    <a:lnTo>
                      <a:pt x="18263" y="5546"/>
                    </a:lnTo>
                    <a:lnTo>
                      <a:pt x="18263" y="5546"/>
                    </a:lnTo>
                    <a:lnTo>
                      <a:pt x="18541" y="5459"/>
                    </a:lnTo>
                    <a:lnTo>
                      <a:pt x="18818" y="5338"/>
                    </a:lnTo>
                    <a:lnTo>
                      <a:pt x="19078" y="5182"/>
                    </a:lnTo>
                    <a:lnTo>
                      <a:pt x="19320" y="5026"/>
                    </a:lnTo>
                    <a:lnTo>
                      <a:pt x="19545" y="4835"/>
                    </a:lnTo>
                    <a:lnTo>
                      <a:pt x="19771" y="4610"/>
                    </a:lnTo>
                    <a:lnTo>
                      <a:pt x="19961" y="4385"/>
                    </a:lnTo>
                    <a:lnTo>
                      <a:pt x="20117" y="4142"/>
                    </a:lnTo>
                    <a:lnTo>
                      <a:pt x="20117" y="4142"/>
                    </a:lnTo>
                    <a:lnTo>
                      <a:pt x="20204" y="3986"/>
                    </a:lnTo>
                    <a:lnTo>
                      <a:pt x="20273" y="3830"/>
                    </a:lnTo>
                    <a:lnTo>
                      <a:pt x="20290" y="3744"/>
                    </a:lnTo>
                    <a:lnTo>
                      <a:pt x="20308" y="3657"/>
                    </a:lnTo>
                    <a:lnTo>
                      <a:pt x="20308" y="3570"/>
                    </a:lnTo>
                    <a:lnTo>
                      <a:pt x="20290" y="3501"/>
                    </a:lnTo>
                    <a:lnTo>
                      <a:pt x="20290" y="3501"/>
                    </a:lnTo>
                    <a:lnTo>
                      <a:pt x="20256" y="3397"/>
                    </a:lnTo>
                    <a:lnTo>
                      <a:pt x="20204" y="3328"/>
                    </a:lnTo>
                    <a:lnTo>
                      <a:pt x="20152" y="3258"/>
                    </a:lnTo>
                    <a:lnTo>
                      <a:pt x="20083" y="3206"/>
                    </a:lnTo>
                    <a:lnTo>
                      <a:pt x="19996" y="3154"/>
                    </a:lnTo>
                    <a:lnTo>
                      <a:pt x="19909" y="3120"/>
                    </a:lnTo>
                    <a:lnTo>
                      <a:pt x="19805" y="3102"/>
                    </a:lnTo>
                    <a:lnTo>
                      <a:pt x="19701" y="3102"/>
                    </a:lnTo>
                    <a:lnTo>
                      <a:pt x="19493" y="3102"/>
                    </a:lnTo>
                    <a:lnTo>
                      <a:pt x="19268" y="3137"/>
                    </a:lnTo>
                    <a:lnTo>
                      <a:pt x="19043" y="3206"/>
                    </a:lnTo>
                    <a:lnTo>
                      <a:pt x="18835" y="3276"/>
                    </a:lnTo>
                    <a:lnTo>
                      <a:pt x="18835" y="3276"/>
                    </a:lnTo>
                    <a:lnTo>
                      <a:pt x="16617" y="4263"/>
                    </a:lnTo>
                    <a:lnTo>
                      <a:pt x="16617" y="4263"/>
                    </a:lnTo>
                    <a:lnTo>
                      <a:pt x="16791" y="3969"/>
                    </a:lnTo>
                    <a:lnTo>
                      <a:pt x="16946" y="3674"/>
                    </a:lnTo>
                    <a:lnTo>
                      <a:pt x="17068" y="3345"/>
                    </a:lnTo>
                    <a:lnTo>
                      <a:pt x="17172" y="3033"/>
                    </a:lnTo>
                    <a:lnTo>
                      <a:pt x="17258" y="2704"/>
                    </a:lnTo>
                    <a:lnTo>
                      <a:pt x="17310" y="2357"/>
                    </a:lnTo>
                    <a:lnTo>
                      <a:pt x="17328" y="2028"/>
                    </a:lnTo>
                    <a:lnTo>
                      <a:pt x="17328" y="1682"/>
                    </a:lnTo>
                    <a:lnTo>
                      <a:pt x="17328" y="1682"/>
                    </a:lnTo>
                    <a:lnTo>
                      <a:pt x="17310" y="1526"/>
                    </a:lnTo>
                    <a:lnTo>
                      <a:pt x="17276" y="1370"/>
                    </a:lnTo>
                    <a:lnTo>
                      <a:pt x="17224" y="1214"/>
                    </a:lnTo>
                    <a:lnTo>
                      <a:pt x="17137" y="1093"/>
                    </a:lnTo>
                    <a:lnTo>
                      <a:pt x="17137" y="1093"/>
                    </a:lnTo>
                    <a:lnTo>
                      <a:pt x="17068" y="1006"/>
                    </a:lnTo>
                    <a:lnTo>
                      <a:pt x="16998" y="954"/>
                    </a:lnTo>
                    <a:lnTo>
                      <a:pt x="16912" y="902"/>
                    </a:lnTo>
                    <a:lnTo>
                      <a:pt x="16808" y="867"/>
                    </a:lnTo>
                    <a:lnTo>
                      <a:pt x="16721" y="850"/>
                    </a:lnTo>
                    <a:lnTo>
                      <a:pt x="16617" y="850"/>
                    </a:lnTo>
                    <a:lnTo>
                      <a:pt x="16513" y="867"/>
                    </a:lnTo>
                    <a:lnTo>
                      <a:pt x="16409" y="885"/>
                    </a:lnTo>
                    <a:lnTo>
                      <a:pt x="16201" y="954"/>
                    </a:lnTo>
                    <a:lnTo>
                      <a:pt x="15993" y="1058"/>
                    </a:lnTo>
                    <a:lnTo>
                      <a:pt x="15803" y="1197"/>
                    </a:lnTo>
                    <a:lnTo>
                      <a:pt x="15664" y="1352"/>
                    </a:lnTo>
                    <a:lnTo>
                      <a:pt x="15664" y="1352"/>
                    </a:lnTo>
                    <a:lnTo>
                      <a:pt x="15526" y="1526"/>
                    </a:lnTo>
                    <a:lnTo>
                      <a:pt x="15404" y="1716"/>
                    </a:lnTo>
                    <a:lnTo>
                      <a:pt x="15162" y="2080"/>
                    </a:lnTo>
                    <a:lnTo>
                      <a:pt x="15023" y="2253"/>
                    </a:lnTo>
                    <a:lnTo>
                      <a:pt x="14885" y="2409"/>
                    </a:lnTo>
                    <a:lnTo>
                      <a:pt x="14729" y="2548"/>
                    </a:lnTo>
                    <a:lnTo>
                      <a:pt x="14538" y="2669"/>
                    </a:lnTo>
                    <a:lnTo>
                      <a:pt x="14538" y="2669"/>
                    </a:lnTo>
                    <a:lnTo>
                      <a:pt x="14642" y="2548"/>
                    </a:lnTo>
                    <a:lnTo>
                      <a:pt x="14729" y="2409"/>
                    </a:lnTo>
                    <a:lnTo>
                      <a:pt x="14815" y="2271"/>
                    </a:lnTo>
                    <a:lnTo>
                      <a:pt x="14867" y="2115"/>
                    </a:lnTo>
                    <a:lnTo>
                      <a:pt x="14919" y="1976"/>
                    </a:lnTo>
                    <a:lnTo>
                      <a:pt x="14971" y="1820"/>
                    </a:lnTo>
                    <a:lnTo>
                      <a:pt x="15006" y="1664"/>
                    </a:lnTo>
                    <a:lnTo>
                      <a:pt x="15023" y="1508"/>
                    </a:lnTo>
                    <a:lnTo>
                      <a:pt x="15023" y="1335"/>
                    </a:lnTo>
                    <a:lnTo>
                      <a:pt x="15023" y="1179"/>
                    </a:lnTo>
                    <a:lnTo>
                      <a:pt x="15006" y="1023"/>
                    </a:lnTo>
                    <a:lnTo>
                      <a:pt x="14971" y="867"/>
                    </a:lnTo>
                    <a:lnTo>
                      <a:pt x="14937" y="711"/>
                    </a:lnTo>
                    <a:lnTo>
                      <a:pt x="14885" y="555"/>
                    </a:lnTo>
                    <a:lnTo>
                      <a:pt x="14815" y="399"/>
                    </a:lnTo>
                    <a:lnTo>
                      <a:pt x="14746" y="261"/>
                    </a:lnTo>
                    <a:lnTo>
                      <a:pt x="14746" y="261"/>
                    </a:lnTo>
                    <a:lnTo>
                      <a:pt x="14659" y="140"/>
                    </a:lnTo>
                    <a:lnTo>
                      <a:pt x="14607" y="88"/>
                    </a:lnTo>
                    <a:lnTo>
                      <a:pt x="14538" y="36"/>
                    </a:lnTo>
                    <a:lnTo>
                      <a:pt x="14538" y="36"/>
                    </a:lnTo>
                    <a:lnTo>
                      <a:pt x="14469" y="18"/>
                    </a:lnTo>
                    <a:lnTo>
                      <a:pt x="14399" y="1"/>
                    </a:lnTo>
                    <a:lnTo>
                      <a:pt x="14347" y="1"/>
                    </a:lnTo>
                    <a:lnTo>
                      <a:pt x="14278" y="18"/>
                    </a:lnTo>
                    <a:lnTo>
                      <a:pt x="14174" y="70"/>
                    </a:lnTo>
                    <a:lnTo>
                      <a:pt x="14070" y="174"/>
                    </a:lnTo>
                    <a:lnTo>
                      <a:pt x="13966" y="278"/>
                    </a:lnTo>
                    <a:lnTo>
                      <a:pt x="13880" y="417"/>
                    </a:lnTo>
                    <a:lnTo>
                      <a:pt x="13810" y="555"/>
                    </a:lnTo>
                    <a:lnTo>
                      <a:pt x="13758" y="711"/>
                    </a:lnTo>
                    <a:lnTo>
                      <a:pt x="13758" y="711"/>
                    </a:lnTo>
                    <a:lnTo>
                      <a:pt x="13654" y="937"/>
                    </a:lnTo>
                    <a:lnTo>
                      <a:pt x="13550" y="1162"/>
                    </a:lnTo>
                    <a:lnTo>
                      <a:pt x="13446" y="1370"/>
                    </a:lnTo>
                    <a:lnTo>
                      <a:pt x="13325" y="1595"/>
                    </a:lnTo>
                    <a:lnTo>
                      <a:pt x="13187" y="1803"/>
                    </a:lnTo>
                    <a:lnTo>
                      <a:pt x="13031" y="1994"/>
                    </a:lnTo>
                    <a:lnTo>
                      <a:pt x="12875" y="2184"/>
                    </a:lnTo>
                    <a:lnTo>
                      <a:pt x="12719" y="2375"/>
                    </a:lnTo>
                    <a:lnTo>
                      <a:pt x="12545" y="2548"/>
                    </a:lnTo>
                    <a:lnTo>
                      <a:pt x="12355" y="2721"/>
                    </a:lnTo>
                    <a:lnTo>
                      <a:pt x="12164" y="2877"/>
                    </a:lnTo>
                    <a:lnTo>
                      <a:pt x="11974" y="3033"/>
                    </a:lnTo>
                    <a:lnTo>
                      <a:pt x="11766" y="3172"/>
                    </a:lnTo>
                    <a:lnTo>
                      <a:pt x="11558" y="3293"/>
                    </a:lnTo>
                    <a:lnTo>
                      <a:pt x="11333" y="3414"/>
                    </a:lnTo>
                    <a:lnTo>
                      <a:pt x="11107" y="3518"/>
                    </a:lnTo>
                    <a:lnTo>
                      <a:pt x="11107" y="3518"/>
                    </a:lnTo>
                    <a:lnTo>
                      <a:pt x="10726" y="3674"/>
                    </a:lnTo>
                    <a:lnTo>
                      <a:pt x="10328" y="3813"/>
                    </a:lnTo>
                    <a:lnTo>
                      <a:pt x="9912" y="3917"/>
                    </a:lnTo>
                    <a:lnTo>
                      <a:pt x="9513" y="4003"/>
                    </a:lnTo>
                    <a:lnTo>
                      <a:pt x="8682" y="4194"/>
                    </a:lnTo>
                    <a:lnTo>
                      <a:pt x="8266" y="4281"/>
                    </a:lnTo>
                    <a:lnTo>
                      <a:pt x="7867" y="4402"/>
                    </a:lnTo>
                    <a:lnTo>
                      <a:pt x="7867" y="4402"/>
                    </a:lnTo>
                    <a:lnTo>
                      <a:pt x="7469" y="4523"/>
                    </a:lnTo>
                    <a:lnTo>
                      <a:pt x="7070" y="4697"/>
                    </a:lnTo>
                    <a:lnTo>
                      <a:pt x="6689" y="4887"/>
                    </a:lnTo>
                    <a:lnTo>
                      <a:pt x="6498" y="4991"/>
                    </a:lnTo>
                    <a:lnTo>
                      <a:pt x="6325" y="5112"/>
                    </a:lnTo>
                    <a:lnTo>
                      <a:pt x="6152" y="5251"/>
                    </a:lnTo>
                    <a:lnTo>
                      <a:pt x="5996" y="5390"/>
                    </a:lnTo>
                    <a:lnTo>
                      <a:pt x="5857" y="5528"/>
                    </a:lnTo>
                    <a:lnTo>
                      <a:pt x="5719" y="5684"/>
                    </a:lnTo>
                    <a:lnTo>
                      <a:pt x="5597" y="5840"/>
                    </a:lnTo>
                    <a:lnTo>
                      <a:pt x="5494" y="6013"/>
                    </a:lnTo>
                    <a:lnTo>
                      <a:pt x="5390" y="6204"/>
                    </a:lnTo>
                    <a:lnTo>
                      <a:pt x="5320" y="6395"/>
                    </a:lnTo>
                    <a:lnTo>
                      <a:pt x="5320" y="6395"/>
                    </a:lnTo>
                    <a:lnTo>
                      <a:pt x="5182" y="6273"/>
                    </a:lnTo>
                    <a:lnTo>
                      <a:pt x="5026" y="6169"/>
                    </a:lnTo>
                    <a:lnTo>
                      <a:pt x="4852" y="6100"/>
                    </a:lnTo>
                    <a:lnTo>
                      <a:pt x="4679" y="6065"/>
                    </a:lnTo>
                    <a:lnTo>
                      <a:pt x="4489" y="6048"/>
                    </a:lnTo>
                    <a:lnTo>
                      <a:pt x="4298" y="6048"/>
                    </a:lnTo>
                    <a:lnTo>
                      <a:pt x="4125" y="6065"/>
                    </a:lnTo>
                    <a:lnTo>
                      <a:pt x="3934" y="6117"/>
                    </a:lnTo>
                    <a:lnTo>
                      <a:pt x="3934" y="6117"/>
                    </a:lnTo>
                    <a:lnTo>
                      <a:pt x="3761" y="6187"/>
                    </a:lnTo>
                    <a:lnTo>
                      <a:pt x="3605" y="6273"/>
                    </a:lnTo>
                    <a:lnTo>
                      <a:pt x="3432" y="6360"/>
                    </a:lnTo>
                    <a:lnTo>
                      <a:pt x="3276" y="6464"/>
                    </a:lnTo>
                    <a:lnTo>
                      <a:pt x="2998" y="6706"/>
                    </a:lnTo>
                    <a:lnTo>
                      <a:pt x="2704" y="6949"/>
                    </a:lnTo>
                    <a:lnTo>
                      <a:pt x="2704" y="6949"/>
                    </a:lnTo>
                    <a:lnTo>
                      <a:pt x="2357" y="7261"/>
                    </a:lnTo>
                    <a:lnTo>
                      <a:pt x="2011" y="7590"/>
                    </a:lnTo>
                    <a:lnTo>
                      <a:pt x="1682" y="7919"/>
                    </a:lnTo>
                    <a:lnTo>
                      <a:pt x="1370" y="8283"/>
                    </a:lnTo>
                    <a:lnTo>
                      <a:pt x="1093" y="8647"/>
                    </a:lnTo>
                    <a:lnTo>
                      <a:pt x="971" y="8855"/>
                    </a:lnTo>
                    <a:lnTo>
                      <a:pt x="850" y="9046"/>
                    </a:lnTo>
                    <a:lnTo>
                      <a:pt x="746" y="9253"/>
                    </a:lnTo>
                    <a:lnTo>
                      <a:pt x="642" y="9461"/>
                    </a:lnTo>
                    <a:lnTo>
                      <a:pt x="573" y="9687"/>
                    </a:lnTo>
                    <a:lnTo>
                      <a:pt x="503" y="9895"/>
                    </a:lnTo>
                    <a:lnTo>
                      <a:pt x="503" y="9895"/>
                    </a:lnTo>
                    <a:lnTo>
                      <a:pt x="434" y="10154"/>
                    </a:lnTo>
                    <a:lnTo>
                      <a:pt x="399" y="10414"/>
                    </a:lnTo>
                    <a:lnTo>
                      <a:pt x="365" y="10674"/>
                    </a:lnTo>
                    <a:lnTo>
                      <a:pt x="347" y="10934"/>
                    </a:lnTo>
                    <a:lnTo>
                      <a:pt x="347" y="11471"/>
                    </a:lnTo>
                    <a:lnTo>
                      <a:pt x="365" y="11991"/>
                    </a:lnTo>
                    <a:lnTo>
                      <a:pt x="365" y="11991"/>
                    </a:lnTo>
                    <a:lnTo>
                      <a:pt x="399" y="12268"/>
                    </a:lnTo>
                    <a:lnTo>
                      <a:pt x="417" y="12407"/>
                    </a:lnTo>
                    <a:lnTo>
                      <a:pt x="434" y="12546"/>
                    </a:lnTo>
                    <a:lnTo>
                      <a:pt x="486" y="12667"/>
                    </a:lnTo>
                    <a:lnTo>
                      <a:pt x="538" y="12788"/>
                    </a:lnTo>
                    <a:lnTo>
                      <a:pt x="625" y="12892"/>
                    </a:lnTo>
                    <a:lnTo>
                      <a:pt x="711" y="12996"/>
                    </a:lnTo>
                    <a:lnTo>
                      <a:pt x="711" y="12996"/>
                    </a:lnTo>
                    <a:lnTo>
                      <a:pt x="781" y="13031"/>
                    </a:lnTo>
                    <a:lnTo>
                      <a:pt x="833" y="13048"/>
                    </a:lnTo>
                    <a:lnTo>
                      <a:pt x="971" y="13083"/>
                    </a:lnTo>
                    <a:lnTo>
                      <a:pt x="1110" y="13065"/>
                    </a:lnTo>
                    <a:lnTo>
                      <a:pt x="1231" y="13013"/>
                    </a:lnTo>
                    <a:lnTo>
                      <a:pt x="1335" y="12944"/>
                    </a:lnTo>
                    <a:lnTo>
                      <a:pt x="1387" y="12909"/>
                    </a:lnTo>
                    <a:lnTo>
                      <a:pt x="1422" y="12857"/>
                    </a:lnTo>
                    <a:lnTo>
                      <a:pt x="1439" y="12805"/>
                    </a:lnTo>
                    <a:lnTo>
                      <a:pt x="1456" y="12736"/>
                    </a:lnTo>
                    <a:lnTo>
                      <a:pt x="1456" y="12684"/>
                    </a:lnTo>
                    <a:lnTo>
                      <a:pt x="1439" y="12615"/>
                    </a:lnTo>
                    <a:lnTo>
                      <a:pt x="1439" y="12615"/>
                    </a:lnTo>
                    <a:lnTo>
                      <a:pt x="365" y="15439"/>
                    </a:lnTo>
                    <a:lnTo>
                      <a:pt x="365" y="15439"/>
                    </a:lnTo>
                    <a:lnTo>
                      <a:pt x="226" y="15768"/>
                    </a:lnTo>
                    <a:lnTo>
                      <a:pt x="122" y="16115"/>
                    </a:lnTo>
                    <a:lnTo>
                      <a:pt x="70" y="16288"/>
                    </a:lnTo>
                    <a:lnTo>
                      <a:pt x="36" y="16479"/>
                    </a:lnTo>
                    <a:lnTo>
                      <a:pt x="18" y="16652"/>
                    </a:lnTo>
                    <a:lnTo>
                      <a:pt x="1" y="16825"/>
                    </a:lnTo>
                    <a:lnTo>
                      <a:pt x="1" y="16825"/>
                    </a:lnTo>
                    <a:lnTo>
                      <a:pt x="18" y="17120"/>
                    </a:lnTo>
                    <a:lnTo>
                      <a:pt x="88" y="17397"/>
                    </a:lnTo>
                    <a:lnTo>
                      <a:pt x="174" y="17674"/>
                    </a:lnTo>
                    <a:lnTo>
                      <a:pt x="296" y="17934"/>
                    </a:lnTo>
                    <a:lnTo>
                      <a:pt x="434" y="18194"/>
                    </a:lnTo>
                    <a:lnTo>
                      <a:pt x="590" y="18437"/>
                    </a:lnTo>
                    <a:lnTo>
                      <a:pt x="763" y="18679"/>
                    </a:lnTo>
                    <a:lnTo>
                      <a:pt x="954" y="18904"/>
                    </a:lnTo>
                    <a:lnTo>
                      <a:pt x="954" y="18904"/>
                    </a:lnTo>
                    <a:lnTo>
                      <a:pt x="1023" y="18974"/>
                    </a:lnTo>
                    <a:lnTo>
                      <a:pt x="1093" y="19043"/>
                    </a:lnTo>
                    <a:lnTo>
                      <a:pt x="1179" y="19095"/>
                    </a:lnTo>
                    <a:lnTo>
                      <a:pt x="1266" y="19130"/>
                    </a:lnTo>
                    <a:lnTo>
                      <a:pt x="1266" y="19130"/>
                    </a:lnTo>
                    <a:lnTo>
                      <a:pt x="1352" y="19112"/>
                    </a:lnTo>
                    <a:lnTo>
                      <a:pt x="1439" y="19095"/>
                    </a:lnTo>
                    <a:lnTo>
                      <a:pt x="1508" y="19043"/>
                    </a:lnTo>
                    <a:lnTo>
                      <a:pt x="1578" y="18991"/>
                    </a:lnTo>
                    <a:lnTo>
                      <a:pt x="1630" y="18904"/>
                    </a:lnTo>
                    <a:lnTo>
                      <a:pt x="1664" y="18818"/>
                    </a:lnTo>
                    <a:lnTo>
                      <a:pt x="1699" y="18731"/>
                    </a:lnTo>
                    <a:lnTo>
                      <a:pt x="1716" y="18645"/>
                    </a:lnTo>
                    <a:lnTo>
                      <a:pt x="1716" y="18645"/>
                    </a:lnTo>
                    <a:lnTo>
                      <a:pt x="1768" y="18281"/>
                    </a:lnTo>
                    <a:lnTo>
                      <a:pt x="1803" y="18107"/>
                    </a:lnTo>
                    <a:lnTo>
                      <a:pt x="1838" y="18021"/>
                    </a:lnTo>
                    <a:lnTo>
                      <a:pt x="1890" y="17952"/>
                    </a:lnTo>
                    <a:lnTo>
                      <a:pt x="1890" y="17952"/>
                    </a:lnTo>
                    <a:lnTo>
                      <a:pt x="1820" y="18194"/>
                    </a:lnTo>
                    <a:lnTo>
                      <a:pt x="1768" y="18454"/>
                    </a:lnTo>
                    <a:lnTo>
                      <a:pt x="1734" y="18714"/>
                    </a:lnTo>
                    <a:lnTo>
                      <a:pt x="1716" y="18974"/>
                    </a:lnTo>
                    <a:lnTo>
                      <a:pt x="1734" y="19234"/>
                    </a:lnTo>
                    <a:lnTo>
                      <a:pt x="1751" y="19494"/>
                    </a:lnTo>
                    <a:lnTo>
                      <a:pt x="1803" y="19753"/>
                    </a:lnTo>
                    <a:lnTo>
                      <a:pt x="1855" y="20013"/>
                    </a:lnTo>
                    <a:lnTo>
                      <a:pt x="1924" y="20256"/>
                    </a:lnTo>
                    <a:lnTo>
                      <a:pt x="2011" y="20499"/>
                    </a:lnTo>
                    <a:lnTo>
                      <a:pt x="2132" y="20741"/>
                    </a:lnTo>
                    <a:lnTo>
                      <a:pt x="2253" y="20966"/>
                    </a:lnTo>
                    <a:lnTo>
                      <a:pt x="2392" y="21192"/>
                    </a:lnTo>
                    <a:lnTo>
                      <a:pt x="2548" y="21400"/>
                    </a:lnTo>
                    <a:lnTo>
                      <a:pt x="2704" y="21607"/>
                    </a:lnTo>
                    <a:lnTo>
                      <a:pt x="2895" y="21781"/>
                    </a:lnTo>
                    <a:lnTo>
                      <a:pt x="2895" y="21781"/>
                    </a:lnTo>
                    <a:lnTo>
                      <a:pt x="3102" y="21954"/>
                    </a:lnTo>
                    <a:lnTo>
                      <a:pt x="3206" y="22041"/>
                    </a:lnTo>
                    <a:lnTo>
                      <a:pt x="3328" y="22110"/>
                    </a:lnTo>
                    <a:lnTo>
                      <a:pt x="3449" y="22162"/>
                    </a:lnTo>
                    <a:lnTo>
                      <a:pt x="3570" y="22197"/>
                    </a:lnTo>
                    <a:lnTo>
                      <a:pt x="3709" y="22214"/>
                    </a:lnTo>
                    <a:lnTo>
                      <a:pt x="3830" y="22214"/>
                    </a:lnTo>
                    <a:lnTo>
                      <a:pt x="3830" y="22214"/>
                    </a:lnTo>
                    <a:lnTo>
                      <a:pt x="3951" y="22197"/>
                    </a:lnTo>
                    <a:lnTo>
                      <a:pt x="4055" y="22162"/>
                    </a:lnTo>
                    <a:lnTo>
                      <a:pt x="4159" y="22110"/>
                    </a:lnTo>
                    <a:lnTo>
                      <a:pt x="4246" y="22058"/>
                    </a:lnTo>
                    <a:lnTo>
                      <a:pt x="4333" y="21971"/>
                    </a:lnTo>
                    <a:lnTo>
                      <a:pt x="4402" y="21902"/>
                    </a:lnTo>
                    <a:lnTo>
                      <a:pt x="4541" y="21711"/>
                    </a:lnTo>
                    <a:lnTo>
                      <a:pt x="4645" y="21486"/>
                    </a:lnTo>
                    <a:lnTo>
                      <a:pt x="4748" y="21261"/>
                    </a:lnTo>
                    <a:lnTo>
                      <a:pt x="4818" y="21018"/>
                    </a:lnTo>
                    <a:lnTo>
                      <a:pt x="4870" y="20776"/>
                    </a:lnTo>
                    <a:lnTo>
                      <a:pt x="4870" y="20776"/>
                    </a:lnTo>
                    <a:lnTo>
                      <a:pt x="4974" y="21036"/>
                    </a:lnTo>
                    <a:lnTo>
                      <a:pt x="5095" y="21261"/>
                    </a:lnTo>
                    <a:lnTo>
                      <a:pt x="5216" y="21503"/>
                    </a:lnTo>
                    <a:lnTo>
                      <a:pt x="5372" y="21711"/>
                    </a:lnTo>
                    <a:lnTo>
                      <a:pt x="5545" y="21919"/>
                    </a:lnTo>
                    <a:lnTo>
                      <a:pt x="5719" y="22110"/>
                    </a:lnTo>
                    <a:lnTo>
                      <a:pt x="5927" y="22266"/>
                    </a:lnTo>
                    <a:lnTo>
                      <a:pt x="6152" y="22404"/>
                    </a:lnTo>
                    <a:lnTo>
                      <a:pt x="6152" y="22404"/>
                    </a:lnTo>
                    <a:lnTo>
                      <a:pt x="6394" y="22526"/>
                    </a:lnTo>
                    <a:lnTo>
                      <a:pt x="6654" y="22595"/>
                    </a:lnTo>
                    <a:lnTo>
                      <a:pt x="6914" y="22630"/>
                    </a:lnTo>
                    <a:lnTo>
                      <a:pt x="7192" y="22630"/>
                    </a:lnTo>
                    <a:lnTo>
                      <a:pt x="7451" y="22578"/>
                    </a:lnTo>
                    <a:lnTo>
                      <a:pt x="7573" y="22543"/>
                    </a:lnTo>
                    <a:lnTo>
                      <a:pt x="7694" y="22508"/>
                    </a:lnTo>
                    <a:lnTo>
                      <a:pt x="7815" y="22456"/>
                    </a:lnTo>
                    <a:lnTo>
                      <a:pt x="7919" y="22387"/>
                    </a:lnTo>
                    <a:lnTo>
                      <a:pt x="8023" y="22301"/>
                    </a:lnTo>
                    <a:lnTo>
                      <a:pt x="8127" y="22214"/>
                    </a:lnTo>
                    <a:lnTo>
                      <a:pt x="8127" y="22214"/>
                    </a:lnTo>
                    <a:lnTo>
                      <a:pt x="8214" y="22127"/>
                    </a:lnTo>
                    <a:lnTo>
                      <a:pt x="8283" y="22006"/>
                    </a:lnTo>
                    <a:lnTo>
                      <a:pt x="8352" y="21902"/>
                    </a:lnTo>
                    <a:lnTo>
                      <a:pt x="8387" y="21763"/>
                    </a:lnTo>
                    <a:lnTo>
                      <a:pt x="8439" y="21642"/>
                    </a:lnTo>
                    <a:lnTo>
                      <a:pt x="8456" y="21521"/>
                    </a:lnTo>
                    <a:lnTo>
                      <a:pt x="8474" y="21382"/>
                    </a:lnTo>
                    <a:lnTo>
                      <a:pt x="8456" y="21244"/>
                    </a:lnTo>
                    <a:lnTo>
                      <a:pt x="8456" y="21122"/>
                    </a:lnTo>
                    <a:lnTo>
                      <a:pt x="8422" y="21001"/>
                    </a:lnTo>
                    <a:lnTo>
                      <a:pt x="8387" y="20862"/>
                    </a:lnTo>
                    <a:lnTo>
                      <a:pt x="8318" y="20758"/>
                    </a:lnTo>
                    <a:lnTo>
                      <a:pt x="8248" y="20654"/>
                    </a:lnTo>
                    <a:lnTo>
                      <a:pt x="8179" y="20551"/>
                    </a:lnTo>
                    <a:lnTo>
                      <a:pt x="8075" y="20464"/>
                    </a:lnTo>
                    <a:lnTo>
                      <a:pt x="7971" y="20395"/>
                    </a:lnTo>
                    <a:lnTo>
                      <a:pt x="7971" y="20395"/>
                    </a:lnTo>
                    <a:lnTo>
                      <a:pt x="8196" y="20481"/>
                    </a:lnTo>
                    <a:lnTo>
                      <a:pt x="8439" y="20551"/>
                    </a:lnTo>
                    <a:lnTo>
                      <a:pt x="8664" y="20603"/>
                    </a:lnTo>
                    <a:lnTo>
                      <a:pt x="8907" y="20637"/>
                    </a:lnTo>
                    <a:lnTo>
                      <a:pt x="9149" y="20654"/>
                    </a:lnTo>
                    <a:lnTo>
                      <a:pt x="9392" y="20637"/>
                    </a:lnTo>
                    <a:lnTo>
                      <a:pt x="9635" y="20603"/>
                    </a:lnTo>
                    <a:lnTo>
                      <a:pt x="9877" y="20568"/>
                    </a:lnTo>
                    <a:lnTo>
                      <a:pt x="10120" y="20499"/>
                    </a:lnTo>
                    <a:lnTo>
                      <a:pt x="10345" y="20412"/>
                    </a:lnTo>
                    <a:lnTo>
                      <a:pt x="10570" y="20325"/>
                    </a:lnTo>
                    <a:lnTo>
                      <a:pt x="10778" y="20204"/>
                    </a:lnTo>
                    <a:lnTo>
                      <a:pt x="10986" y="20065"/>
                    </a:lnTo>
                    <a:lnTo>
                      <a:pt x="11177" y="19927"/>
                    </a:lnTo>
                    <a:lnTo>
                      <a:pt x="11350" y="19753"/>
                    </a:lnTo>
                    <a:lnTo>
                      <a:pt x="11523" y="19580"/>
                    </a:lnTo>
                    <a:lnTo>
                      <a:pt x="11523" y="19580"/>
                    </a:lnTo>
                    <a:lnTo>
                      <a:pt x="11610" y="19442"/>
                    </a:lnTo>
                    <a:lnTo>
                      <a:pt x="11679" y="19303"/>
                    </a:lnTo>
                    <a:lnTo>
                      <a:pt x="11731" y="19147"/>
                    </a:lnTo>
                    <a:lnTo>
                      <a:pt x="11766" y="18991"/>
                    </a:lnTo>
                    <a:lnTo>
                      <a:pt x="11766" y="18852"/>
                    </a:lnTo>
                    <a:lnTo>
                      <a:pt x="11731" y="18714"/>
                    </a:lnTo>
                    <a:lnTo>
                      <a:pt x="11714" y="18662"/>
                    </a:lnTo>
                    <a:lnTo>
                      <a:pt x="11662" y="18610"/>
                    </a:lnTo>
                    <a:lnTo>
                      <a:pt x="11610" y="18558"/>
                    </a:lnTo>
                    <a:lnTo>
                      <a:pt x="11558" y="18523"/>
                    </a:lnTo>
                    <a:lnTo>
                      <a:pt x="11558" y="18523"/>
                    </a:lnTo>
                    <a:lnTo>
                      <a:pt x="11454" y="18489"/>
                    </a:lnTo>
                    <a:lnTo>
                      <a:pt x="11350" y="18471"/>
                    </a:lnTo>
                    <a:lnTo>
                      <a:pt x="11125" y="18489"/>
                    </a:lnTo>
                    <a:lnTo>
                      <a:pt x="11125" y="18489"/>
                    </a:lnTo>
                    <a:lnTo>
                      <a:pt x="10813" y="18489"/>
                    </a:lnTo>
                    <a:lnTo>
                      <a:pt x="10484" y="18489"/>
                    </a:lnTo>
                    <a:lnTo>
                      <a:pt x="10172" y="18471"/>
                    </a:lnTo>
                    <a:lnTo>
                      <a:pt x="9843" y="18437"/>
                    </a:lnTo>
                    <a:lnTo>
                      <a:pt x="9531" y="18367"/>
                    </a:lnTo>
                    <a:lnTo>
                      <a:pt x="9201" y="18298"/>
                    </a:lnTo>
                    <a:lnTo>
                      <a:pt x="8907" y="18194"/>
                    </a:lnTo>
                    <a:lnTo>
                      <a:pt x="8612" y="18090"/>
                    </a:lnTo>
                    <a:lnTo>
                      <a:pt x="8318" y="17952"/>
                    </a:lnTo>
                    <a:lnTo>
                      <a:pt x="8058" y="17796"/>
                    </a:lnTo>
                    <a:lnTo>
                      <a:pt x="7798" y="17605"/>
                    </a:lnTo>
                    <a:lnTo>
                      <a:pt x="7555" y="17414"/>
                    </a:lnTo>
                    <a:lnTo>
                      <a:pt x="7347" y="17189"/>
                    </a:lnTo>
                    <a:lnTo>
                      <a:pt x="7157" y="16964"/>
                    </a:lnTo>
                    <a:lnTo>
                      <a:pt x="7001" y="16704"/>
                    </a:lnTo>
                    <a:lnTo>
                      <a:pt x="6862" y="16409"/>
                    </a:lnTo>
                    <a:lnTo>
                      <a:pt x="6862" y="16409"/>
                    </a:lnTo>
                    <a:lnTo>
                      <a:pt x="6776" y="16184"/>
                    </a:lnTo>
                    <a:lnTo>
                      <a:pt x="6724" y="15942"/>
                    </a:lnTo>
                    <a:lnTo>
                      <a:pt x="6724" y="15820"/>
                    </a:lnTo>
                    <a:lnTo>
                      <a:pt x="6724" y="15699"/>
                    </a:lnTo>
                    <a:lnTo>
                      <a:pt x="6741" y="15578"/>
                    </a:lnTo>
                    <a:lnTo>
                      <a:pt x="6776" y="15456"/>
                    </a:lnTo>
                    <a:lnTo>
                      <a:pt x="6776" y="15456"/>
                    </a:lnTo>
                    <a:lnTo>
                      <a:pt x="6810" y="15335"/>
                    </a:lnTo>
                    <a:lnTo>
                      <a:pt x="6880" y="15231"/>
                    </a:lnTo>
                    <a:lnTo>
                      <a:pt x="6966" y="15145"/>
                    </a:lnTo>
                    <a:lnTo>
                      <a:pt x="7053" y="15058"/>
                    </a:lnTo>
                    <a:lnTo>
                      <a:pt x="7157" y="15006"/>
                    </a:lnTo>
                    <a:lnTo>
                      <a:pt x="7278" y="14954"/>
                    </a:lnTo>
                    <a:lnTo>
                      <a:pt x="7399" y="14937"/>
                    </a:lnTo>
                    <a:lnTo>
                      <a:pt x="7521" y="1495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3"/>
              <p:cNvSpPr/>
              <p:nvPr/>
            </p:nvSpPr>
            <p:spPr>
              <a:xfrm>
                <a:off x="1505209" y="1609731"/>
                <a:ext cx="231253" cy="1108320"/>
              </a:xfrm>
              <a:custGeom>
                <a:avLst/>
                <a:gdLst/>
                <a:ahLst/>
                <a:cxnLst/>
                <a:rect l="l" t="t" r="r" b="b"/>
                <a:pathLst>
                  <a:path w="12979" h="62204" extrusionOk="0">
                    <a:moveTo>
                      <a:pt x="5164" y="1"/>
                    </a:moveTo>
                    <a:lnTo>
                      <a:pt x="4592" y="1525"/>
                    </a:lnTo>
                    <a:lnTo>
                      <a:pt x="4073" y="3067"/>
                    </a:lnTo>
                    <a:lnTo>
                      <a:pt x="3570" y="4609"/>
                    </a:lnTo>
                    <a:lnTo>
                      <a:pt x="3102" y="6169"/>
                    </a:lnTo>
                    <a:lnTo>
                      <a:pt x="2669" y="7728"/>
                    </a:lnTo>
                    <a:lnTo>
                      <a:pt x="2271" y="9305"/>
                    </a:lnTo>
                    <a:lnTo>
                      <a:pt x="1907" y="10899"/>
                    </a:lnTo>
                    <a:lnTo>
                      <a:pt x="1578" y="12476"/>
                    </a:lnTo>
                    <a:lnTo>
                      <a:pt x="1266" y="14070"/>
                    </a:lnTo>
                    <a:lnTo>
                      <a:pt x="1006" y="15681"/>
                    </a:lnTo>
                    <a:lnTo>
                      <a:pt x="763" y="17293"/>
                    </a:lnTo>
                    <a:lnTo>
                      <a:pt x="555" y="18904"/>
                    </a:lnTo>
                    <a:lnTo>
                      <a:pt x="382" y="20515"/>
                    </a:lnTo>
                    <a:lnTo>
                      <a:pt x="243" y="22127"/>
                    </a:lnTo>
                    <a:lnTo>
                      <a:pt x="139" y="23756"/>
                    </a:lnTo>
                    <a:lnTo>
                      <a:pt x="53" y="25384"/>
                    </a:lnTo>
                    <a:lnTo>
                      <a:pt x="18" y="26996"/>
                    </a:lnTo>
                    <a:lnTo>
                      <a:pt x="1" y="28624"/>
                    </a:lnTo>
                    <a:lnTo>
                      <a:pt x="18" y="30253"/>
                    </a:lnTo>
                    <a:lnTo>
                      <a:pt x="70" y="31864"/>
                    </a:lnTo>
                    <a:lnTo>
                      <a:pt x="157" y="33493"/>
                    </a:lnTo>
                    <a:lnTo>
                      <a:pt x="278" y="35122"/>
                    </a:lnTo>
                    <a:lnTo>
                      <a:pt x="434" y="36733"/>
                    </a:lnTo>
                    <a:lnTo>
                      <a:pt x="625" y="38345"/>
                    </a:lnTo>
                    <a:lnTo>
                      <a:pt x="833" y="39956"/>
                    </a:lnTo>
                    <a:lnTo>
                      <a:pt x="1092" y="41567"/>
                    </a:lnTo>
                    <a:lnTo>
                      <a:pt x="1370" y="43162"/>
                    </a:lnTo>
                    <a:lnTo>
                      <a:pt x="1682" y="44756"/>
                    </a:lnTo>
                    <a:lnTo>
                      <a:pt x="2028" y="46332"/>
                    </a:lnTo>
                    <a:lnTo>
                      <a:pt x="2409" y="47926"/>
                    </a:lnTo>
                    <a:lnTo>
                      <a:pt x="2825" y="49486"/>
                    </a:lnTo>
                    <a:lnTo>
                      <a:pt x="3276" y="51045"/>
                    </a:lnTo>
                    <a:lnTo>
                      <a:pt x="6741" y="62204"/>
                    </a:lnTo>
                    <a:lnTo>
                      <a:pt x="7677" y="61424"/>
                    </a:lnTo>
                    <a:lnTo>
                      <a:pt x="8664" y="60610"/>
                    </a:lnTo>
                    <a:lnTo>
                      <a:pt x="9790" y="59657"/>
                    </a:lnTo>
                    <a:lnTo>
                      <a:pt x="10917" y="58669"/>
                    </a:lnTo>
                    <a:lnTo>
                      <a:pt x="11454" y="58184"/>
                    </a:lnTo>
                    <a:lnTo>
                      <a:pt x="11922" y="57751"/>
                    </a:lnTo>
                    <a:lnTo>
                      <a:pt x="12337" y="57335"/>
                    </a:lnTo>
                    <a:lnTo>
                      <a:pt x="12649" y="56988"/>
                    </a:lnTo>
                    <a:lnTo>
                      <a:pt x="12875" y="56711"/>
                    </a:lnTo>
                    <a:lnTo>
                      <a:pt x="12944" y="56607"/>
                    </a:lnTo>
                    <a:lnTo>
                      <a:pt x="12979" y="56520"/>
                    </a:lnTo>
                    <a:lnTo>
                      <a:pt x="12979" y="56434"/>
                    </a:lnTo>
                    <a:lnTo>
                      <a:pt x="12961" y="56295"/>
                    </a:lnTo>
                    <a:lnTo>
                      <a:pt x="12909" y="56122"/>
                    </a:lnTo>
                    <a:lnTo>
                      <a:pt x="12840" y="55914"/>
                    </a:lnTo>
                    <a:lnTo>
                      <a:pt x="12632" y="55412"/>
                    </a:lnTo>
                    <a:lnTo>
                      <a:pt x="12355" y="54805"/>
                    </a:lnTo>
                    <a:lnTo>
                      <a:pt x="12026" y="54129"/>
                    </a:lnTo>
                    <a:lnTo>
                      <a:pt x="11644" y="53384"/>
                    </a:lnTo>
                    <a:lnTo>
                      <a:pt x="10813" y="51808"/>
                    </a:lnTo>
                    <a:lnTo>
                      <a:pt x="9981" y="50266"/>
                    </a:lnTo>
                    <a:lnTo>
                      <a:pt x="9236" y="48949"/>
                    </a:lnTo>
                    <a:lnTo>
                      <a:pt x="8508" y="47666"/>
                    </a:lnTo>
                    <a:lnTo>
                      <a:pt x="8058" y="46402"/>
                    </a:lnTo>
                    <a:lnTo>
                      <a:pt x="7625" y="45119"/>
                    </a:lnTo>
                    <a:lnTo>
                      <a:pt x="7243" y="43837"/>
                    </a:lnTo>
                    <a:lnTo>
                      <a:pt x="6880" y="42555"/>
                    </a:lnTo>
                    <a:lnTo>
                      <a:pt x="6568" y="41256"/>
                    </a:lnTo>
                    <a:lnTo>
                      <a:pt x="6273" y="39939"/>
                    </a:lnTo>
                    <a:lnTo>
                      <a:pt x="6013" y="38639"/>
                    </a:lnTo>
                    <a:lnTo>
                      <a:pt x="5771" y="37322"/>
                    </a:lnTo>
                    <a:lnTo>
                      <a:pt x="5580" y="35988"/>
                    </a:lnTo>
                    <a:lnTo>
                      <a:pt x="5407" y="34671"/>
                    </a:lnTo>
                    <a:lnTo>
                      <a:pt x="5251" y="33337"/>
                    </a:lnTo>
                    <a:lnTo>
                      <a:pt x="5130" y="32003"/>
                    </a:lnTo>
                    <a:lnTo>
                      <a:pt x="5026" y="30652"/>
                    </a:lnTo>
                    <a:lnTo>
                      <a:pt x="4939" y="29317"/>
                    </a:lnTo>
                    <a:lnTo>
                      <a:pt x="4887" y="27966"/>
                    </a:lnTo>
                    <a:lnTo>
                      <a:pt x="4835" y="26614"/>
                    </a:lnTo>
                    <a:lnTo>
                      <a:pt x="4818" y="25263"/>
                    </a:lnTo>
                    <a:lnTo>
                      <a:pt x="4818" y="23911"/>
                    </a:lnTo>
                    <a:lnTo>
                      <a:pt x="4835" y="22543"/>
                    </a:lnTo>
                    <a:lnTo>
                      <a:pt x="4870" y="21191"/>
                    </a:lnTo>
                    <a:lnTo>
                      <a:pt x="4904" y="19840"/>
                    </a:lnTo>
                    <a:lnTo>
                      <a:pt x="4974" y="18471"/>
                    </a:lnTo>
                    <a:lnTo>
                      <a:pt x="5026" y="17102"/>
                    </a:lnTo>
                    <a:lnTo>
                      <a:pt x="5112" y="15751"/>
                    </a:lnTo>
                    <a:lnTo>
                      <a:pt x="5303" y="13030"/>
                    </a:lnTo>
                    <a:lnTo>
                      <a:pt x="5511" y="10310"/>
                    </a:lnTo>
                    <a:lnTo>
                      <a:pt x="5753" y="7607"/>
                    </a:lnTo>
                    <a:lnTo>
                      <a:pt x="5996" y="4904"/>
                    </a:lnTo>
                    <a:lnTo>
                      <a:pt x="5580" y="2184"/>
                    </a:lnTo>
                    <a:lnTo>
                      <a:pt x="5164" y="1"/>
                    </a:lnTo>
                    <a:close/>
                  </a:path>
                </a:pathLst>
              </a:custGeom>
              <a:solidFill>
                <a:srgbClr val="F5C8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3"/>
              <p:cNvSpPr/>
              <p:nvPr/>
            </p:nvSpPr>
            <p:spPr>
              <a:xfrm>
                <a:off x="1544426" y="2431849"/>
                <a:ext cx="613439" cy="542133"/>
              </a:xfrm>
              <a:custGeom>
                <a:avLst/>
                <a:gdLst/>
                <a:ahLst/>
                <a:cxnLst/>
                <a:rect l="l" t="t" r="r" b="b"/>
                <a:pathLst>
                  <a:path w="34429" h="30427" extrusionOk="0">
                    <a:moveTo>
                      <a:pt x="16946" y="1"/>
                    </a:moveTo>
                    <a:lnTo>
                      <a:pt x="17188" y="157"/>
                    </a:lnTo>
                    <a:lnTo>
                      <a:pt x="17795" y="573"/>
                    </a:lnTo>
                    <a:lnTo>
                      <a:pt x="18193" y="850"/>
                    </a:lnTo>
                    <a:lnTo>
                      <a:pt x="18644" y="1179"/>
                    </a:lnTo>
                    <a:lnTo>
                      <a:pt x="19112" y="1543"/>
                    </a:lnTo>
                    <a:lnTo>
                      <a:pt x="19597" y="1924"/>
                    </a:lnTo>
                    <a:lnTo>
                      <a:pt x="20065" y="2340"/>
                    </a:lnTo>
                    <a:lnTo>
                      <a:pt x="20515" y="2756"/>
                    </a:lnTo>
                    <a:lnTo>
                      <a:pt x="20914" y="3172"/>
                    </a:lnTo>
                    <a:lnTo>
                      <a:pt x="21087" y="3379"/>
                    </a:lnTo>
                    <a:lnTo>
                      <a:pt x="21260" y="3587"/>
                    </a:lnTo>
                    <a:lnTo>
                      <a:pt x="21399" y="3795"/>
                    </a:lnTo>
                    <a:lnTo>
                      <a:pt x="21520" y="4003"/>
                    </a:lnTo>
                    <a:lnTo>
                      <a:pt x="21624" y="4194"/>
                    </a:lnTo>
                    <a:lnTo>
                      <a:pt x="21693" y="4384"/>
                    </a:lnTo>
                    <a:lnTo>
                      <a:pt x="21745" y="4575"/>
                    </a:lnTo>
                    <a:lnTo>
                      <a:pt x="21763" y="4748"/>
                    </a:lnTo>
                    <a:lnTo>
                      <a:pt x="21745" y="4922"/>
                    </a:lnTo>
                    <a:lnTo>
                      <a:pt x="21693" y="5077"/>
                    </a:lnTo>
                    <a:lnTo>
                      <a:pt x="21572" y="5320"/>
                    </a:lnTo>
                    <a:lnTo>
                      <a:pt x="21416" y="5545"/>
                    </a:lnTo>
                    <a:lnTo>
                      <a:pt x="21243" y="5753"/>
                    </a:lnTo>
                    <a:lnTo>
                      <a:pt x="21035" y="5961"/>
                    </a:lnTo>
                    <a:lnTo>
                      <a:pt x="20827" y="6134"/>
                    </a:lnTo>
                    <a:lnTo>
                      <a:pt x="20602" y="6273"/>
                    </a:lnTo>
                    <a:lnTo>
                      <a:pt x="20359" y="6412"/>
                    </a:lnTo>
                    <a:lnTo>
                      <a:pt x="20099" y="6533"/>
                    </a:lnTo>
                    <a:lnTo>
                      <a:pt x="19839" y="6620"/>
                    </a:lnTo>
                    <a:lnTo>
                      <a:pt x="19562" y="6706"/>
                    </a:lnTo>
                    <a:lnTo>
                      <a:pt x="19285" y="6758"/>
                    </a:lnTo>
                    <a:lnTo>
                      <a:pt x="18990" y="6793"/>
                    </a:lnTo>
                    <a:lnTo>
                      <a:pt x="18713" y="6810"/>
                    </a:lnTo>
                    <a:lnTo>
                      <a:pt x="18419" y="6793"/>
                    </a:lnTo>
                    <a:lnTo>
                      <a:pt x="18141" y="6776"/>
                    </a:lnTo>
                    <a:lnTo>
                      <a:pt x="17864" y="6724"/>
                    </a:lnTo>
                    <a:lnTo>
                      <a:pt x="17587" y="6654"/>
                    </a:lnTo>
                    <a:lnTo>
                      <a:pt x="17327" y="6585"/>
                    </a:lnTo>
                    <a:lnTo>
                      <a:pt x="17067" y="6481"/>
                    </a:lnTo>
                    <a:lnTo>
                      <a:pt x="16807" y="6377"/>
                    </a:lnTo>
                    <a:lnTo>
                      <a:pt x="16547" y="6256"/>
                    </a:lnTo>
                    <a:lnTo>
                      <a:pt x="16305" y="6117"/>
                    </a:lnTo>
                    <a:lnTo>
                      <a:pt x="16062" y="5978"/>
                    </a:lnTo>
                    <a:lnTo>
                      <a:pt x="15837" y="5823"/>
                    </a:lnTo>
                    <a:lnTo>
                      <a:pt x="15386" y="5476"/>
                    </a:lnTo>
                    <a:lnTo>
                      <a:pt x="14953" y="5112"/>
                    </a:lnTo>
                    <a:lnTo>
                      <a:pt x="14537" y="4731"/>
                    </a:lnTo>
                    <a:lnTo>
                      <a:pt x="14139" y="4315"/>
                    </a:lnTo>
                    <a:lnTo>
                      <a:pt x="13896" y="4055"/>
                    </a:lnTo>
                    <a:lnTo>
                      <a:pt x="13636" y="3761"/>
                    </a:lnTo>
                    <a:lnTo>
                      <a:pt x="13117" y="3137"/>
                    </a:lnTo>
                    <a:lnTo>
                      <a:pt x="12562" y="2478"/>
                    </a:lnTo>
                    <a:lnTo>
                      <a:pt x="12268" y="2149"/>
                    </a:lnTo>
                    <a:lnTo>
                      <a:pt x="11973" y="1837"/>
                    </a:lnTo>
                    <a:lnTo>
                      <a:pt x="11679" y="1525"/>
                    </a:lnTo>
                    <a:lnTo>
                      <a:pt x="11367" y="1231"/>
                    </a:lnTo>
                    <a:lnTo>
                      <a:pt x="11037" y="954"/>
                    </a:lnTo>
                    <a:lnTo>
                      <a:pt x="10708" y="711"/>
                    </a:lnTo>
                    <a:lnTo>
                      <a:pt x="10362" y="503"/>
                    </a:lnTo>
                    <a:lnTo>
                      <a:pt x="10015" y="313"/>
                    </a:lnTo>
                    <a:lnTo>
                      <a:pt x="9842" y="243"/>
                    </a:lnTo>
                    <a:lnTo>
                      <a:pt x="9651" y="174"/>
                    </a:lnTo>
                    <a:lnTo>
                      <a:pt x="9478" y="122"/>
                    </a:lnTo>
                    <a:lnTo>
                      <a:pt x="9287" y="70"/>
                    </a:lnTo>
                    <a:lnTo>
                      <a:pt x="9132" y="53"/>
                    </a:lnTo>
                    <a:lnTo>
                      <a:pt x="8993" y="35"/>
                    </a:lnTo>
                    <a:lnTo>
                      <a:pt x="8854" y="35"/>
                    </a:lnTo>
                    <a:lnTo>
                      <a:pt x="8716" y="53"/>
                    </a:lnTo>
                    <a:lnTo>
                      <a:pt x="8612" y="70"/>
                    </a:lnTo>
                    <a:lnTo>
                      <a:pt x="8508" y="105"/>
                    </a:lnTo>
                    <a:lnTo>
                      <a:pt x="8404" y="157"/>
                    </a:lnTo>
                    <a:lnTo>
                      <a:pt x="8334" y="209"/>
                    </a:lnTo>
                    <a:lnTo>
                      <a:pt x="8248" y="278"/>
                    </a:lnTo>
                    <a:lnTo>
                      <a:pt x="8179" y="347"/>
                    </a:lnTo>
                    <a:lnTo>
                      <a:pt x="8127" y="434"/>
                    </a:lnTo>
                    <a:lnTo>
                      <a:pt x="8075" y="521"/>
                    </a:lnTo>
                    <a:lnTo>
                      <a:pt x="7988" y="711"/>
                    </a:lnTo>
                    <a:lnTo>
                      <a:pt x="7936" y="936"/>
                    </a:lnTo>
                    <a:lnTo>
                      <a:pt x="7901" y="1179"/>
                    </a:lnTo>
                    <a:lnTo>
                      <a:pt x="7884" y="1422"/>
                    </a:lnTo>
                    <a:lnTo>
                      <a:pt x="7884" y="1681"/>
                    </a:lnTo>
                    <a:lnTo>
                      <a:pt x="7901" y="1941"/>
                    </a:lnTo>
                    <a:lnTo>
                      <a:pt x="7953" y="2478"/>
                    </a:lnTo>
                    <a:lnTo>
                      <a:pt x="8023" y="2946"/>
                    </a:lnTo>
                    <a:lnTo>
                      <a:pt x="8127" y="3709"/>
                    </a:lnTo>
                    <a:lnTo>
                      <a:pt x="8196" y="4454"/>
                    </a:lnTo>
                    <a:lnTo>
                      <a:pt x="8231" y="5199"/>
                    </a:lnTo>
                    <a:lnTo>
                      <a:pt x="8248" y="5926"/>
                    </a:lnTo>
                    <a:lnTo>
                      <a:pt x="8231" y="6654"/>
                    </a:lnTo>
                    <a:lnTo>
                      <a:pt x="8179" y="7382"/>
                    </a:lnTo>
                    <a:lnTo>
                      <a:pt x="8092" y="8110"/>
                    </a:lnTo>
                    <a:lnTo>
                      <a:pt x="7953" y="8803"/>
                    </a:lnTo>
                    <a:lnTo>
                      <a:pt x="7884" y="9149"/>
                    </a:lnTo>
                    <a:lnTo>
                      <a:pt x="7797" y="9513"/>
                    </a:lnTo>
                    <a:lnTo>
                      <a:pt x="7693" y="9842"/>
                    </a:lnTo>
                    <a:lnTo>
                      <a:pt x="7589" y="10189"/>
                    </a:lnTo>
                    <a:lnTo>
                      <a:pt x="7468" y="10535"/>
                    </a:lnTo>
                    <a:lnTo>
                      <a:pt x="7330" y="10865"/>
                    </a:lnTo>
                    <a:lnTo>
                      <a:pt x="7191" y="11194"/>
                    </a:lnTo>
                    <a:lnTo>
                      <a:pt x="7035" y="11523"/>
                    </a:lnTo>
                    <a:lnTo>
                      <a:pt x="6879" y="11852"/>
                    </a:lnTo>
                    <a:lnTo>
                      <a:pt x="6688" y="12164"/>
                    </a:lnTo>
                    <a:lnTo>
                      <a:pt x="6498" y="12493"/>
                    </a:lnTo>
                    <a:lnTo>
                      <a:pt x="6290" y="12805"/>
                    </a:lnTo>
                    <a:lnTo>
                      <a:pt x="6082" y="13117"/>
                    </a:lnTo>
                    <a:lnTo>
                      <a:pt x="5857" y="13412"/>
                    </a:lnTo>
                    <a:lnTo>
                      <a:pt x="5614" y="13724"/>
                    </a:lnTo>
                    <a:lnTo>
                      <a:pt x="5354" y="14018"/>
                    </a:lnTo>
                    <a:lnTo>
                      <a:pt x="5077" y="14313"/>
                    </a:lnTo>
                    <a:lnTo>
                      <a:pt x="4956" y="14469"/>
                    </a:lnTo>
                    <a:lnTo>
                      <a:pt x="4852" y="14642"/>
                    </a:lnTo>
                    <a:lnTo>
                      <a:pt x="4765" y="14798"/>
                    </a:lnTo>
                    <a:lnTo>
                      <a:pt x="4713" y="14971"/>
                    </a:lnTo>
                    <a:lnTo>
                      <a:pt x="4661" y="15144"/>
                    </a:lnTo>
                    <a:lnTo>
                      <a:pt x="4627" y="15318"/>
                    </a:lnTo>
                    <a:lnTo>
                      <a:pt x="4575" y="15681"/>
                    </a:lnTo>
                    <a:lnTo>
                      <a:pt x="4540" y="16063"/>
                    </a:lnTo>
                    <a:lnTo>
                      <a:pt x="4453" y="16790"/>
                    </a:lnTo>
                    <a:lnTo>
                      <a:pt x="4332" y="17501"/>
                    </a:lnTo>
                    <a:lnTo>
                      <a:pt x="4193" y="18229"/>
                    </a:lnTo>
                    <a:lnTo>
                      <a:pt x="4037" y="18939"/>
                    </a:lnTo>
                    <a:lnTo>
                      <a:pt x="3830" y="19649"/>
                    </a:lnTo>
                    <a:lnTo>
                      <a:pt x="3604" y="20342"/>
                    </a:lnTo>
                    <a:lnTo>
                      <a:pt x="3362" y="21035"/>
                    </a:lnTo>
                    <a:lnTo>
                      <a:pt x="3085" y="21711"/>
                    </a:lnTo>
                    <a:lnTo>
                      <a:pt x="2790" y="22387"/>
                    </a:lnTo>
                    <a:lnTo>
                      <a:pt x="2461" y="23045"/>
                    </a:lnTo>
                    <a:lnTo>
                      <a:pt x="2114" y="23686"/>
                    </a:lnTo>
                    <a:lnTo>
                      <a:pt x="1733" y="24310"/>
                    </a:lnTo>
                    <a:lnTo>
                      <a:pt x="1335" y="24934"/>
                    </a:lnTo>
                    <a:lnTo>
                      <a:pt x="919" y="25523"/>
                    </a:lnTo>
                    <a:lnTo>
                      <a:pt x="468" y="26112"/>
                    </a:lnTo>
                    <a:lnTo>
                      <a:pt x="0" y="26667"/>
                    </a:lnTo>
                    <a:lnTo>
                      <a:pt x="243" y="26597"/>
                    </a:lnTo>
                    <a:lnTo>
                      <a:pt x="485" y="26545"/>
                    </a:lnTo>
                    <a:lnTo>
                      <a:pt x="728" y="26511"/>
                    </a:lnTo>
                    <a:lnTo>
                      <a:pt x="971" y="26493"/>
                    </a:lnTo>
                    <a:lnTo>
                      <a:pt x="1231" y="26493"/>
                    </a:lnTo>
                    <a:lnTo>
                      <a:pt x="1473" y="26511"/>
                    </a:lnTo>
                    <a:lnTo>
                      <a:pt x="1716" y="26545"/>
                    </a:lnTo>
                    <a:lnTo>
                      <a:pt x="1976" y="26597"/>
                    </a:lnTo>
                    <a:lnTo>
                      <a:pt x="2218" y="26649"/>
                    </a:lnTo>
                    <a:lnTo>
                      <a:pt x="2461" y="26736"/>
                    </a:lnTo>
                    <a:lnTo>
                      <a:pt x="2703" y="26805"/>
                    </a:lnTo>
                    <a:lnTo>
                      <a:pt x="2929" y="26909"/>
                    </a:lnTo>
                    <a:lnTo>
                      <a:pt x="3396" y="27117"/>
                    </a:lnTo>
                    <a:lnTo>
                      <a:pt x="3847" y="27377"/>
                    </a:lnTo>
                    <a:lnTo>
                      <a:pt x="4263" y="27637"/>
                    </a:lnTo>
                    <a:lnTo>
                      <a:pt x="4696" y="27931"/>
                    </a:lnTo>
                    <a:lnTo>
                      <a:pt x="5510" y="28503"/>
                    </a:lnTo>
                    <a:lnTo>
                      <a:pt x="5926" y="28798"/>
                    </a:lnTo>
                    <a:lnTo>
                      <a:pt x="6342" y="29075"/>
                    </a:lnTo>
                    <a:lnTo>
                      <a:pt x="6775" y="29335"/>
                    </a:lnTo>
                    <a:lnTo>
                      <a:pt x="7208" y="29578"/>
                    </a:lnTo>
                    <a:lnTo>
                      <a:pt x="7503" y="29716"/>
                    </a:lnTo>
                    <a:lnTo>
                      <a:pt x="7815" y="29837"/>
                    </a:lnTo>
                    <a:lnTo>
                      <a:pt x="8109" y="29959"/>
                    </a:lnTo>
                    <a:lnTo>
                      <a:pt x="8421" y="30045"/>
                    </a:lnTo>
                    <a:lnTo>
                      <a:pt x="8733" y="30132"/>
                    </a:lnTo>
                    <a:lnTo>
                      <a:pt x="9062" y="30219"/>
                    </a:lnTo>
                    <a:lnTo>
                      <a:pt x="9374" y="30271"/>
                    </a:lnTo>
                    <a:lnTo>
                      <a:pt x="9703" y="30323"/>
                    </a:lnTo>
                    <a:lnTo>
                      <a:pt x="10033" y="30375"/>
                    </a:lnTo>
                    <a:lnTo>
                      <a:pt x="10344" y="30392"/>
                    </a:lnTo>
                    <a:lnTo>
                      <a:pt x="11003" y="30427"/>
                    </a:lnTo>
                    <a:lnTo>
                      <a:pt x="11661" y="30427"/>
                    </a:lnTo>
                    <a:lnTo>
                      <a:pt x="12320" y="30392"/>
                    </a:lnTo>
                    <a:lnTo>
                      <a:pt x="12909" y="30323"/>
                    </a:lnTo>
                    <a:lnTo>
                      <a:pt x="13498" y="30236"/>
                    </a:lnTo>
                    <a:lnTo>
                      <a:pt x="14070" y="30115"/>
                    </a:lnTo>
                    <a:lnTo>
                      <a:pt x="14659" y="29993"/>
                    </a:lnTo>
                    <a:lnTo>
                      <a:pt x="15231" y="29820"/>
                    </a:lnTo>
                    <a:lnTo>
                      <a:pt x="15785" y="29647"/>
                    </a:lnTo>
                    <a:lnTo>
                      <a:pt x="16339" y="29439"/>
                    </a:lnTo>
                    <a:lnTo>
                      <a:pt x="16894" y="29214"/>
                    </a:lnTo>
                    <a:lnTo>
                      <a:pt x="17552" y="28902"/>
                    </a:lnTo>
                    <a:lnTo>
                      <a:pt x="18211" y="28555"/>
                    </a:lnTo>
                    <a:lnTo>
                      <a:pt x="18852" y="28209"/>
                    </a:lnTo>
                    <a:lnTo>
                      <a:pt x="19493" y="27828"/>
                    </a:lnTo>
                    <a:lnTo>
                      <a:pt x="20758" y="27048"/>
                    </a:lnTo>
                    <a:lnTo>
                      <a:pt x="21381" y="26667"/>
                    </a:lnTo>
                    <a:lnTo>
                      <a:pt x="22023" y="26285"/>
                    </a:lnTo>
                    <a:lnTo>
                      <a:pt x="22646" y="25922"/>
                    </a:lnTo>
                    <a:lnTo>
                      <a:pt x="23305" y="25592"/>
                    </a:lnTo>
                    <a:lnTo>
                      <a:pt x="23946" y="25280"/>
                    </a:lnTo>
                    <a:lnTo>
                      <a:pt x="24604" y="25003"/>
                    </a:lnTo>
                    <a:lnTo>
                      <a:pt x="24951" y="24882"/>
                    </a:lnTo>
                    <a:lnTo>
                      <a:pt x="25280" y="24778"/>
                    </a:lnTo>
                    <a:lnTo>
                      <a:pt x="25627" y="24674"/>
                    </a:lnTo>
                    <a:lnTo>
                      <a:pt x="25973" y="24587"/>
                    </a:lnTo>
                    <a:lnTo>
                      <a:pt x="26320" y="24518"/>
                    </a:lnTo>
                    <a:lnTo>
                      <a:pt x="26666" y="24449"/>
                    </a:lnTo>
                    <a:lnTo>
                      <a:pt x="27030" y="24414"/>
                    </a:lnTo>
                    <a:lnTo>
                      <a:pt x="27394" y="24380"/>
                    </a:lnTo>
                    <a:lnTo>
                      <a:pt x="27844" y="24362"/>
                    </a:lnTo>
                    <a:lnTo>
                      <a:pt x="28295" y="24380"/>
                    </a:lnTo>
                    <a:lnTo>
                      <a:pt x="28745" y="24397"/>
                    </a:lnTo>
                    <a:lnTo>
                      <a:pt x="29213" y="24431"/>
                    </a:lnTo>
                    <a:lnTo>
                      <a:pt x="30114" y="24501"/>
                    </a:lnTo>
                    <a:lnTo>
                      <a:pt x="30565" y="24518"/>
                    </a:lnTo>
                    <a:lnTo>
                      <a:pt x="31032" y="24535"/>
                    </a:lnTo>
                    <a:lnTo>
                      <a:pt x="31483" y="24535"/>
                    </a:lnTo>
                    <a:lnTo>
                      <a:pt x="31951" y="24501"/>
                    </a:lnTo>
                    <a:lnTo>
                      <a:pt x="32401" y="24431"/>
                    </a:lnTo>
                    <a:lnTo>
                      <a:pt x="32852" y="24328"/>
                    </a:lnTo>
                    <a:lnTo>
                      <a:pt x="33060" y="24258"/>
                    </a:lnTo>
                    <a:lnTo>
                      <a:pt x="33285" y="24189"/>
                    </a:lnTo>
                    <a:lnTo>
                      <a:pt x="33493" y="24102"/>
                    </a:lnTo>
                    <a:lnTo>
                      <a:pt x="33683" y="23998"/>
                    </a:lnTo>
                    <a:lnTo>
                      <a:pt x="33891" y="23894"/>
                    </a:lnTo>
                    <a:lnTo>
                      <a:pt x="34082" y="23773"/>
                    </a:lnTo>
                    <a:lnTo>
                      <a:pt x="34255" y="23634"/>
                    </a:lnTo>
                    <a:lnTo>
                      <a:pt x="34428" y="23479"/>
                    </a:lnTo>
                    <a:lnTo>
                      <a:pt x="34117" y="23219"/>
                    </a:lnTo>
                    <a:lnTo>
                      <a:pt x="33805" y="22941"/>
                    </a:lnTo>
                    <a:lnTo>
                      <a:pt x="33510" y="22664"/>
                    </a:lnTo>
                    <a:lnTo>
                      <a:pt x="33216" y="22370"/>
                    </a:lnTo>
                    <a:lnTo>
                      <a:pt x="32921" y="22058"/>
                    </a:lnTo>
                    <a:lnTo>
                      <a:pt x="32644" y="21763"/>
                    </a:lnTo>
                    <a:lnTo>
                      <a:pt x="32384" y="21434"/>
                    </a:lnTo>
                    <a:lnTo>
                      <a:pt x="32124" y="21122"/>
                    </a:lnTo>
                    <a:lnTo>
                      <a:pt x="31864" y="20793"/>
                    </a:lnTo>
                    <a:lnTo>
                      <a:pt x="31622" y="20464"/>
                    </a:lnTo>
                    <a:lnTo>
                      <a:pt x="31396" y="20117"/>
                    </a:lnTo>
                    <a:lnTo>
                      <a:pt x="31171" y="19771"/>
                    </a:lnTo>
                    <a:lnTo>
                      <a:pt x="30946" y="19424"/>
                    </a:lnTo>
                    <a:lnTo>
                      <a:pt x="30738" y="19060"/>
                    </a:lnTo>
                    <a:lnTo>
                      <a:pt x="30547" y="18696"/>
                    </a:lnTo>
                    <a:lnTo>
                      <a:pt x="30357" y="18332"/>
                    </a:lnTo>
                    <a:lnTo>
                      <a:pt x="30166" y="17951"/>
                    </a:lnTo>
                    <a:lnTo>
                      <a:pt x="30010" y="17587"/>
                    </a:lnTo>
                    <a:lnTo>
                      <a:pt x="29837" y="17206"/>
                    </a:lnTo>
                    <a:lnTo>
                      <a:pt x="29698" y="16808"/>
                    </a:lnTo>
                    <a:lnTo>
                      <a:pt x="29542" y="16427"/>
                    </a:lnTo>
                    <a:lnTo>
                      <a:pt x="29421" y="16028"/>
                    </a:lnTo>
                    <a:lnTo>
                      <a:pt x="29300" y="15647"/>
                    </a:lnTo>
                    <a:lnTo>
                      <a:pt x="29178" y="15248"/>
                    </a:lnTo>
                    <a:lnTo>
                      <a:pt x="29092" y="14832"/>
                    </a:lnTo>
                    <a:lnTo>
                      <a:pt x="28988" y="14434"/>
                    </a:lnTo>
                    <a:lnTo>
                      <a:pt x="28919" y="14035"/>
                    </a:lnTo>
                    <a:lnTo>
                      <a:pt x="28849" y="13620"/>
                    </a:lnTo>
                    <a:lnTo>
                      <a:pt x="28797" y="13221"/>
                    </a:lnTo>
                    <a:lnTo>
                      <a:pt x="28745" y="12805"/>
                    </a:lnTo>
                    <a:lnTo>
                      <a:pt x="28711" y="12389"/>
                    </a:lnTo>
                    <a:lnTo>
                      <a:pt x="28676" y="11974"/>
                    </a:lnTo>
                    <a:lnTo>
                      <a:pt x="28659" y="11090"/>
                    </a:lnTo>
                    <a:lnTo>
                      <a:pt x="28641" y="10639"/>
                    </a:lnTo>
                    <a:lnTo>
                      <a:pt x="28607" y="10189"/>
                    </a:lnTo>
                    <a:lnTo>
                      <a:pt x="28555" y="9756"/>
                    </a:lnTo>
                    <a:lnTo>
                      <a:pt x="28468" y="9323"/>
                    </a:lnTo>
                    <a:lnTo>
                      <a:pt x="28416" y="9115"/>
                    </a:lnTo>
                    <a:lnTo>
                      <a:pt x="28347" y="8907"/>
                    </a:lnTo>
                    <a:lnTo>
                      <a:pt x="28278" y="8699"/>
                    </a:lnTo>
                    <a:lnTo>
                      <a:pt x="28191" y="8491"/>
                    </a:lnTo>
                    <a:lnTo>
                      <a:pt x="28070" y="8283"/>
                    </a:lnTo>
                    <a:lnTo>
                      <a:pt x="27948" y="8075"/>
                    </a:lnTo>
                    <a:lnTo>
                      <a:pt x="27671" y="7676"/>
                    </a:lnTo>
                    <a:lnTo>
                      <a:pt x="27377" y="7295"/>
                    </a:lnTo>
                    <a:lnTo>
                      <a:pt x="27065" y="6914"/>
                    </a:lnTo>
                    <a:lnTo>
                      <a:pt x="26874" y="6689"/>
                    </a:lnTo>
                    <a:lnTo>
                      <a:pt x="26649" y="6446"/>
                    </a:lnTo>
                    <a:lnTo>
                      <a:pt x="26389" y="6204"/>
                    </a:lnTo>
                    <a:lnTo>
                      <a:pt x="26094" y="5944"/>
                    </a:lnTo>
                    <a:lnTo>
                      <a:pt x="25436" y="5407"/>
                    </a:lnTo>
                    <a:lnTo>
                      <a:pt x="24691" y="4835"/>
                    </a:lnTo>
                    <a:lnTo>
                      <a:pt x="23877" y="4263"/>
                    </a:lnTo>
                    <a:lnTo>
                      <a:pt x="23028" y="3691"/>
                    </a:lnTo>
                    <a:lnTo>
                      <a:pt x="22161" y="3120"/>
                    </a:lnTo>
                    <a:lnTo>
                      <a:pt x="21295" y="2582"/>
                    </a:lnTo>
                    <a:lnTo>
                      <a:pt x="19649" y="1560"/>
                    </a:lnTo>
                    <a:lnTo>
                      <a:pt x="18263" y="746"/>
                    </a:lnTo>
                    <a:lnTo>
                      <a:pt x="17310" y="209"/>
                    </a:lnTo>
                    <a:lnTo>
                      <a:pt x="1694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33"/>
              <p:cNvSpPr/>
              <p:nvPr/>
            </p:nvSpPr>
            <p:spPr>
              <a:xfrm>
                <a:off x="1827510" y="2168203"/>
                <a:ext cx="15768" cy="16374"/>
              </a:xfrm>
              <a:custGeom>
                <a:avLst/>
                <a:gdLst/>
                <a:ahLst/>
                <a:cxnLst/>
                <a:rect l="l" t="t" r="r" b="b"/>
                <a:pathLst>
                  <a:path w="885" h="919" extrusionOk="0">
                    <a:moveTo>
                      <a:pt x="451" y="1"/>
                    </a:moveTo>
                    <a:lnTo>
                      <a:pt x="347" y="18"/>
                    </a:lnTo>
                    <a:lnTo>
                      <a:pt x="261" y="35"/>
                    </a:lnTo>
                    <a:lnTo>
                      <a:pt x="174" y="87"/>
                    </a:lnTo>
                    <a:lnTo>
                      <a:pt x="122" y="139"/>
                    </a:lnTo>
                    <a:lnTo>
                      <a:pt x="70" y="209"/>
                    </a:lnTo>
                    <a:lnTo>
                      <a:pt x="36" y="295"/>
                    </a:lnTo>
                    <a:lnTo>
                      <a:pt x="18" y="382"/>
                    </a:lnTo>
                    <a:lnTo>
                      <a:pt x="1" y="468"/>
                    </a:lnTo>
                    <a:lnTo>
                      <a:pt x="18" y="555"/>
                    </a:lnTo>
                    <a:lnTo>
                      <a:pt x="36" y="624"/>
                    </a:lnTo>
                    <a:lnTo>
                      <a:pt x="70" y="711"/>
                    </a:lnTo>
                    <a:lnTo>
                      <a:pt x="122" y="780"/>
                    </a:lnTo>
                    <a:lnTo>
                      <a:pt x="174" y="832"/>
                    </a:lnTo>
                    <a:lnTo>
                      <a:pt x="261" y="884"/>
                    </a:lnTo>
                    <a:lnTo>
                      <a:pt x="347" y="902"/>
                    </a:lnTo>
                    <a:lnTo>
                      <a:pt x="451" y="919"/>
                    </a:lnTo>
                    <a:lnTo>
                      <a:pt x="555" y="902"/>
                    </a:lnTo>
                    <a:lnTo>
                      <a:pt x="642" y="884"/>
                    </a:lnTo>
                    <a:lnTo>
                      <a:pt x="729" y="832"/>
                    </a:lnTo>
                    <a:lnTo>
                      <a:pt x="781" y="780"/>
                    </a:lnTo>
                    <a:lnTo>
                      <a:pt x="833" y="711"/>
                    </a:lnTo>
                    <a:lnTo>
                      <a:pt x="867" y="624"/>
                    </a:lnTo>
                    <a:lnTo>
                      <a:pt x="885" y="555"/>
                    </a:lnTo>
                    <a:lnTo>
                      <a:pt x="885" y="468"/>
                    </a:lnTo>
                    <a:lnTo>
                      <a:pt x="885" y="382"/>
                    </a:lnTo>
                    <a:lnTo>
                      <a:pt x="867" y="295"/>
                    </a:lnTo>
                    <a:lnTo>
                      <a:pt x="833" y="209"/>
                    </a:lnTo>
                    <a:lnTo>
                      <a:pt x="781" y="139"/>
                    </a:lnTo>
                    <a:lnTo>
                      <a:pt x="729" y="87"/>
                    </a:lnTo>
                    <a:lnTo>
                      <a:pt x="642" y="35"/>
                    </a:lnTo>
                    <a:lnTo>
                      <a:pt x="555" y="18"/>
                    </a:lnTo>
                    <a:lnTo>
                      <a:pt x="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3" name="Google Shape;1313;p33"/>
            <p:cNvSpPr/>
            <p:nvPr/>
          </p:nvSpPr>
          <p:spPr>
            <a:xfrm>
              <a:off x="1588434" y="4536474"/>
              <a:ext cx="478500" cy="1956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156FD49-CA50-842F-C6AD-9FCF1F1E9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11" y="319989"/>
            <a:ext cx="3354285" cy="3004593"/>
          </a:xfrm>
          <a:prstGeom prst="rect">
            <a:avLst/>
          </a:prstGeom>
          <a:ln w="41275">
            <a:solidFill>
              <a:schemeClr val="dk2"/>
            </a:solidFill>
          </a:ln>
          <a:effectLst>
            <a:softEdge rad="0"/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D384A12-7A28-0D30-00EB-A5C69C34DA75}"/>
              </a:ext>
            </a:extLst>
          </p:cNvPr>
          <p:cNvGrpSpPr/>
          <p:nvPr/>
        </p:nvGrpSpPr>
        <p:grpSpPr>
          <a:xfrm>
            <a:off x="4061459" y="169243"/>
            <a:ext cx="5018504" cy="3740831"/>
            <a:chOff x="2884376" y="721311"/>
            <a:chExt cx="5731727" cy="50636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F30D1B7-2DF7-DE8F-911D-E25063F6D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4782"/>
            <a:stretch>
              <a:fillRect/>
            </a:stretch>
          </p:blipFill>
          <p:spPr>
            <a:xfrm>
              <a:off x="2884376" y="721311"/>
              <a:ext cx="5731727" cy="2689094"/>
            </a:xfrm>
            <a:prstGeom prst="rect">
              <a:avLst/>
            </a:prstGeom>
            <a:ln w="41275">
              <a:solidFill>
                <a:schemeClr val="dk2"/>
              </a:solidFill>
            </a:ln>
            <a:effectLst>
              <a:softEdge rad="0"/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49DE1AC-962B-B059-E098-050EA8398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06752" y="3458356"/>
              <a:ext cx="5649950" cy="2326587"/>
            </a:xfrm>
            <a:prstGeom prst="rect">
              <a:avLst/>
            </a:prstGeom>
            <a:ln w="41275">
              <a:solidFill>
                <a:schemeClr val="dk2"/>
              </a:solidFill>
            </a:ln>
            <a:effectLst>
              <a:softEdge rad="0"/>
            </a:effec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6533917-B9F1-7343-7A64-B0FD7C828F4F}"/>
              </a:ext>
            </a:extLst>
          </p:cNvPr>
          <p:cNvSpPr txBox="1"/>
          <p:nvPr/>
        </p:nvSpPr>
        <p:spPr>
          <a:xfrm>
            <a:off x="3853650" y="3971936"/>
            <a:ext cx="543412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👉</a:t>
            </a:r>
            <a:r>
              <a:rPr lang="en-US" dirty="0"/>
              <a:t>used histograms to analyze the distribution of numerical features. This helped identify skewness, outliers, and overall data patterns. For example, family income was right-skewed, so I used median imputation, while features like GPA showed near-normal distribution.”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EFE7BA-6FC9-67AC-76FF-362285520BFE}"/>
              </a:ext>
            </a:extLst>
          </p:cNvPr>
          <p:cNvSpPr txBox="1"/>
          <p:nvPr/>
        </p:nvSpPr>
        <p:spPr>
          <a:xfrm>
            <a:off x="719775" y="3358112"/>
            <a:ext cx="303847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👉</a:t>
            </a:r>
            <a:r>
              <a:rPr lang="en-US" dirty="0"/>
              <a:t>“The </a:t>
            </a:r>
            <a:r>
              <a:rPr lang="en-US" dirty="0" err="1"/>
              <a:t>countplot</a:t>
            </a:r>
            <a:r>
              <a:rPr lang="en-US" dirty="0"/>
              <a:t> shows that the dataset is imbalanced, with more retained students than dropouts. This is important because it can affect model performance and we smote to make it unbiased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560604-5EB0-14AE-E141-4E7B28A84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765" y="938452"/>
            <a:ext cx="2120212" cy="371400"/>
          </a:xfrm>
        </p:spPr>
        <p:txBody>
          <a:bodyPr>
            <a:normAutofit fontScale="90000"/>
          </a:bodyPr>
          <a:lstStyle/>
          <a:p>
            <a:r>
              <a:rPr lang="en-IN" dirty="0"/>
              <a:t>outliers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B5A53A7-1285-2F6D-0A70-5058C5BCBAE1}"/>
              </a:ext>
            </a:extLst>
          </p:cNvPr>
          <p:cNvGrpSpPr/>
          <p:nvPr/>
        </p:nvGrpSpPr>
        <p:grpSpPr>
          <a:xfrm>
            <a:off x="58121" y="96689"/>
            <a:ext cx="7034056" cy="4475311"/>
            <a:chOff x="2241883" y="646771"/>
            <a:chExt cx="4535879" cy="442238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753CE2F-9676-83BC-5FBD-67AADC17F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1883" y="646771"/>
              <a:ext cx="4535879" cy="271272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622BAC5-F045-1AAB-78AA-E081FBC34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41883" y="3270314"/>
              <a:ext cx="4488422" cy="1798844"/>
            </a:xfrm>
            <a:prstGeom prst="rect">
              <a:avLst/>
            </a:prstGeom>
          </p:spPr>
        </p:pic>
      </p:grpSp>
      <p:grpSp>
        <p:nvGrpSpPr>
          <p:cNvPr id="9" name="Google Shape;262;p19">
            <a:extLst>
              <a:ext uri="{FF2B5EF4-FFF2-40B4-BE49-F238E27FC236}">
                <a16:creationId xmlns:a16="http://schemas.microsoft.com/office/drawing/2014/main" id="{AFDF9E55-1A58-D316-912F-74A3BB67F25C}"/>
              </a:ext>
            </a:extLst>
          </p:cNvPr>
          <p:cNvGrpSpPr/>
          <p:nvPr/>
        </p:nvGrpSpPr>
        <p:grpSpPr>
          <a:xfrm>
            <a:off x="7686907" y="1418749"/>
            <a:ext cx="1518428" cy="3650409"/>
            <a:chOff x="6512309" y="1081666"/>
            <a:chExt cx="1518428" cy="3650409"/>
          </a:xfrm>
        </p:grpSpPr>
        <p:sp>
          <p:nvSpPr>
            <p:cNvPr id="10" name="Google Shape;263;p19">
              <a:extLst>
                <a:ext uri="{FF2B5EF4-FFF2-40B4-BE49-F238E27FC236}">
                  <a16:creationId xmlns:a16="http://schemas.microsoft.com/office/drawing/2014/main" id="{A5062051-4AC1-3F4D-1683-56D626B7987F}"/>
                </a:ext>
              </a:extLst>
            </p:cNvPr>
            <p:cNvSpPr/>
            <p:nvPr/>
          </p:nvSpPr>
          <p:spPr>
            <a:xfrm>
              <a:off x="6528250" y="4534375"/>
              <a:ext cx="1302600" cy="1977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264;p19">
              <a:extLst>
                <a:ext uri="{FF2B5EF4-FFF2-40B4-BE49-F238E27FC236}">
                  <a16:creationId xmlns:a16="http://schemas.microsoft.com/office/drawing/2014/main" id="{4AB4BD91-AEE3-8AFC-DBFA-48A5D4946A85}"/>
                </a:ext>
              </a:extLst>
            </p:cNvPr>
            <p:cNvGrpSpPr/>
            <p:nvPr/>
          </p:nvGrpSpPr>
          <p:grpSpPr>
            <a:xfrm>
              <a:off x="6512309" y="1081666"/>
              <a:ext cx="1518428" cy="3551349"/>
              <a:chOff x="2690050" y="238125"/>
              <a:chExt cx="2239900" cy="5238750"/>
            </a:xfrm>
          </p:grpSpPr>
          <p:sp>
            <p:nvSpPr>
              <p:cNvPr id="12" name="Google Shape;265;p19">
                <a:extLst>
                  <a:ext uri="{FF2B5EF4-FFF2-40B4-BE49-F238E27FC236}">
                    <a16:creationId xmlns:a16="http://schemas.microsoft.com/office/drawing/2014/main" id="{A5D6466B-59B4-08CB-4C08-37E190140C8A}"/>
                  </a:ext>
                </a:extLst>
              </p:cNvPr>
              <p:cNvSpPr/>
              <p:nvPr/>
            </p:nvSpPr>
            <p:spPr>
              <a:xfrm>
                <a:off x="3041525" y="5282700"/>
                <a:ext cx="576250" cy="19417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7767" extrusionOk="0">
                    <a:moveTo>
                      <a:pt x="14838" y="1"/>
                    </a:moveTo>
                    <a:lnTo>
                      <a:pt x="14700" y="84"/>
                    </a:lnTo>
                    <a:lnTo>
                      <a:pt x="14547" y="195"/>
                    </a:lnTo>
                    <a:lnTo>
                      <a:pt x="14311" y="334"/>
                    </a:lnTo>
                    <a:lnTo>
                      <a:pt x="14005" y="487"/>
                    </a:lnTo>
                    <a:lnTo>
                      <a:pt x="13644" y="682"/>
                    </a:lnTo>
                    <a:lnTo>
                      <a:pt x="13199" y="876"/>
                    </a:lnTo>
                    <a:lnTo>
                      <a:pt x="12685" y="1098"/>
                    </a:lnTo>
                    <a:lnTo>
                      <a:pt x="12102" y="1321"/>
                    </a:lnTo>
                    <a:lnTo>
                      <a:pt x="11435" y="1543"/>
                    </a:lnTo>
                    <a:lnTo>
                      <a:pt x="10712" y="1751"/>
                    </a:lnTo>
                    <a:lnTo>
                      <a:pt x="9893" y="1960"/>
                    </a:lnTo>
                    <a:lnTo>
                      <a:pt x="9462" y="2057"/>
                    </a:lnTo>
                    <a:lnTo>
                      <a:pt x="9003" y="2140"/>
                    </a:lnTo>
                    <a:lnTo>
                      <a:pt x="8531" y="2238"/>
                    </a:lnTo>
                    <a:lnTo>
                      <a:pt x="8045" y="2321"/>
                    </a:lnTo>
                    <a:lnTo>
                      <a:pt x="7531" y="2390"/>
                    </a:lnTo>
                    <a:lnTo>
                      <a:pt x="7003" y="2460"/>
                    </a:lnTo>
                    <a:lnTo>
                      <a:pt x="6447" y="2515"/>
                    </a:lnTo>
                    <a:lnTo>
                      <a:pt x="5877" y="2571"/>
                    </a:lnTo>
                    <a:lnTo>
                      <a:pt x="5614" y="2585"/>
                    </a:lnTo>
                    <a:lnTo>
                      <a:pt x="5238" y="2613"/>
                    </a:lnTo>
                    <a:lnTo>
                      <a:pt x="4877" y="2668"/>
                    </a:lnTo>
                    <a:lnTo>
                      <a:pt x="4863" y="2668"/>
                    </a:lnTo>
                    <a:lnTo>
                      <a:pt x="4613" y="2696"/>
                    </a:lnTo>
                    <a:lnTo>
                      <a:pt x="4377" y="2738"/>
                    </a:lnTo>
                    <a:lnTo>
                      <a:pt x="4099" y="2793"/>
                    </a:lnTo>
                    <a:lnTo>
                      <a:pt x="3821" y="2863"/>
                    </a:lnTo>
                    <a:lnTo>
                      <a:pt x="3571" y="2932"/>
                    </a:lnTo>
                    <a:lnTo>
                      <a:pt x="3321" y="3002"/>
                    </a:lnTo>
                    <a:lnTo>
                      <a:pt x="3085" y="3085"/>
                    </a:lnTo>
                    <a:lnTo>
                      <a:pt x="2863" y="3168"/>
                    </a:lnTo>
                    <a:lnTo>
                      <a:pt x="2640" y="3266"/>
                    </a:lnTo>
                    <a:lnTo>
                      <a:pt x="2446" y="3363"/>
                    </a:lnTo>
                    <a:lnTo>
                      <a:pt x="2251" y="3460"/>
                    </a:lnTo>
                    <a:lnTo>
                      <a:pt x="2071" y="3571"/>
                    </a:lnTo>
                    <a:lnTo>
                      <a:pt x="1890" y="3682"/>
                    </a:lnTo>
                    <a:lnTo>
                      <a:pt x="1723" y="3794"/>
                    </a:lnTo>
                    <a:lnTo>
                      <a:pt x="1432" y="4030"/>
                    </a:lnTo>
                    <a:lnTo>
                      <a:pt x="1168" y="4280"/>
                    </a:lnTo>
                    <a:lnTo>
                      <a:pt x="945" y="4530"/>
                    </a:lnTo>
                    <a:lnTo>
                      <a:pt x="751" y="4794"/>
                    </a:lnTo>
                    <a:lnTo>
                      <a:pt x="584" y="5058"/>
                    </a:lnTo>
                    <a:lnTo>
                      <a:pt x="445" y="5322"/>
                    </a:lnTo>
                    <a:lnTo>
                      <a:pt x="320" y="5586"/>
                    </a:lnTo>
                    <a:lnTo>
                      <a:pt x="223" y="5850"/>
                    </a:lnTo>
                    <a:lnTo>
                      <a:pt x="154" y="6100"/>
                    </a:lnTo>
                    <a:lnTo>
                      <a:pt x="98" y="6350"/>
                    </a:lnTo>
                    <a:lnTo>
                      <a:pt x="84" y="6419"/>
                    </a:lnTo>
                    <a:lnTo>
                      <a:pt x="70" y="6503"/>
                    </a:lnTo>
                    <a:lnTo>
                      <a:pt x="29" y="6850"/>
                    </a:lnTo>
                    <a:lnTo>
                      <a:pt x="1" y="7170"/>
                    </a:lnTo>
                    <a:lnTo>
                      <a:pt x="15" y="7420"/>
                    </a:lnTo>
                    <a:lnTo>
                      <a:pt x="29" y="7600"/>
                    </a:lnTo>
                    <a:lnTo>
                      <a:pt x="42" y="7767"/>
                    </a:lnTo>
                    <a:lnTo>
                      <a:pt x="22744" y="7767"/>
                    </a:lnTo>
                    <a:lnTo>
                      <a:pt x="22813" y="7461"/>
                    </a:lnTo>
                    <a:lnTo>
                      <a:pt x="22869" y="7156"/>
                    </a:lnTo>
                    <a:lnTo>
                      <a:pt x="22924" y="6822"/>
                    </a:lnTo>
                    <a:lnTo>
                      <a:pt x="22952" y="6503"/>
                    </a:lnTo>
                    <a:lnTo>
                      <a:pt x="22980" y="6350"/>
                    </a:lnTo>
                    <a:lnTo>
                      <a:pt x="23021" y="5864"/>
                    </a:lnTo>
                    <a:lnTo>
                      <a:pt x="23049" y="5405"/>
                    </a:lnTo>
                    <a:lnTo>
                      <a:pt x="23049" y="4947"/>
                    </a:lnTo>
                    <a:lnTo>
                      <a:pt x="23035" y="4502"/>
                    </a:lnTo>
                    <a:lnTo>
                      <a:pt x="23008" y="4099"/>
                    </a:lnTo>
                    <a:lnTo>
                      <a:pt x="22966" y="3710"/>
                    </a:lnTo>
                    <a:lnTo>
                      <a:pt x="22910" y="3335"/>
                    </a:lnTo>
                    <a:lnTo>
                      <a:pt x="22841" y="2974"/>
                    </a:lnTo>
                    <a:lnTo>
                      <a:pt x="22841" y="2946"/>
                    </a:lnTo>
                    <a:lnTo>
                      <a:pt x="22827" y="2918"/>
                    </a:lnTo>
                    <a:lnTo>
                      <a:pt x="22813" y="2835"/>
                    </a:lnTo>
                    <a:lnTo>
                      <a:pt x="22757" y="2557"/>
                    </a:lnTo>
                    <a:lnTo>
                      <a:pt x="22730" y="2418"/>
                    </a:lnTo>
                    <a:lnTo>
                      <a:pt x="22563" y="1793"/>
                    </a:lnTo>
                    <a:lnTo>
                      <a:pt x="22424" y="1390"/>
                    </a:lnTo>
                    <a:lnTo>
                      <a:pt x="22299" y="1029"/>
                    </a:lnTo>
                    <a:lnTo>
                      <a:pt x="22174" y="723"/>
                    </a:lnTo>
                    <a:lnTo>
                      <a:pt x="22049" y="459"/>
                    </a:lnTo>
                    <a:lnTo>
                      <a:pt x="21882" y="112"/>
                    </a:lnTo>
                    <a:lnTo>
                      <a:pt x="21813" y="1"/>
                    </a:lnTo>
                    <a:lnTo>
                      <a:pt x="21174" y="112"/>
                    </a:lnTo>
                    <a:lnTo>
                      <a:pt x="20548" y="195"/>
                    </a:lnTo>
                    <a:lnTo>
                      <a:pt x="19909" y="265"/>
                    </a:lnTo>
                    <a:lnTo>
                      <a:pt x="19298" y="293"/>
                    </a:lnTo>
                    <a:lnTo>
                      <a:pt x="18701" y="320"/>
                    </a:lnTo>
                    <a:lnTo>
                      <a:pt x="18117" y="306"/>
                    </a:lnTo>
                    <a:lnTo>
                      <a:pt x="17575" y="293"/>
                    </a:lnTo>
                    <a:lnTo>
                      <a:pt x="17061" y="265"/>
                    </a:lnTo>
                    <a:lnTo>
                      <a:pt x="16589" y="223"/>
                    </a:lnTo>
                    <a:lnTo>
                      <a:pt x="16158" y="181"/>
                    </a:lnTo>
                    <a:lnTo>
                      <a:pt x="15450" y="98"/>
                    </a:lnTo>
                    <a:lnTo>
                      <a:pt x="14991" y="29"/>
                    </a:lnTo>
                    <a:lnTo>
                      <a:pt x="1483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266;p19">
                <a:extLst>
                  <a:ext uri="{FF2B5EF4-FFF2-40B4-BE49-F238E27FC236}">
                    <a16:creationId xmlns:a16="http://schemas.microsoft.com/office/drawing/2014/main" id="{EBF6EFC0-7C65-6BD9-8E30-5A37C0CFAB34}"/>
                  </a:ext>
                </a:extLst>
              </p:cNvPr>
              <p:cNvSpPr/>
              <p:nvPr/>
            </p:nvSpPr>
            <p:spPr>
              <a:xfrm>
                <a:off x="3353075" y="5284100"/>
                <a:ext cx="49700" cy="42400"/>
              </a:xfrm>
              <a:custGeom>
                <a:avLst/>
                <a:gdLst/>
                <a:ahLst/>
                <a:cxnLst/>
                <a:rect l="l" t="t" r="r" b="b"/>
                <a:pathLst>
                  <a:path w="1988" h="1696" extrusionOk="0">
                    <a:moveTo>
                      <a:pt x="404" y="0"/>
                    </a:moveTo>
                    <a:lnTo>
                      <a:pt x="320" y="14"/>
                    </a:lnTo>
                    <a:lnTo>
                      <a:pt x="251" y="28"/>
                    </a:lnTo>
                    <a:lnTo>
                      <a:pt x="181" y="70"/>
                    </a:lnTo>
                    <a:lnTo>
                      <a:pt x="126" y="125"/>
                    </a:lnTo>
                    <a:lnTo>
                      <a:pt x="70" y="181"/>
                    </a:lnTo>
                    <a:lnTo>
                      <a:pt x="29" y="250"/>
                    </a:lnTo>
                    <a:lnTo>
                      <a:pt x="15" y="334"/>
                    </a:lnTo>
                    <a:lnTo>
                      <a:pt x="1" y="403"/>
                    </a:lnTo>
                    <a:lnTo>
                      <a:pt x="15" y="487"/>
                    </a:lnTo>
                    <a:lnTo>
                      <a:pt x="29" y="570"/>
                    </a:lnTo>
                    <a:lnTo>
                      <a:pt x="70" y="639"/>
                    </a:lnTo>
                    <a:lnTo>
                      <a:pt x="126" y="695"/>
                    </a:lnTo>
                    <a:lnTo>
                      <a:pt x="751" y="1181"/>
                    </a:lnTo>
                    <a:lnTo>
                      <a:pt x="1390" y="1640"/>
                    </a:lnTo>
                    <a:lnTo>
                      <a:pt x="1460" y="1681"/>
                    </a:lnTo>
                    <a:lnTo>
                      <a:pt x="1529" y="1695"/>
                    </a:lnTo>
                    <a:lnTo>
                      <a:pt x="1612" y="1695"/>
                    </a:lnTo>
                    <a:lnTo>
                      <a:pt x="1696" y="1681"/>
                    </a:lnTo>
                    <a:lnTo>
                      <a:pt x="1765" y="1654"/>
                    </a:lnTo>
                    <a:lnTo>
                      <a:pt x="1835" y="1612"/>
                    </a:lnTo>
                    <a:lnTo>
                      <a:pt x="1890" y="1556"/>
                    </a:lnTo>
                    <a:lnTo>
                      <a:pt x="1946" y="1501"/>
                    </a:lnTo>
                    <a:lnTo>
                      <a:pt x="1974" y="1431"/>
                    </a:lnTo>
                    <a:lnTo>
                      <a:pt x="1987" y="1348"/>
                    </a:lnTo>
                    <a:lnTo>
                      <a:pt x="1987" y="1265"/>
                    </a:lnTo>
                    <a:lnTo>
                      <a:pt x="1987" y="1181"/>
                    </a:lnTo>
                    <a:lnTo>
                      <a:pt x="1946" y="1112"/>
                    </a:lnTo>
                    <a:lnTo>
                      <a:pt x="1904" y="1042"/>
                    </a:lnTo>
                    <a:lnTo>
                      <a:pt x="1862" y="987"/>
                    </a:lnTo>
                    <a:lnTo>
                      <a:pt x="1793" y="945"/>
                    </a:lnTo>
                    <a:lnTo>
                      <a:pt x="1334" y="612"/>
                    </a:lnTo>
                    <a:lnTo>
                      <a:pt x="876" y="264"/>
                    </a:lnTo>
                    <a:lnTo>
                      <a:pt x="695" y="125"/>
                    </a:lnTo>
                    <a:lnTo>
                      <a:pt x="626" y="70"/>
                    </a:lnTo>
                    <a:lnTo>
                      <a:pt x="556" y="42"/>
                    </a:lnTo>
                    <a:lnTo>
                      <a:pt x="487" y="14"/>
                    </a:lnTo>
                    <a:lnTo>
                      <a:pt x="4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267;p19">
                <a:extLst>
                  <a:ext uri="{FF2B5EF4-FFF2-40B4-BE49-F238E27FC236}">
                    <a16:creationId xmlns:a16="http://schemas.microsoft.com/office/drawing/2014/main" id="{D9BCB433-B692-B3A0-9E5C-966FF099EEA1}"/>
                  </a:ext>
                </a:extLst>
              </p:cNvPr>
              <p:cNvSpPr/>
              <p:nvPr/>
            </p:nvSpPr>
            <p:spPr>
              <a:xfrm>
                <a:off x="3312800" y="5302150"/>
                <a:ext cx="51425" cy="48650"/>
              </a:xfrm>
              <a:custGeom>
                <a:avLst/>
                <a:gdLst/>
                <a:ahLst/>
                <a:cxnLst/>
                <a:rect l="l" t="t" r="r" b="b"/>
                <a:pathLst>
                  <a:path w="2057" h="1946" extrusionOk="0">
                    <a:moveTo>
                      <a:pt x="417" y="1"/>
                    </a:moveTo>
                    <a:lnTo>
                      <a:pt x="334" y="15"/>
                    </a:lnTo>
                    <a:lnTo>
                      <a:pt x="250" y="42"/>
                    </a:lnTo>
                    <a:lnTo>
                      <a:pt x="181" y="70"/>
                    </a:lnTo>
                    <a:lnTo>
                      <a:pt x="125" y="126"/>
                    </a:lnTo>
                    <a:lnTo>
                      <a:pt x="70" y="181"/>
                    </a:lnTo>
                    <a:lnTo>
                      <a:pt x="42" y="251"/>
                    </a:lnTo>
                    <a:lnTo>
                      <a:pt x="14" y="334"/>
                    </a:lnTo>
                    <a:lnTo>
                      <a:pt x="0" y="404"/>
                    </a:lnTo>
                    <a:lnTo>
                      <a:pt x="14" y="487"/>
                    </a:lnTo>
                    <a:lnTo>
                      <a:pt x="42" y="570"/>
                    </a:lnTo>
                    <a:lnTo>
                      <a:pt x="70" y="640"/>
                    </a:lnTo>
                    <a:lnTo>
                      <a:pt x="125" y="695"/>
                    </a:lnTo>
                    <a:lnTo>
                      <a:pt x="431" y="1029"/>
                    </a:lnTo>
                    <a:lnTo>
                      <a:pt x="750" y="1335"/>
                    </a:lnTo>
                    <a:lnTo>
                      <a:pt x="1098" y="1626"/>
                    </a:lnTo>
                    <a:lnTo>
                      <a:pt x="1445" y="1890"/>
                    </a:lnTo>
                    <a:lnTo>
                      <a:pt x="1528" y="1932"/>
                    </a:lnTo>
                    <a:lnTo>
                      <a:pt x="1598" y="1946"/>
                    </a:lnTo>
                    <a:lnTo>
                      <a:pt x="1681" y="1946"/>
                    </a:lnTo>
                    <a:lnTo>
                      <a:pt x="1751" y="1932"/>
                    </a:lnTo>
                    <a:lnTo>
                      <a:pt x="1834" y="1904"/>
                    </a:lnTo>
                    <a:lnTo>
                      <a:pt x="1904" y="1862"/>
                    </a:lnTo>
                    <a:lnTo>
                      <a:pt x="1959" y="1807"/>
                    </a:lnTo>
                    <a:lnTo>
                      <a:pt x="2001" y="1751"/>
                    </a:lnTo>
                    <a:lnTo>
                      <a:pt x="2042" y="1682"/>
                    </a:lnTo>
                    <a:lnTo>
                      <a:pt x="2056" y="1598"/>
                    </a:lnTo>
                    <a:lnTo>
                      <a:pt x="2056" y="1515"/>
                    </a:lnTo>
                    <a:lnTo>
                      <a:pt x="2042" y="1432"/>
                    </a:lnTo>
                    <a:lnTo>
                      <a:pt x="2015" y="1362"/>
                    </a:lnTo>
                    <a:lnTo>
                      <a:pt x="1973" y="1293"/>
                    </a:lnTo>
                    <a:lnTo>
                      <a:pt x="1917" y="1237"/>
                    </a:lnTo>
                    <a:lnTo>
                      <a:pt x="1862" y="1196"/>
                    </a:lnTo>
                    <a:lnTo>
                      <a:pt x="1681" y="1057"/>
                    </a:lnTo>
                    <a:lnTo>
                      <a:pt x="1417" y="848"/>
                    </a:lnTo>
                    <a:lnTo>
                      <a:pt x="1167" y="612"/>
                    </a:lnTo>
                    <a:lnTo>
                      <a:pt x="931" y="376"/>
                    </a:lnTo>
                    <a:lnTo>
                      <a:pt x="695" y="126"/>
                    </a:lnTo>
                    <a:lnTo>
                      <a:pt x="639" y="70"/>
                    </a:lnTo>
                    <a:lnTo>
                      <a:pt x="570" y="29"/>
                    </a:lnTo>
                    <a:lnTo>
                      <a:pt x="486" y="15"/>
                    </a:lnTo>
                    <a:lnTo>
                      <a:pt x="4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268;p19">
                <a:extLst>
                  <a:ext uri="{FF2B5EF4-FFF2-40B4-BE49-F238E27FC236}">
                    <a16:creationId xmlns:a16="http://schemas.microsoft.com/office/drawing/2014/main" id="{B41E2F07-3F1B-0A7D-CA20-0C55513BE010}"/>
                  </a:ext>
                </a:extLst>
              </p:cNvPr>
              <p:cNvSpPr/>
              <p:nvPr/>
            </p:nvSpPr>
            <p:spPr>
              <a:xfrm>
                <a:off x="3275975" y="5315350"/>
                <a:ext cx="43450" cy="50050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2002" extrusionOk="0">
                    <a:moveTo>
                      <a:pt x="403" y="1"/>
                    </a:moveTo>
                    <a:lnTo>
                      <a:pt x="320" y="15"/>
                    </a:lnTo>
                    <a:lnTo>
                      <a:pt x="251" y="28"/>
                    </a:lnTo>
                    <a:lnTo>
                      <a:pt x="181" y="70"/>
                    </a:lnTo>
                    <a:lnTo>
                      <a:pt x="126" y="126"/>
                    </a:lnTo>
                    <a:lnTo>
                      <a:pt x="70" y="181"/>
                    </a:lnTo>
                    <a:lnTo>
                      <a:pt x="28" y="251"/>
                    </a:lnTo>
                    <a:lnTo>
                      <a:pt x="14" y="334"/>
                    </a:lnTo>
                    <a:lnTo>
                      <a:pt x="1" y="404"/>
                    </a:lnTo>
                    <a:lnTo>
                      <a:pt x="14" y="487"/>
                    </a:lnTo>
                    <a:lnTo>
                      <a:pt x="28" y="556"/>
                    </a:lnTo>
                    <a:lnTo>
                      <a:pt x="70" y="626"/>
                    </a:lnTo>
                    <a:lnTo>
                      <a:pt x="126" y="695"/>
                    </a:lnTo>
                    <a:lnTo>
                      <a:pt x="1042" y="1876"/>
                    </a:lnTo>
                    <a:lnTo>
                      <a:pt x="1098" y="1932"/>
                    </a:lnTo>
                    <a:lnTo>
                      <a:pt x="1168" y="1960"/>
                    </a:lnTo>
                    <a:lnTo>
                      <a:pt x="1251" y="1987"/>
                    </a:lnTo>
                    <a:lnTo>
                      <a:pt x="1320" y="2001"/>
                    </a:lnTo>
                    <a:lnTo>
                      <a:pt x="1404" y="1987"/>
                    </a:lnTo>
                    <a:lnTo>
                      <a:pt x="1487" y="1960"/>
                    </a:lnTo>
                    <a:lnTo>
                      <a:pt x="1557" y="1932"/>
                    </a:lnTo>
                    <a:lnTo>
                      <a:pt x="1612" y="1876"/>
                    </a:lnTo>
                    <a:lnTo>
                      <a:pt x="1668" y="1821"/>
                    </a:lnTo>
                    <a:lnTo>
                      <a:pt x="1695" y="1751"/>
                    </a:lnTo>
                    <a:lnTo>
                      <a:pt x="1723" y="1668"/>
                    </a:lnTo>
                    <a:lnTo>
                      <a:pt x="1737" y="1585"/>
                    </a:lnTo>
                    <a:lnTo>
                      <a:pt x="1723" y="1515"/>
                    </a:lnTo>
                    <a:lnTo>
                      <a:pt x="1695" y="1432"/>
                    </a:lnTo>
                    <a:lnTo>
                      <a:pt x="1668" y="1376"/>
                    </a:lnTo>
                    <a:lnTo>
                      <a:pt x="1612" y="1307"/>
                    </a:lnTo>
                    <a:lnTo>
                      <a:pt x="695" y="126"/>
                    </a:lnTo>
                    <a:lnTo>
                      <a:pt x="640" y="70"/>
                    </a:lnTo>
                    <a:lnTo>
                      <a:pt x="556" y="28"/>
                    </a:lnTo>
                    <a:lnTo>
                      <a:pt x="487" y="1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269;p19">
                <a:extLst>
                  <a:ext uri="{FF2B5EF4-FFF2-40B4-BE49-F238E27FC236}">
                    <a16:creationId xmlns:a16="http://schemas.microsoft.com/office/drawing/2014/main" id="{FB9980DF-1744-AFF9-2C8B-44D7E91C091C}"/>
                  </a:ext>
                </a:extLst>
              </p:cNvPr>
              <p:cNvSpPr/>
              <p:nvPr/>
            </p:nvSpPr>
            <p:spPr>
              <a:xfrm>
                <a:off x="3232900" y="5326475"/>
                <a:ext cx="35800" cy="46550"/>
              </a:xfrm>
              <a:custGeom>
                <a:avLst/>
                <a:gdLst/>
                <a:ahLst/>
                <a:cxnLst/>
                <a:rect l="l" t="t" r="r" b="b"/>
                <a:pathLst>
                  <a:path w="1432" h="1862" extrusionOk="0">
                    <a:moveTo>
                      <a:pt x="431" y="0"/>
                    </a:moveTo>
                    <a:lnTo>
                      <a:pt x="362" y="14"/>
                    </a:lnTo>
                    <a:lnTo>
                      <a:pt x="279" y="28"/>
                    </a:lnTo>
                    <a:lnTo>
                      <a:pt x="209" y="56"/>
                    </a:lnTo>
                    <a:lnTo>
                      <a:pt x="140" y="98"/>
                    </a:lnTo>
                    <a:lnTo>
                      <a:pt x="84" y="167"/>
                    </a:lnTo>
                    <a:lnTo>
                      <a:pt x="42" y="236"/>
                    </a:lnTo>
                    <a:lnTo>
                      <a:pt x="15" y="306"/>
                    </a:lnTo>
                    <a:lnTo>
                      <a:pt x="1" y="389"/>
                    </a:lnTo>
                    <a:lnTo>
                      <a:pt x="15" y="459"/>
                    </a:lnTo>
                    <a:lnTo>
                      <a:pt x="29" y="542"/>
                    </a:lnTo>
                    <a:lnTo>
                      <a:pt x="56" y="612"/>
                    </a:lnTo>
                    <a:lnTo>
                      <a:pt x="668" y="1667"/>
                    </a:lnTo>
                    <a:lnTo>
                      <a:pt x="723" y="1737"/>
                    </a:lnTo>
                    <a:lnTo>
                      <a:pt x="779" y="1779"/>
                    </a:lnTo>
                    <a:lnTo>
                      <a:pt x="848" y="1820"/>
                    </a:lnTo>
                    <a:lnTo>
                      <a:pt x="918" y="1848"/>
                    </a:lnTo>
                    <a:lnTo>
                      <a:pt x="1001" y="1862"/>
                    </a:lnTo>
                    <a:lnTo>
                      <a:pt x="1071" y="1862"/>
                    </a:lnTo>
                    <a:lnTo>
                      <a:pt x="1154" y="1848"/>
                    </a:lnTo>
                    <a:lnTo>
                      <a:pt x="1223" y="1806"/>
                    </a:lnTo>
                    <a:lnTo>
                      <a:pt x="1293" y="1765"/>
                    </a:lnTo>
                    <a:lnTo>
                      <a:pt x="1348" y="1709"/>
                    </a:lnTo>
                    <a:lnTo>
                      <a:pt x="1390" y="1640"/>
                    </a:lnTo>
                    <a:lnTo>
                      <a:pt x="1418" y="1570"/>
                    </a:lnTo>
                    <a:lnTo>
                      <a:pt x="1432" y="1487"/>
                    </a:lnTo>
                    <a:lnTo>
                      <a:pt x="1418" y="1403"/>
                    </a:lnTo>
                    <a:lnTo>
                      <a:pt x="1404" y="1334"/>
                    </a:lnTo>
                    <a:lnTo>
                      <a:pt x="1376" y="1251"/>
                    </a:lnTo>
                    <a:lnTo>
                      <a:pt x="765" y="209"/>
                    </a:lnTo>
                    <a:lnTo>
                      <a:pt x="709" y="139"/>
                    </a:lnTo>
                    <a:lnTo>
                      <a:pt x="654" y="84"/>
                    </a:lnTo>
                    <a:lnTo>
                      <a:pt x="584" y="42"/>
                    </a:lnTo>
                    <a:lnTo>
                      <a:pt x="515" y="14"/>
                    </a:lnTo>
                    <a:lnTo>
                      <a:pt x="43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70;p19">
                <a:extLst>
                  <a:ext uri="{FF2B5EF4-FFF2-40B4-BE49-F238E27FC236}">
                    <a16:creationId xmlns:a16="http://schemas.microsoft.com/office/drawing/2014/main" id="{5510717F-F4B1-1FA7-2FC4-390F69B70321}"/>
                  </a:ext>
                </a:extLst>
              </p:cNvPr>
              <p:cNvSpPr/>
              <p:nvPr/>
            </p:nvSpPr>
            <p:spPr>
              <a:xfrm>
                <a:off x="3041525" y="5445250"/>
                <a:ext cx="574150" cy="31625"/>
              </a:xfrm>
              <a:custGeom>
                <a:avLst/>
                <a:gdLst/>
                <a:ahLst/>
                <a:cxnLst/>
                <a:rect l="l" t="t" r="r" b="b"/>
                <a:pathLst>
                  <a:path w="22966" h="1265" extrusionOk="0">
                    <a:moveTo>
                      <a:pt x="70" y="1"/>
                    </a:moveTo>
                    <a:lnTo>
                      <a:pt x="42" y="181"/>
                    </a:lnTo>
                    <a:lnTo>
                      <a:pt x="29" y="348"/>
                    </a:lnTo>
                    <a:lnTo>
                      <a:pt x="1" y="668"/>
                    </a:lnTo>
                    <a:lnTo>
                      <a:pt x="15" y="918"/>
                    </a:lnTo>
                    <a:lnTo>
                      <a:pt x="29" y="1098"/>
                    </a:lnTo>
                    <a:lnTo>
                      <a:pt x="42" y="1265"/>
                    </a:lnTo>
                    <a:lnTo>
                      <a:pt x="22744" y="1265"/>
                    </a:lnTo>
                    <a:lnTo>
                      <a:pt x="22813" y="959"/>
                    </a:lnTo>
                    <a:lnTo>
                      <a:pt x="22869" y="654"/>
                    </a:lnTo>
                    <a:lnTo>
                      <a:pt x="22924" y="320"/>
                    </a:lnTo>
                    <a:lnTo>
                      <a:pt x="2296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271;p19">
                <a:extLst>
                  <a:ext uri="{FF2B5EF4-FFF2-40B4-BE49-F238E27FC236}">
                    <a16:creationId xmlns:a16="http://schemas.microsoft.com/office/drawing/2014/main" id="{AC044717-09D9-6057-DFAF-84628F7EDC5F}"/>
                  </a:ext>
                </a:extLst>
              </p:cNvPr>
              <p:cNvSpPr/>
              <p:nvPr/>
            </p:nvSpPr>
            <p:spPr>
              <a:xfrm>
                <a:off x="3812600" y="5282700"/>
                <a:ext cx="575875" cy="194175"/>
              </a:xfrm>
              <a:custGeom>
                <a:avLst/>
                <a:gdLst/>
                <a:ahLst/>
                <a:cxnLst/>
                <a:rect l="l" t="t" r="r" b="b"/>
                <a:pathLst>
                  <a:path w="23035" h="7767" extrusionOk="0">
                    <a:moveTo>
                      <a:pt x="1237" y="1"/>
                    </a:moveTo>
                    <a:lnTo>
                      <a:pt x="1167" y="112"/>
                    </a:lnTo>
                    <a:lnTo>
                      <a:pt x="987" y="459"/>
                    </a:lnTo>
                    <a:lnTo>
                      <a:pt x="875" y="723"/>
                    </a:lnTo>
                    <a:lnTo>
                      <a:pt x="750" y="1029"/>
                    </a:lnTo>
                    <a:lnTo>
                      <a:pt x="611" y="1390"/>
                    </a:lnTo>
                    <a:lnTo>
                      <a:pt x="486" y="1793"/>
                    </a:lnTo>
                    <a:lnTo>
                      <a:pt x="320" y="2418"/>
                    </a:lnTo>
                    <a:lnTo>
                      <a:pt x="278" y="2557"/>
                    </a:lnTo>
                    <a:lnTo>
                      <a:pt x="222" y="2835"/>
                    </a:lnTo>
                    <a:lnTo>
                      <a:pt x="209" y="2918"/>
                    </a:lnTo>
                    <a:lnTo>
                      <a:pt x="209" y="2946"/>
                    </a:lnTo>
                    <a:lnTo>
                      <a:pt x="195" y="2974"/>
                    </a:lnTo>
                    <a:lnTo>
                      <a:pt x="139" y="3335"/>
                    </a:lnTo>
                    <a:lnTo>
                      <a:pt x="84" y="3710"/>
                    </a:lnTo>
                    <a:lnTo>
                      <a:pt x="42" y="4099"/>
                    </a:lnTo>
                    <a:lnTo>
                      <a:pt x="14" y="4502"/>
                    </a:lnTo>
                    <a:lnTo>
                      <a:pt x="0" y="4947"/>
                    </a:lnTo>
                    <a:lnTo>
                      <a:pt x="0" y="5405"/>
                    </a:lnTo>
                    <a:lnTo>
                      <a:pt x="14" y="5864"/>
                    </a:lnTo>
                    <a:lnTo>
                      <a:pt x="56" y="6350"/>
                    </a:lnTo>
                    <a:lnTo>
                      <a:pt x="84" y="6503"/>
                    </a:lnTo>
                    <a:lnTo>
                      <a:pt x="125" y="6822"/>
                    </a:lnTo>
                    <a:lnTo>
                      <a:pt x="167" y="7156"/>
                    </a:lnTo>
                    <a:lnTo>
                      <a:pt x="236" y="7461"/>
                    </a:lnTo>
                    <a:lnTo>
                      <a:pt x="292" y="7767"/>
                    </a:lnTo>
                    <a:lnTo>
                      <a:pt x="22993" y="7767"/>
                    </a:lnTo>
                    <a:lnTo>
                      <a:pt x="23021" y="7600"/>
                    </a:lnTo>
                    <a:lnTo>
                      <a:pt x="23035" y="7420"/>
                    </a:lnTo>
                    <a:lnTo>
                      <a:pt x="23035" y="7170"/>
                    </a:lnTo>
                    <a:lnTo>
                      <a:pt x="23021" y="6850"/>
                    </a:lnTo>
                    <a:lnTo>
                      <a:pt x="22965" y="6503"/>
                    </a:lnTo>
                    <a:lnTo>
                      <a:pt x="22965" y="6419"/>
                    </a:lnTo>
                    <a:lnTo>
                      <a:pt x="22938" y="6350"/>
                    </a:lnTo>
                    <a:lnTo>
                      <a:pt x="22882" y="6100"/>
                    </a:lnTo>
                    <a:lnTo>
                      <a:pt x="22813" y="5850"/>
                    </a:lnTo>
                    <a:lnTo>
                      <a:pt x="22715" y="5586"/>
                    </a:lnTo>
                    <a:lnTo>
                      <a:pt x="22604" y="5322"/>
                    </a:lnTo>
                    <a:lnTo>
                      <a:pt x="22465" y="5058"/>
                    </a:lnTo>
                    <a:lnTo>
                      <a:pt x="22298" y="4794"/>
                    </a:lnTo>
                    <a:lnTo>
                      <a:pt x="22104" y="4530"/>
                    </a:lnTo>
                    <a:lnTo>
                      <a:pt x="21868" y="4280"/>
                    </a:lnTo>
                    <a:lnTo>
                      <a:pt x="21604" y="4030"/>
                    </a:lnTo>
                    <a:lnTo>
                      <a:pt x="21312" y="3794"/>
                    </a:lnTo>
                    <a:lnTo>
                      <a:pt x="21145" y="3682"/>
                    </a:lnTo>
                    <a:lnTo>
                      <a:pt x="20979" y="3571"/>
                    </a:lnTo>
                    <a:lnTo>
                      <a:pt x="20798" y="3460"/>
                    </a:lnTo>
                    <a:lnTo>
                      <a:pt x="20604" y="3363"/>
                    </a:lnTo>
                    <a:lnTo>
                      <a:pt x="20395" y="3266"/>
                    </a:lnTo>
                    <a:lnTo>
                      <a:pt x="20187" y="3168"/>
                    </a:lnTo>
                    <a:lnTo>
                      <a:pt x="19964" y="3085"/>
                    </a:lnTo>
                    <a:lnTo>
                      <a:pt x="19728" y="3002"/>
                    </a:lnTo>
                    <a:lnTo>
                      <a:pt x="19478" y="2932"/>
                    </a:lnTo>
                    <a:lnTo>
                      <a:pt x="19214" y="2863"/>
                    </a:lnTo>
                    <a:lnTo>
                      <a:pt x="18950" y="2793"/>
                    </a:lnTo>
                    <a:lnTo>
                      <a:pt x="18659" y="2738"/>
                    </a:lnTo>
                    <a:lnTo>
                      <a:pt x="18436" y="2696"/>
                    </a:lnTo>
                    <a:lnTo>
                      <a:pt x="18186" y="2668"/>
                    </a:lnTo>
                    <a:lnTo>
                      <a:pt x="18172" y="2668"/>
                    </a:lnTo>
                    <a:lnTo>
                      <a:pt x="17797" y="2613"/>
                    </a:lnTo>
                    <a:lnTo>
                      <a:pt x="17422" y="2585"/>
                    </a:lnTo>
                    <a:lnTo>
                      <a:pt x="17172" y="2571"/>
                    </a:lnTo>
                    <a:lnTo>
                      <a:pt x="16588" y="2515"/>
                    </a:lnTo>
                    <a:lnTo>
                      <a:pt x="16047" y="2460"/>
                    </a:lnTo>
                    <a:lnTo>
                      <a:pt x="15505" y="2390"/>
                    </a:lnTo>
                    <a:lnTo>
                      <a:pt x="15005" y="2321"/>
                    </a:lnTo>
                    <a:lnTo>
                      <a:pt x="14505" y="2238"/>
                    </a:lnTo>
                    <a:lnTo>
                      <a:pt x="14032" y="2140"/>
                    </a:lnTo>
                    <a:lnTo>
                      <a:pt x="13574" y="2057"/>
                    </a:lnTo>
                    <a:lnTo>
                      <a:pt x="13143" y="1960"/>
                    </a:lnTo>
                    <a:lnTo>
                      <a:pt x="12337" y="1751"/>
                    </a:lnTo>
                    <a:lnTo>
                      <a:pt x="11601" y="1543"/>
                    </a:lnTo>
                    <a:lnTo>
                      <a:pt x="10948" y="1321"/>
                    </a:lnTo>
                    <a:lnTo>
                      <a:pt x="10350" y="1098"/>
                    </a:lnTo>
                    <a:lnTo>
                      <a:pt x="9850" y="876"/>
                    </a:lnTo>
                    <a:lnTo>
                      <a:pt x="9406" y="682"/>
                    </a:lnTo>
                    <a:lnTo>
                      <a:pt x="9031" y="487"/>
                    </a:lnTo>
                    <a:lnTo>
                      <a:pt x="8739" y="334"/>
                    </a:lnTo>
                    <a:lnTo>
                      <a:pt x="8503" y="195"/>
                    </a:lnTo>
                    <a:lnTo>
                      <a:pt x="8336" y="84"/>
                    </a:lnTo>
                    <a:lnTo>
                      <a:pt x="8211" y="1"/>
                    </a:lnTo>
                    <a:lnTo>
                      <a:pt x="8044" y="29"/>
                    </a:lnTo>
                    <a:lnTo>
                      <a:pt x="7586" y="98"/>
                    </a:lnTo>
                    <a:lnTo>
                      <a:pt x="6891" y="181"/>
                    </a:lnTo>
                    <a:lnTo>
                      <a:pt x="6460" y="223"/>
                    </a:lnTo>
                    <a:lnTo>
                      <a:pt x="5988" y="265"/>
                    </a:lnTo>
                    <a:lnTo>
                      <a:pt x="5474" y="293"/>
                    </a:lnTo>
                    <a:lnTo>
                      <a:pt x="4918" y="306"/>
                    </a:lnTo>
                    <a:lnTo>
                      <a:pt x="4349" y="320"/>
                    </a:lnTo>
                    <a:lnTo>
                      <a:pt x="3751" y="293"/>
                    </a:lnTo>
                    <a:lnTo>
                      <a:pt x="3126" y="265"/>
                    </a:lnTo>
                    <a:lnTo>
                      <a:pt x="2501" y="195"/>
                    </a:lnTo>
                    <a:lnTo>
                      <a:pt x="1862" y="112"/>
                    </a:lnTo>
                    <a:lnTo>
                      <a:pt x="123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72;p19">
                <a:extLst>
                  <a:ext uri="{FF2B5EF4-FFF2-40B4-BE49-F238E27FC236}">
                    <a16:creationId xmlns:a16="http://schemas.microsoft.com/office/drawing/2014/main" id="{CC0886A9-CA34-0BD8-82F3-8652D6DC34A5}"/>
                  </a:ext>
                </a:extLst>
              </p:cNvPr>
              <p:cNvSpPr/>
              <p:nvPr/>
            </p:nvSpPr>
            <p:spPr>
              <a:xfrm>
                <a:off x="4027250" y="5284100"/>
                <a:ext cx="49675" cy="4240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696" extrusionOk="0">
                    <a:moveTo>
                      <a:pt x="1584" y="0"/>
                    </a:moveTo>
                    <a:lnTo>
                      <a:pt x="1501" y="14"/>
                    </a:lnTo>
                    <a:lnTo>
                      <a:pt x="1431" y="42"/>
                    </a:lnTo>
                    <a:lnTo>
                      <a:pt x="1362" y="70"/>
                    </a:lnTo>
                    <a:lnTo>
                      <a:pt x="1306" y="125"/>
                    </a:lnTo>
                    <a:lnTo>
                      <a:pt x="1112" y="264"/>
                    </a:lnTo>
                    <a:lnTo>
                      <a:pt x="653" y="612"/>
                    </a:lnTo>
                    <a:lnTo>
                      <a:pt x="195" y="945"/>
                    </a:lnTo>
                    <a:lnTo>
                      <a:pt x="139" y="987"/>
                    </a:lnTo>
                    <a:lnTo>
                      <a:pt x="83" y="1042"/>
                    </a:lnTo>
                    <a:lnTo>
                      <a:pt x="42" y="1112"/>
                    </a:lnTo>
                    <a:lnTo>
                      <a:pt x="14" y="1181"/>
                    </a:lnTo>
                    <a:lnTo>
                      <a:pt x="0" y="1265"/>
                    </a:lnTo>
                    <a:lnTo>
                      <a:pt x="0" y="1348"/>
                    </a:lnTo>
                    <a:lnTo>
                      <a:pt x="14" y="1431"/>
                    </a:lnTo>
                    <a:lnTo>
                      <a:pt x="56" y="1501"/>
                    </a:lnTo>
                    <a:lnTo>
                      <a:pt x="97" y="1556"/>
                    </a:lnTo>
                    <a:lnTo>
                      <a:pt x="167" y="1612"/>
                    </a:lnTo>
                    <a:lnTo>
                      <a:pt x="222" y="1654"/>
                    </a:lnTo>
                    <a:lnTo>
                      <a:pt x="306" y="1681"/>
                    </a:lnTo>
                    <a:lnTo>
                      <a:pt x="375" y="1695"/>
                    </a:lnTo>
                    <a:lnTo>
                      <a:pt x="459" y="1695"/>
                    </a:lnTo>
                    <a:lnTo>
                      <a:pt x="542" y="1681"/>
                    </a:lnTo>
                    <a:lnTo>
                      <a:pt x="611" y="1640"/>
                    </a:lnTo>
                    <a:lnTo>
                      <a:pt x="1250" y="1181"/>
                    </a:lnTo>
                    <a:lnTo>
                      <a:pt x="1876" y="695"/>
                    </a:lnTo>
                    <a:lnTo>
                      <a:pt x="1931" y="639"/>
                    </a:lnTo>
                    <a:lnTo>
                      <a:pt x="1959" y="570"/>
                    </a:lnTo>
                    <a:lnTo>
                      <a:pt x="1987" y="487"/>
                    </a:lnTo>
                    <a:lnTo>
                      <a:pt x="1987" y="403"/>
                    </a:lnTo>
                    <a:lnTo>
                      <a:pt x="1987" y="334"/>
                    </a:lnTo>
                    <a:lnTo>
                      <a:pt x="1959" y="250"/>
                    </a:lnTo>
                    <a:lnTo>
                      <a:pt x="1917" y="181"/>
                    </a:lnTo>
                    <a:lnTo>
                      <a:pt x="1876" y="125"/>
                    </a:lnTo>
                    <a:lnTo>
                      <a:pt x="1806" y="70"/>
                    </a:lnTo>
                    <a:lnTo>
                      <a:pt x="1737" y="28"/>
                    </a:lnTo>
                    <a:lnTo>
                      <a:pt x="1667" y="14"/>
                    </a:lnTo>
                    <a:lnTo>
                      <a:pt x="15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73;p19">
                <a:extLst>
                  <a:ext uri="{FF2B5EF4-FFF2-40B4-BE49-F238E27FC236}">
                    <a16:creationId xmlns:a16="http://schemas.microsoft.com/office/drawing/2014/main" id="{F88F86E0-A89B-0BEA-A02A-44F97D6C5277}"/>
                  </a:ext>
                </a:extLst>
              </p:cNvPr>
              <p:cNvSpPr/>
              <p:nvPr/>
            </p:nvSpPr>
            <p:spPr>
              <a:xfrm>
                <a:off x="4065800" y="5302150"/>
                <a:ext cx="51425" cy="48650"/>
              </a:xfrm>
              <a:custGeom>
                <a:avLst/>
                <a:gdLst/>
                <a:ahLst/>
                <a:cxnLst/>
                <a:rect l="l" t="t" r="r" b="b"/>
                <a:pathLst>
                  <a:path w="2057" h="1946" extrusionOk="0">
                    <a:moveTo>
                      <a:pt x="1653" y="1"/>
                    </a:moveTo>
                    <a:lnTo>
                      <a:pt x="1570" y="15"/>
                    </a:lnTo>
                    <a:lnTo>
                      <a:pt x="1501" y="29"/>
                    </a:lnTo>
                    <a:lnTo>
                      <a:pt x="1431" y="70"/>
                    </a:lnTo>
                    <a:lnTo>
                      <a:pt x="1362" y="126"/>
                    </a:lnTo>
                    <a:lnTo>
                      <a:pt x="1139" y="376"/>
                    </a:lnTo>
                    <a:lnTo>
                      <a:pt x="889" y="612"/>
                    </a:lnTo>
                    <a:lnTo>
                      <a:pt x="639" y="848"/>
                    </a:lnTo>
                    <a:lnTo>
                      <a:pt x="375" y="1057"/>
                    </a:lnTo>
                    <a:lnTo>
                      <a:pt x="209" y="1196"/>
                    </a:lnTo>
                    <a:lnTo>
                      <a:pt x="139" y="1237"/>
                    </a:lnTo>
                    <a:lnTo>
                      <a:pt x="84" y="1293"/>
                    </a:lnTo>
                    <a:lnTo>
                      <a:pt x="42" y="1362"/>
                    </a:lnTo>
                    <a:lnTo>
                      <a:pt x="14" y="1432"/>
                    </a:lnTo>
                    <a:lnTo>
                      <a:pt x="0" y="1515"/>
                    </a:lnTo>
                    <a:lnTo>
                      <a:pt x="0" y="1598"/>
                    </a:lnTo>
                    <a:lnTo>
                      <a:pt x="28" y="1682"/>
                    </a:lnTo>
                    <a:lnTo>
                      <a:pt x="56" y="1751"/>
                    </a:lnTo>
                    <a:lnTo>
                      <a:pt x="111" y="1807"/>
                    </a:lnTo>
                    <a:lnTo>
                      <a:pt x="167" y="1862"/>
                    </a:lnTo>
                    <a:lnTo>
                      <a:pt x="236" y="1904"/>
                    </a:lnTo>
                    <a:lnTo>
                      <a:pt x="306" y="1932"/>
                    </a:lnTo>
                    <a:lnTo>
                      <a:pt x="389" y="1946"/>
                    </a:lnTo>
                    <a:lnTo>
                      <a:pt x="459" y="1946"/>
                    </a:lnTo>
                    <a:lnTo>
                      <a:pt x="542" y="1932"/>
                    </a:lnTo>
                    <a:lnTo>
                      <a:pt x="611" y="1890"/>
                    </a:lnTo>
                    <a:lnTo>
                      <a:pt x="973" y="1626"/>
                    </a:lnTo>
                    <a:lnTo>
                      <a:pt x="1306" y="1335"/>
                    </a:lnTo>
                    <a:lnTo>
                      <a:pt x="1640" y="1029"/>
                    </a:lnTo>
                    <a:lnTo>
                      <a:pt x="1945" y="695"/>
                    </a:lnTo>
                    <a:lnTo>
                      <a:pt x="1987" y="640"/>
                    </a:lnTo>
                    <a:lnTo>
                      <a:pt x="2029" y="570"/>
                    </a:lnTo>
                    <a:lnTo>
                      <a:pt x="2042" y="487"/>
                    </a:lnTo>
                    <a:lnTo>
                      <a:pt x="2056" y="404"/>
                    </a:lnTo>
                    <a:lnTo>
                      <a:pt x="2056" y="334"/>
                    </a:lnTo>
                    <a:lnTo>
                      <a:pt x="2029" y="251"/>
                    </a:lnTo>
                    <a:lnTo>
                      <a:pt x="1987" y="181"/>
                    </a:lnTo>
                    <a:lnTo>
                      <a:pt x="1945" y="126"/>
                    </a:lnTo>
                    <a:lnTo>
                      <a:pt x="1876" y="70"/>
                    </a:lnTo>
                    <a:lnTo>
                      <a:pt x="1806" y="42"/>
                    </a:lnTo>
                    <a:lnTo>
                      <a:pt x="1723" y="15"/>
                    </a:lnTo>
                    <a:lnTo>
                      <a:pt x="165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74;p19">
                <a:extLst>
                  <a:ext uri="{FF2B5EF4-FFF2-40B4-BE49-F238E27FC236}">
                    <a16:creationId xmlns:a16="http://schemas.microsoft.com/office/drawing/2014/main" id="{75571FFC-E530-E231-40F1-D61D34821647}"/>
                  </a:ext>
                </a:extLst>
              </p:cNvPr>
              <p:cNvSpPr/>
              <p:nvPr/>
            </p:nvSpPr>
            <p:spPr>
              <a:xfrm>
                <a:off x="4110950" y="5315350"/>
                <a:ext cx="43100" cy="50050"/>
              </a:xfrm>
              <a:custGeom>
                <a:avLst/>
                <a:gdLst/>
                <a:ahLst/>
                <a:cxnLst/>
                <a:rect l="l" t="t" r="r" b="b"/>
                <a:pathLst>
                  <a:path w="1724" h="2002" extrusionOk="0">
                    <a:moveTo>
                      <a:pt x="1320" y="1"/>
                    </a:moveTo>
                    <a:lnTo>
                      <a:pt x="1251" y="15"/>
                    </a:lnTo>
                    <a:lnTo>
                      <a:pt x="1167" y="28"/>
                    </a:lnTo>
                    <a:lnTo>
                      <a:pt x="1098" y="70"/>
                    </a:lnTo>
                    <a:lnTo>
                      <a:pt x="1042" y="126"/>
                    </a:lnTo>
                    <a:lnTo>
                      <a:pt x="111" y="1307"/>
                    </a:lnTo>
                    <a:lnTo>
                      <a:pt x="70" y="1376"/>
                    </a:lnTo>
                    <a:lnTo>
                      <a:pt x="28" y="1432"/>
                    </a:lnTo>
                    <a:lnTo>
                      <a:pt x="0" y="1515"/>
                    </a:lnTo>
                    <a:lnTo>
                      <a:pt x="0" y="1585"/>
                    </a:lnTo>
                    <a:lnTo>
                      <a:pt x="0" y="1668"/>
                    </a:lnTo>
                    <a:lnTo>
                      <a:pt x="28" y="1751"/>
                    </a:lnTo>
                    <a:lnTo>
                      <a:pt x="70" y="1821"/>
                    </a:lnTo>
                    <a:lnTo>
                      <a:pt x="111" y="1876"/>
                    </a:lnTo>
                    <a:lnTo>
                      <a:pt x="181" y="1932"/>
                    </a:lnTo>
                    <a:lnTo>
                      <a:pt x="250" y="1960"/>
                    </a:lnTo>
                    <a:lnTo>
                      <a:pt x="320" y="1987"/>
                    </a:lnTo>
                    <a:lnTo>
                      <a:pt x="403" y="2001"/>
                    </a:lnTo>
                    <a:lnTo>
                      <a:pt x="487" y="1987"/>
                    </a:lnTo>
                    <a:lnTo>
                      <a:pt x="556" y="1960"/>
                    </a:lnTo>
                    <a:lnTo>
                      <a:pt x="625" y="1932"/>
                    </a:lnTo>
                    <a:lnTo>
                      <a:pt x="695" y="1876"/>
                    </a:lnTo>
                    <a:lnTo>
                      <a:pt x="1612" y="695"/>
                    </a:lnTo>
                    <a:lnTo>
                      <a:pt x="1654" y="626"/>
                    </a:lnTo>
                    <a:lnTo>
                      <a:pt x="1695" y="556"/>
                    </a:lnTo>
                    <a:lnTo>
                      <a:pt x="1723" y="487"/>
                    </a:lnTo>
                    <a:lnTo>
                      <a:pt x="1723" y="404"/>
                    </a:lnTo>
                    <a:lnTo>
                      <a:pt x="1723" y="334"/>
                    </a:lnTo>
                    <a:lnTo>
                      <a:pt x="1695" y="251"/>
                    </a:lnTo>
                    <a:lnTo>
                      <a:pt x="1667" y="181"/>
                    </a:lnTo>
                    <a:lnTo>
                      <a:pt x="1612" y="126"/>
                    </a:lnTo>
                    <a:lnTo>
                      <a:pt x="1542" y="70"/>
                    </a:lnTo>
                    <a:lnTo>
                      <a:pt x="1473" y="28"/>
                    </a:lnTo>
                    <a:lnTo>
                      <a:pt x="1403" y="15"/>
                    </a:lnTo>
                    <a:lnTo>
                      <a:pt x="132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75;p19">
                <a:extLst>
                  <a:ext uri="{FF2B5EF4-FFF2-40B4-BE49-F238E27FC236}">
                    <a16:creationId xmlns:a16="http://schemas.microsoft.com/office/drawing/2014/main" id="{2848759F-338E-482A-856E-7FCA0549F041}"/>
                  </a:ext>
                </a:extLst>
              </p:cNvPr>
              <p:cNvSpPr/>
              <p:nvPr/>
            </p:nvSpPr>
            <p:spPr>
              <a:xfrm>
                <a:off x="4161650" y="5326475"/>
                <a:ext cx="35450" cy="4655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862" extrusionOk="0">
                    <a:moveTo>
                      <a:pt x="987" y="0"/>
                    </a:moveTo>
                    <a:lnTo>
                      <a:pt x="918" y="14"/>
                    </a:lnTo>
                    <a:lnTo>
                      <a:pt x="834" y="42"/>
                    </a:lnTo>
                    <a:lnTo>
                      <a:pt x="779" y="84"/>
                    </a:lnTo>
                    <a:lnTo>
                      <a:pt x="709" y="139"/>
                    </a:lnTo>
                    <a:lnTo>
                      <a:pt x="668" y="209"/>
                    </a:lnTo>
                    <a:lnTo>
                      <a:pt x="56" y="1251"/>
                    </a:lnTo>
                    <a:lnTo>
                      <a:pt x="15" y="1334"/>
                    </a:lnTo>
                    <a:lnTo>
                      <a:pt x="1" y="1403"/>
                    </a:lnTo>
                    <a:lnTo>
                      <a:pt x="1" y="1487"/>
                    </a:lnTo>
                    <a:lnTo>
                      <a:pt x="15" y="1570"/>
                    </a:lnTo>
                    <a:lnTo>
                      <a:pt x="42" y="1640"/>
                    </a:lnTo>
                    <a:lnTo>
                      <a:pt x="70" y="1709"/>
                    </a:lnTo>
                    <a:lnTo>
                      <a:pt x="126" y="1765"/>
                    </a:lnTo>
                    <a:lnTo>
                      <a:pt x="195" y="1806"/>
                    </a:lnTo>
                    <a:lnTo>
                      <a:pt x="265" y="1848"/>
                    </a:lnTo>
                    <a:lnTo>
                      <a:pt x="348" y="1862"/>
                    </a:lnTo>
                    <a:lnTo>
                      <a:pt x="431" y="1862"/>
                    </a:lnTo>
                    <a:lnTo>
                      <a:pt x="501" y="1848"/>
                    </a:lnTo>
                    <a:lnTo>
                      <a:pt x="570" y="1820"/>
                    </a:lnTo>
                    <a:lnTo>
                      <a:pt x="640" y="1779"/>
                    </a:lnTo>
                    <a:lnTo>
                      <a:pt x="709" y="1737"/>
                    </a:lnTo>
                    <a:lnTo>
                      <a:pt x="751" y="1667"/>
                    </a:lnTo>
                    <a:lnTo>
                      <a:pt x="1362" y="612"/>
                    </a:lnTo>
                    <a:lnTo>
                      <a:pt x="1404" y="542"/>
                    </a:lnTo>
                    <a:lnTo>
                      <a:pt x="1418" y="459"/>
                    </a:lnTo>
                    <a:lnTo>
                      <a:pt x="1418" y="389"/>
                    </a:lnTo>
                    <a:lnTo>
                      <a:pt x="1404" y="306"/>
                    </a:lnTo>
                    <a:lnTo>
                      <a:pt x="1376" y="236"/>
                    </a:lnTo>
                    <a:lnTo>
                      <a:pt x="1334" y="167"/>
                    </a:lnTo>
                    <a:lnTo>
                      <a:pt x="1293" y="98"/>
                    </a:lnTo>
                    <a:lnTo>
                      <a:pt x="1223" y="56"/>
                    </a:lnTo>
                    <a:lnTo>
                      <a:pt x="1140" y="28"/>
                    </a:lnTo>
                    <a:lnTo>
                      <a:pt x="1070" y="14"/>
                    </a:lnTo>
                    <a:lnTo>
                      <a:pt x="98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76;p19">
                <a:extLst>
                  <a:ext uri="{FF2B5EF4-FFF2-40B4-BE49-F238E27FC236}">
                    <a16:creationId xmlns:a16="http://schemas.microsoft.com/office/drawing/2014/main" id="{F39BC682-56C8-7723-053A-21774BA0E65D}"/>
                  </a:ext>
                </a:extLst>
              </p:cNvPr>
              <p:cNvSpPr/>
              <p:nvPr/>
            </p:nvSpPr>
            <p:spPr>
              <a:xfrm>
                <a:off x="3814675" y="5445250"/>
                <a:ext cx="573800" cy="31625"/>
              </a:xfrm>
              <a:custGeom>
                <a:avLst/>
                <a:gdLst/>
                <a:ahLst/>
                <a:cxnLst/>
                <a:rect l="l" t="t" r="r" b="b"/>
                <a:pathLst>
                  <a:path w="22952" h="1265" extrusionOk="0">
                    <a:moveTo>
                      <a:pt x="1" y="1"/>
                    </a:moveTo>
                    <a:lnTo>
                      <a:pt x="42" y="320"/>
                    </a:lnTo>
                    <a:lnTo>
                      <a:pt x="98" y="654"/>
                    </a:lnTo>
                    <a:lnTo>
                      <a:pt x="153" y="959"/>
                    </a:lnTo>
                    <a:lnTo>
                      <a:pt x="209" y="1265"/>
                    </a:lnTo>
                    <a:lnTo>
                      <a:pt x="22910" y="1265"/>
                    </a:lnTo>
                    <a:lnTo>
                      <a:pt x="22938" y="1098"/>
                    </a:lnTo>
                    <a:lnTo>
                      <a:pt x="22952" y="918"/>
                    </a:lnTo>
                    <a:lnTo>
                      <a:pt x="22952" y="668"/>
                    </a:lnTo>
                    <a:lnTo>
                      <a:pt x="22938" y="348"/>
                    </a:lnTo>
                    <a:lnTo>
                      <a:pt x="22910" y="181"/>
                    </a:lnTo>
                    <a:lnTo>
                      <a:pt x="228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77;p19">
                <a:extLst>
                  <a:ext uri="{FF2B5EF4-FFF2-40B4-BE49-F238E27FC236}">
                    <a16:creationId xmlns:a16="http://schemas.microsoft.com/office/drawing/2014/main" id="{338AC634-C639-7DEB-FBAF-BDC218082128}"/>
                  </a:ext>
                </a:extLst>
              </p:cNvPr>
              <p:cNvSpPr/>
              <p:nvPr/>
            </p:nvSpPr>
            <p:spPr>
              <a:xfrm>
                <a:off x="3238475" y="3090375"/>
                <a:ext cx="466125" cy="2208325"/>
              </a:xfrm>
              <a:custGeom>
                <a:avLst/>
                <a:gdLst/>
                <a:ahLst/>
                <a:cxnLst/>
                <a:rect l="l" t="t" r="r" b="b"/>
                <a:pathLst>
                  <a:path w="18645" h="88333" extrusionOk="0">
                    <a:moveTo>
                      <a:pt x="2153" y="0"/>
                    </a:moveTo>
                    <a:lnTo>
                      <a:pt x="1987" y="2765"/>
                    </a:lnTo>
                    <a:lnTo>
                      <a:pt x="1792" y="5599"/>
                    </a:lnTo>
                    <a:lnTo>
                      <a:pt x="1375" y="11448"/>
                    </a:lnTo>
                    <a:lnTo>
                      <a:pt x="959" y="17408"/>
                    </a:lnTo>
                    <a:lnTo>
                      <a:pt x="764" y="20382"/>
                    </a:lnTo>
                    <a:lnTo>
                      <a:pt x="570" y="23341"/>
                    </a:lnTo>
                    <a:lnTo>
                      <a:pt x="403" y="26258"/>
                    </a:lnTo>
                    <a:lnTo>
                      <a:pt x="264" y="29106"/>
                    </a:lnTo>
                    <a:lnTo>
                      <a:pt x="139" y="31899"/>
                    </a:lnTo>
                    <a:lnTo>
                      <a:pt x="56" y="34580"/>
                    </a:lnTo>
                    <a:lnTo>
                      <a:pt x="28" y="35886"/>
                    </a:lnTo>
                    <a:lnTo>
                      <a:pt x="0" y="37164"/>
                    </a:lnTo>
                    <a:lnTo>
                      <a:pt x="0" y="38415"/>
                    </a:lnTo>
                    <a:lnTo>
                      <a:pt x="0" y="39624"/>
                    </a:lnTo>
                    <a:lnTo>
                      <a:pt x="14" y="40791"/>
                    </a:lnTo>
                    <a:lnTo>
                      <a:pt x="42" y="41930"/>
                    </a:lnTo>
                    <a:lnTo>
                      <a:pt x="83" y="43027"/>
                    </a:lnTo>
                    <a:lnTo>
                      <a:pt x="125" y="44083"/>
                    </a:lnTo>
                    <a:lnTo>
                      <a:pt x="208" y="45181"/>
                    </a:lnTo>
                    <a:lnTo>
                      <a:pt x="306" y="46389"/>
                    </a:lnTo>
                    <a:lnTo>
                      <a:pt x="445" y="47709"/>
                    </a:lnTo>
                    <a:lnTo>
                      <a:pt x="611" y="49113"/>
                    </a:lnTo>
                    <a:lnTo>
                      <a:pt x="792" y="50613"/>
                    </a:lnTo>
                    <a:lnTo>
                      <a:pt x="1000" y="52197"/>
                    </a:lnTo>
                    <a:lnTo>
                      <a:pt x="1223" y="53836"/>
                    </a:lnTo>
                    <a:lnTo>
                      <a:pt x="1473" y="55545"/>
                    </a:lnTo>
                    <a:lnTo>
                      <a:pt x="2001" y="59074"/>
                    </a:lnTo>
                    <a:lnTo>
                      <a:pt x="2570" y="62714"/>
                    </a:lnTo>
                    <a:lnTo>
                      <a:pt x="3168" y="66396"/>
                    </a:lnTo>
                    <a:lnTo>
                      <a:pt x="3779" y="70008"/>
                    </a:lnTo>
                    <a:lnTo>
                      <a:pt x="4390" y="73509"/>
                    </a:lnTo>
                    <a:lnTo>
                      <a:pt x="4960" y="76788"/>
                    </a:lnTo>
                    <a:lnTo>
                      <a:pt x="5974" y="82414"/>
                    </a:lnTo>
                    <a:lnTo>
                      <a:pt x="6696" y="86263"/>
                    </a:lnTo>
                    <a:lnTo>
                      <a:pt x="6960" y="87680"/>
                    </a:lnTo>
                    <a:lnTo>
                      <a:pt x="7211" y="87819"/>
                    </a:lnTo>
                    <a:lnTo>
                      <a:pt x="7475" y="87930"/>
                    </a:lnTo>
                    <a:lnTo>
                      <a:pt x="7752" y="88027"/>
                    </a:lnTo>
                    <a:lnTo>
                      <a:pt x="8030" y="88097"/>
                    </a:lnTo>
                    <a:lnTo>
                      <a:pt x="8308" y="88166"/>
                    </a:lnTo>
                    <a:lnTo>
                      <a:pt x="8600" y="88222"/>
                    </a:lnTo>
                    <a:lnTo>
                      <a:pt x="8892" y="88263"/>
                    </a:lnTo>
                    <a:lnTo>
                      <a:pt x="9183" y="88305"/>
                    </a:lnTo>
                    <a:lnTo>
                      <a:pt x="9475" y="88319"/>
                    </a:lnTo>
                    <a:lnTo>
                      <a:pt x="9767" y="88333"/>
                    </a:lnTo>
                    <a:lnTo>
                      <a:pt x="10059" y="88333"/>
                    </a:lnTo>
                    <a:lnTo>
                      <a:pt x="10336" y="88319"/>
                    </a:lnTo>
                    <a:lnTo>
                      <a:pt x="10906" y="88291"/>
                    </a:lnTo>
                    <a:lnTo>
                      <a:pt x="11448" y="88236"/>
                    </a:lnTo>
                    <a:lnTo>
                      <a:pt x="11962" y="88152"/>
                    </a:lnTo>
                    <a:lnTo>
                      <a:pt x="12434" y="88069"/>
                    </a:lnTo>
                    <a:lnTo>
                      <a:pt x="12851" y="87972"/>
                    </a:lnTo>
                    <a:lnTo>
                      <a:pt x="13212" y="87888"/>
                    </a:lnTo>
                    <a:lnTo>
                      <a:pt x="13740" y="87749"/>
                    </a:lnTo>
                    <a:lnTo>
                      <a:pt x="13935" y="87680"/>
                    </a:lnTo>
                    <a:lnTo>
                      <a:pt x="13907" y="85124"/>
                    </a:lnTo>
                    <a:lnTo>
                      <a:pt x="13851" y="82442"/>
                    </a:lnTo>
                    <a:lnTo>
                      <a:pt x="13782" y="79650"/>
                    </a:lnTo>
                    <a:lnTo>
                      <a:pt x="13685" y="76788"/>
                    </a:lnTo>
                    <a:lnTo>
                      <a:pt x="13490" y="70883"/>
                    </a:lnTo>
                    <a:lnTo>
                      <a:pt x="13282" y="64923"/>
                    </a:lnTo>
                    <a:lnTo>
                      <a:pt x="13185" y="61978"/>
                    </a:lnTo>
                    <a:lnTo>
                      <a:pt x="13101" y="59074"/>
                    </a:lnTo>
                    <a:lnTo>
                      <a:pt x="13018" y="56240"/>
                    </a:lnTo>
                    <a:lnTo>
                      <a:pt x="12976" y="53503"/>
                    </a:lnTo>
                    <a:lnTo>
                      <a:pt x="12934" y="50877"/>
                    </a:lnTo>
                    <a:lnTo>
                      <a:pt x="12934" y="48390"/>
                    </a:lnTo>
                    <a:lnTo>
                      <a:pt x="12948" y="47209"/>
                    </a:lnTo>
                    <a:lnTo>
                      <a:pt x="12962" y="46056"/>
                    </a:lnTo>
                    <a:lnTo>
                      <a:pt x="12990" y="44958"/>
                    </a:lnTo>
                    <a:lnTo>
                      <a:pt x="13032" y="43917"/>
                    </a:lnTo>
                    <a:lnTo>
                      <a:pt x="13087" y="42819"/>
                    </a:lnTo>
                    <a:lnTo>
                      <a:pt x="13171" y="41596"/>
                    </a:lnTo>
                    <a:lnTo>
                      <a:pt x="13268" y="40277"/>
                    </a:lnTo>
                    <a:lnTo>
                      <a:pt x="13393" y="38846"/>
                    </a:lnTo>
                    <a:lnTo>
                      <a:pt x="13546" y="37345"/>
                    </a:lnTo>
                    <a:lnTo>
                      <a:pt x="13712" y="35747"/>
                    </a:lnTo>
                    <a:lnTo>
                      <a:pt x="13893" y="34094"/>
                    </a:lnTo>
                    <a:lnTo>
                      <a:pt x="14101" y="32385"/>
                    </a:lnTo>
                    <a:lnTo>
                      <a:pt x="14532" y="28829"/>
                    </a:lnTo>
                    <a:lnTo>
                      <a:pt x="15005" y="25161"/>
                    </a:lnTo>
                    <a:lnTo>
                      <a:pt x="15505" y="21465"/>
                    </a:lnTo>
                    <a:lnTo>
                      <a:pt x="16005" y="17811"/>
                    </a:lnTo>
                    <a:lnTo>
                      <a:pt x="16505" y="14296"/>
                    </a:lnTo>
                    <a:lnTo>
                      <a:pt x="16991" y="10976"/>
                    </a:lnTo>
                    <a:lnTo>
                      <a:pt x="17839" y="5308"/>
                    </a:lnTo>
                    <a:lnTo>
                      <a:pt x="18422" y="1431"/>
                    </a:lnTo>
                    <a:lnTo>
                      <a:pt x="18644" y="0"/>
                    </a:lnTo>
                    <a:close/>
                  </a:path>
                </a:pathLst>
              </a:custGeom>
              <a:solidFill>
                <a:srgbClr val="8A49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78;p19">
                <a:extLst>
                  <a:ext uri="{FF2B5EF4-FFF2-40B4-BE49-F238E27FC236}">
                    <a16:creationId xmlns:a16="http://schemas.microsoft.com/office/drawing/2014/main" id="{2D0EFE24-0334-5A2F-3875-673C7E1AC3CB}"/>
                  </a:ext>
                </a:extLst>
              </p:cNvPr>
              <p:cNvSpPr/>
              <p:nvPr/>
            </p:nvSpPr>
            <p:spPr>
              <a:xfrm>
                <a:off x="3675750" y="3090375"/>
                <a:ext cx="432100" cy="2199650"/>
              </a:xfrm>
              <a:custGeom>
                <a:avLst/>
                <a:gdLst/>
                <a:ahLst/>
                <a:cxnLst/>
                <a:rect l="l" t="t" r="r" b="b"/>
                <a:pathLst>
                  <a:path w="17284" h="87986" extrusionOk="0">
                    <a:moveTo>
                      <a:pt x="0" y="0"/>
                    </a:moveTo>
                    <a:lnTo>
                      <a:pt x="348" y="2723"/>
                    </a:lnTo>
                    <a:lnTo>
                      <a:pt x="681" y="5613"/>
                    </a:lnTo>
                    <a:lnTo>
                      <a:pt x="1028" y="8656"/>
                    </a:lnTo>
                    <a:lnTo>
                      <a:pt x="1348" y="11823"/>
                    </a:lnTo>
                    <a:lnTo>
                      <a:pt x="1681" y="15130"/>
                    </a:lnTo>
                    <a:lnTo>
                      <a:pt x="2001" y="18520"/>
                    </a:lnTo>
                    <a:lnTo>
                      <a:pt x="2307" y="21993"/>
                    </a:lnTo>
                    <a:lnTo>
                      <a:pt x="2612" y="25550"/>
                    </a:lnTo>
                    <a:lnTo>
                      <a:pt x="2918" y="29148"/>
                    </a:lnTo>
                    <a:lnTo>
                      <a:pt x="3196" y="32774"/>
                    </a:lnTo>
                    <a:lnTo>
                      <a:pt x="3488" y="36428"/>
                    </a:lnTo>
                    <a:lnTo>
                      <a:pt x="3751" y="40082"/>
                    </a:lnTo>
                    <a:lnTo>
                      <a:pt x="4266" y="47320"/>
                    </a:lnTo>
                    <a:lnTo>
                      <a:pt x="4752" y="54378"/>
                    </a:lnTo>
                    <a:lnTo>
                      <a:pt x="5182" y="61088"/>
                    </a:lnTo>
                    <a:lnTo>
                      <a:pt x="5571" y="67340"/>
                    </a:lnTo>
                    <a:lnTo>
                      <a:pt x="5905" y="73009"/>
                    </a:lnTo>
                    <a:lnTo>
                      <a:pt x="6183" y="77927"/>
                    </a:lnTo>
                    <a:lnTo>
                      <a:pt x="6572" y="85068"/>
                    </a:lnTo>
                    <a:lnTo>
                      <a:pt x="6711" y="87680"/>
                    </a:lnTo>
                    <a:lnTo>
                      <a:pt x="7447" y="87805"/>
                    </a:lnTo>
                    <a:lnTo>
                      <a:pt x="8156" y="87888"/>
                    </a:lnTo>
                    <a:lnTo>
                      <a:pt x="8836" y="87944"/>
                    </a:lnTo>
                    <a:lnTo>
                      <a:pt x="9489" y="87972"/>
                    </a:lnTo>
                    <a:lnTo>
                      <a:pt x="10101" y="87986"/>
                    </a:lnTo>
                    <a:lnTo>
                      <a:pt x="10684" y="87986"/>
                    </a:lnTo>
                    <a:lnTo>
                      <a:pt x="11212" y="87972"/>
                    </a:lnTo>
                    <a:lnTo>
                      <a:pt x="11698" y="87944"/>
                    </a:lnTo>
                    <a:lnTo>
                      <a:pt x="12143" y="87902"/>
                    </a:lnTo>
                    <a:lnTo>
                      <a:pt x="12532" y="87860"/>
                    </a:lnTo>
                    <a:lnTo>
                      <a:pt x="13157" y="87777"/>
                    </a:lnTo>
                    <a:lnTo>
                      <a:pt x="13546" y="87708"/>
                    </a:lnTo>
                    <a:lnTo>
                      <a:pt x="13685" y="87680"/>
                    </a:lnTo>
                    <a:lnTo>
                      <a:pt x="14130" y="83234"/>
                    </a:lnTo>
                    <a:lnTo>
                      <a:pt x="14532" y="78844"/>
                    </a:lnTo>
                    <a:lnTo>
                      <a:pt x="14908" y="74495"/>
                    </a:lnTo>
                    <a:lnTo>
                      <a:pt x="15255" y="70230"/>
                    </a:lnTo>
                    <a:lnTo>
                      <a:pt x="15561" y="66020"/>
                    </a:lnTo>
                    <a:lnTo>
                      <a:pt x="15838" y="61880"/>
                    </a:lnTo>
                    <a:lnTo>
                      <a:pt x="16088" y="57824"/>
                    </a:lnTo>
                    <a:lnTo>
                      <a:pt x="16297" y="53864"/>
                    </a:lnTo>
                    <a:lnTo>
                      <a:pt x="16491" y="49988"/>
                    </a:lnTo>
                    <a:lnTo>
                      <a:pt x="16658" y="46209"/>
                    </a:lnTo>
                    <a:lnTo>
                      <a:pt x="16811" y="42541"/>
                    </a:lnTo>
                    <a:lnTo>
                      <a:pt x="16922" y="38984"/>
                    </a:lnTo>
                    <a:lnTo>
                      <a:pt x="17033" y="35539"/>
                    </a:lnTo>
                    <a:lnTo>
                      <a:pt x="17103" y="32219"/>
                    </a:lnTo>
                    <a:lnTo>
                      <a:pt x="17172" y="29023"/>
                    </a:lnTo>
                    <a:lnTo>
                      <a:pt x="17228" y="25953"/>
                    </a:lnTo>
                    <a:lnTo>
                      <a:pt x="17255" y="23035"/>
                    </a:lnTo>
                    <a:lnTo>
                      <a:pt x="17269" y="20257"/>
                    </a:lnTo>
                    <a:lnTo>
                      <a:pt x="17283" y="17631"/>
                    </a:lnTo>
                    <a:lnTo>
                      <a:pt x="17283" y="15172"/>
                    </a:lnTo>
                    <a:lnTo>
                      <a:pt x="17269" y="12865"/>
                    </a:lnTo>
                    <a:lnTo>
                      <a:pt x="17255" y="10726"/>
                    </a:lnTo>
                    <a:lnTo>
                      <a:pt x="17214" y="6989"/>
                    </a:lnTo>
                    <a:lnTo>
                      <a:pt x="17144" y="4002"/>
                    </a:lnTo>
                    <a:lnTo>
                      <a:pt x="17089" y="1806"/>
                    </a:lnTo>
                    <a:lnTo>
                      <a:pt x="17033" y="0"/>
                    </a:lnTo>
                    <a:close/>
                  </a:path>
                </a:pathLst>
              </a:custGeom>
              <a:solidFill>
                <a:srgbClr val="8A49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79;p19">
                <a:extLst>
                  <a:ext uri="{FF2B5EF4-FFF2-40B4-BE49-F238E27FC236}">
                    <a16:creationId xmlns:a16="http://schemas.microsoft.com/office/drawing/2014/main" id="{0ADC74A3-C4D9-F571-1B7F-3AEB1276536C}"/>
                  </a:ext>
                </a:extLst>
              </p:cNvPr>
              <p:cNvSpPr/>
              <p:nvPr/>
            </p:nvSpPr>
            <p:spPr>
              <a:xfrm>
                <a:off x="3211725" y="3136575"/>
                <a:ext cx="927375" cy="2086775"/>
              </a:xfrm>
              <a:custGeom>
                <a:avLst/>
                <a:gdLst/>
                <a:ahLst/>
                <a:cxnLst/>
                <a:rect l="l" t="t" r="r" b="b"/>
                <a:pathLst>
                  <a:path w="37095" h="83471" extrusionOk="0">
                    <a:moveTo>
                      <a:pt x="2640" y="0"/>
                    </a:moveTo>
                    <a:lnTo>
                      <a:pt x="2515" y="1278"/>
                    </a:lnTo>
                    <a:lnTo>
                      <a:pt x="2195" y="4738"/>
                    </a:lnTo>
                    <a:lnTo>
                      <a:pt x="1723" y="9836"/>
                    </a:lnTo>
                    <a:lnTo>
                      <a:pt x="1473" y="12810"/>
                    </a:lnTo>
                    <a:lnTo>
                      <a:pt x="1209" y="15991"/>
                    </a:lnTo>
                    <a:lnTo>
                      <a:pt x="959" y="19298"/>
                    </a:lnTo>
                    <a:lnTo>
                      <a:pt x="709" y="22660"/>
                    </a:lnTo>
                    <a:lnTo>
                      <a:pt x="487" y="26022"/>
                    </a:lnTo>
                    <a:lnTo>
                      <a:pt x="292" y="29287"/>
                    </a:lnTo>
                    <a:lnTo>
                      <a:pt x="209" y="30871"/>
                    </a:lnTo>
                    <a:lnTo>
                      <a:pt x="139" y="32413"/>
                    </a:lnTo>
                    <a:lnTo>
                      <a:pt x="84" y="33885"/>
                    </a:lnTo>
                    <a:lnTo>
                      <a:pt x="42" y="35303"/>
                    </a:lnTo>
                    <a:lnTo>
                      <a:pt x="14" y="36650"/>
                    </a:lnTo>
                    <a:lnTo>
                      <a:pt x="0" y="37914"/>
                    </a:lnTo>
                    <a:lnTo>
                      <a:pt x="0" y="39095"/>
                    </a:lnTo>
                    <a:lnTo>
                      <a:pt x="28" y="40165"/>
                    </a:lnTo>
                    <a:lnTo>
                      <a:pt x="56" y="41068"/>
                    </a:lnTo>
                    <a:lnTo>
                      <a:pt x="111" y="42055"/>
                    </a:lnTo>
                    <a:lnTo>
                      <a:pt x="181" y="43124"/>
                    </a:lnTo>
                    <a:lnTo>
                      <a:pt x="264" y="44264"/>
                    </a:lnTo>
                    <a:lnTo>
                      <a:pt x="362" y="45472"/>
                    </a:lnTo>
                    <a:lnTo>
                      <a:pt x="473" y="46723"/>
                    </a:lnTo>
                    <a:lnTo>
                      <a:pt x="723" y="49404"/>
                    </a:lnTo>
                    <a:lnTo>
                      <a:pt x="1028" y="52252"/>
                    </a:lnTo>
                    <a:lnTo>
                      <a:pt x="1362" y="55211"/>
                    </a:lnTo>
                    <a:lnTo>
                      <a:pt x="1723" y="58254"/>
                    </a:lnTo>
                    <a:lnTo>
                      <a:pt x="2098" y="61310"/>
                    </a:lnTo>
                    <a:lnTo>
                      <a:pt x="2487" y="64353"/>
                    </a:lnTo>
                    <a:lnTo>
                      <a:pt x="2862" y="67326"/>
                    </a:lnTo>
                    <a:lnTo>
                      <a:pt x="3612" y="72883"/>
                    </a:lnTo>
                    <a:lnTo>
                      <a:pt x="4265" y="77593"/>
                    </a:lnTo>
                    <a:lnTo>
                      <a:pt x="4766" y="81094"/>
                    </a:lnTo>
                    <a:lnTo>
                      <a:pt x="4821" y="81567"/>
                    </a:lnTo>
                    <a:lnTo>
                      <a:pt x="5071" y="83262"/>
                    </a:lnTo>
                    <a:lnTo>
                      <a:pt x="6002" y="83331"/>
                    </a:lnTo>
                    <a:lnTo>
                      <a:pt x="7030" y="83387"/>
                    </a:lnTo>
                    <a:lnTo>
                      <a:pt x="8336" y="83428"/>
                    </a:lnTo>
                    <a:lnTo>
                      <a:pt x="9850" y="83470"/>
                    </a:lnTo>
                    <a:lnTo>
                      <a:pt x="10656" y="83470"/>
                    </a:lnTo>
                    <a:lnTo>
                      <a:pt x="11476" y="83456"/>
                    </a:lnTo>
                    <a:lnTo>
                      <a:pt x="12310" y="83442"/>
                    </a:lnTo>
                    <a:lnTo>
                      <a:pt x="13143" y="83414"/>
                    </a:lnTo>
                    <a:lnTo>
                      <a:pt x="13977" y="83359"/>
                    </a:lnTo>
                    <a:lnTo>
                      <a:pt x="14782" y="83289"/>
                    </a:lnTo>
                    <a:lnTo>
                      <a:pt x="15227" y="83248"/>
                    </a:lnTo>
                    <a:lnTo>
                      <a:pt x="15963" y="83150"/>
                    </a:lnTo>
                    <a:lnTo>
                      <a:pt x="16658" y="83025"/>
                    </a:lnTo>
                    <a:lnTo>
                      <a:pt x="16561" y="81080"/>
                    </a:lnTo>
                    <a:lnTo>
                      <a:pt x="16533" y="80622"/>
                    </a:lnTo>
                    <a:lnTo>
                      <a:pt x="16033" y="71258"/>
                    </a:lnTo>
                    <a:lnTo>
                      <a:pt x="15699" y="65145"/>
                    </a:lnTo>
                    <a:lnTo>
                      <a:pt x="15380" y="58810"/>
                    </a:lnTo>
                    <a:lnTo>
                      <a:pt x="15088" y="52808"/>
                    </a:lnTo>
                    <a:lnTo>
                      <a:pt x="14866" y="47667"/>
                    </a:lnTo>
                    <a:lnTo>
                      <a:pt x="14782" y="45583"/>
                    </a:lnTo>
                    <a:lnTo>
                      <a:pt x="14741" y="43930"/>
                    </a:lnTo>
                    <a:lnTo>
                      <a:pt x="14713" y="42763"/>
                    </a:lnTo>
                    <a:lnTo>
                      <a:pt x="14727" y="42388"/>
                    </a:lnTo>
                    <a:lnTo>
                      <a:pt x="14741" y="42152"/>
                    </a:lnTo>
                    <a:lnTo>
                      <a:pt x="19117" y="6974"/>
                    </a:lnTo>
                    <a:lnTo>
                      <a:pt x="19798" y="16283"/>
                    </a:lnTo>
                    <a:lnTo>
                      <a:pt x="20492" y="26133"/>
                    </a:lnTo>
                    <a:lnTo>
                      <a:pt x="21312" y="37887"/>
                    </a:lnTo>
                    <a:lnTo>
                      <a:pt x="22160" y="50349"/>
                    </a:lnTo>
                    <a:lnTo>
                      <a:pt x="22576" y="56476"/>
                    </a:lnTo>
                    <a:lnTo>
                      <a:pt x="22952" y="62339"/>
                    </a:lnTo>
                    <a:lnTo>
                      <a:pt x="23285" y="67799"/>
                    </a:lnTo>
                    <a:lnTo>
                      <a:pt x="23577" y="72703"/>
                    </a:lnTo>
                    <a:lnTo>
                      <a:pt x="23799" y="76885"/>
                    </a:lnTo>
                    <a:lnTo>
                      <a:pt x="23896" y="78677"/>
                    </a:lnTo>
                    <a:lnTo>
                      <a:pt x="23966" y="80233"/>
                    </a:lnTo>
                    <a:lnTo>
                      <a:pt x="23980" y="80678"/>
                    </a:lnTo>
                    <a:lnTo>
                      <a:pt x="24021" y="81845"/>
                    </a:lnTo>
                    <a:lnTo>
                      <a:pt x="24035" y="82761"/>
                    </a:lnTo>
                    <a:lnTo>
                      <a:pt x="24827" y="82845"/>
                    </a:lnTo>
                    <a:lnTo>
                      <a:pt x="25702" y="82942"/>
                    </a:lnTo>
                    <a:lnTo>
                      <a:pt x="26814" y="83039"/>
                    </a:lnTo>
                    <a:lnTo>
                      <a:pt x="28078" y="83123"/>
                    </a:lnTo>
                    <a:lnTo>
                      <a:pt x="28745" y="83150"/>
                    </a:lnTo>
                    <a:lnTo>
                      <a:pt x="29426" y="83178"/>
                    </a:lnTo>
                    <a:lnTo>
                      <a:pt x="30120" y="83206"/>
                    </a:lnTo>
                    <a:lnTo>
                      <a:pt x="30801" y="83206"/>
                    </a:lnTo>
                    <a:lnTo>
                      <a:pt x="31468" y="83192"/>
                    </a:lnTo>
                    <a:lnTo>
                      <a:pt x="32107" y="83164"/>
                    </a:lnTo>
                    <a:lnTo>
                      <a:pt x="32566" y="83150"/>
                    </a:lnTo>
                    <a:lnTo>
                      <a:pt x="33163" y="83081"/>
                    </a:lnTo>
                    <a:lnTo>
                      <a:pt x="33705" y="82998"/>
                    </a:lnTo>
                    <a:lnTo>
                      <a:pt x="33955" y="82956"/>
                    </a:lnTo>
                    <a:lnTo>
                      <a:pt x="34191" y="82900"/>
                    </a:lnTo>
                    <a:lnTo>
                      <a:pt x="34413" y="82831"/>
                    </a:lnTo>
                    <a:lnTo>
                      <a:pt x="34622" y="82761"/>
                    </a:lnTo>
                    <a:lnTo>
                      <a:pt x="34733" y="80302"/>
                    </a:lnTo>
                    <a:lnTo>
                      <a:pt x="34761" y="79830"/>
                    </a:lnTo>
                    <a:lnTo>
                      <a:pt x="35080" y="73245"/>
                    </a:lnTo>
                    <a:lnTo>
                      <a:pt x="35511" y="63839"/>
                    </a:lnTo>
                    <a:lnTo>
                      <a:pt x="35733" y="58379"/>
                    </a:lnTo>
                    <a:lnTo>
                      <a:pt x="35983" y="52572"/>
                    </a:lnTo>
                    <a:lnTo>
                      <a:pt x="36205" y="46500"/>
                    </a:lnTo>
                    <a:lnTo>
                      <a:pt x="36428" y="40318"/>
                    </a:lnTo>
                    <a:lnTo>
                      <a:pt x="36636" y="34122"/>
                    </a:lnTo>
                    <a:lnTo>
                      <a:pt x="36803" y="28023"/>
                    </a:lnTo>
                    <a:lnTo>
                      <a:pt x="36886" y="25049"/>
                    </a:lnTo>
                    <a:lnTo>
                      <a:pt x="36942" y="22146"/>
                    </a:lnTo>
                    <a:lnTo>
                      <a:pt x="36997" y="19325"/>
                    </a:lnTo>
                    <a:lnTo>
                      <a:pt x="37039" y="16589"/>
                    </a:lnTo>
                    <a:lnTo>
                      <a:pt x="37067" y="13977"/>
                    </a:lnTo>
                    <a:lnTo>
                      <a:pt x="37081" y="11490"/>
                    </a:lnTo>
                    <a:lnTo>
                      <a:pt x="37095" y="9142"/>
                    </a:lnTo>
                    <a:lnTo>
                      <a:pt x="37067" y="6947"/>
                    </a:lnTo>
                    <a:lnTo>
                      <a:pt x="37039" y="4918"/>
                    </a:lnTo>
                    <a:lnTo>
                      <a:pt x="36997" y="3084"/>
                    </a:lnTo>
                    <a:lnTo>
                      <a:pt x="36928" y="1431"/>
                    </a:lnTo>
                    <a:lnTo>
                      <a:pt x="36886" y="695"/>
                    </a:lnTo>
                    <a:lnTo>
                      <a:pt x="36831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80;p19">
                <a:extLst>
                  <a:ext uri="{FF2B5EF4-FFF2-40B4-BE49-F238E27FC236}">
                    <a16:creationId xmlns:a16="http://schemas.microsoft.com/office/drawing/2014/main" id="{B8B25F5E-16A4-E7E4-EA5A-7F959902860F}"/>
                  </a:ext>
                </a:extLst>
              </p:cNvPr>
              <p:cNvSpPr/>
              <p:nvPr/>
            </p:nvSpPr>
            <p:spPr>
              <a:xfrm>
                <a:off x="3281175" y="868850"/>
                <a:ext cx="260175" cy="329300"/>
              </a:xfrm>
              <a:custGeom>
                <a:avLst/>
                <a:gdLst/>
                <a:ahLst/>
                <a:cxnLst/>
                <a:rect l="l" t="t" r="r" b="b"/>
                <a:pathLst>
                  <a:path w="10407" h="13172" extrusionOk="0">
                    <a:moveTo>
                      <a:pt x="6531" y="1"/>
                    </a:moveTo>
                    <a:lnTo>
                      <a:pt x="6447" y="15"/>
                    </a:lnTo>
                    <a:lnTo>
                      <a:pt x="6364" y="43"/>
                    </a:lnTo>
                    <a:lnTo>
                      <a:pt x="6294" y="84"/>
                    </a:lnTo>
                    <a:lnTo>
                      <a:pt x="6225" y="168"/>
                    </a:lnTo>
                    <a:lnTo>
                      <a:pt x="6142" y="251"/>
                    </a:lnTo>
                    <a:lnTo>
                      <a:pt x="6072" y="362"/>
                    </a:lnTo>
                    <a:lnTo>
                      <a:pt x="6003" y="487"/>
                    </a:lnTo>
                    <a:lnTo>
                      <a:pt x="5947" y="640"/>
                    </a:lnTo>
                    <a:lnTo>
                      <a:pt x="5822" y="960"/>
                    </a:lnTo>
                    <a:lnTo>
                      <a:pt x="5711" y="1321"/>
                    </a:lnTo>
                    <a:lnTo>
                      <a:pt x="5600" y="1710"/>
                    </a:lnTo>
                    <a:lnTo>
                      <a:pt x="5516" y="2113"/>
                    </a:lnTo>
                    <a:lnTo>
                      <a:pt x="5433" y="2516"/>
                    </a:lnTo>
                    <a:lnTo>
                      <a:pt x="5364" y="2905"/>
                    </a:lnTo>
                    <a:lnTo>
                      <a:pt x="5252" y="3599"/>
                    </a:lnTo>
                    <a:lnTo>
                      <a:pt x="5183" y="4099"/>
                    </a:lnTo>
                    <a:lnTo>
                      <a:pt x="5155" y="4280"/>
                    </a:lnTo>
                    <a:lnTo>
                      <a:pt x="4891" y="3669"/>
                    </a:lnTo>
                    <a:lnTo>
                      <a:pt x="4599" y="3044"/>
                    </a:lnTo>
                    <a:lnTo>
                      <a:pt x="4238" y="2349"/>
                    </a:lnTo>
                    <a:lnTo>
                      <a:pt x="4044" y="1988"/>
                    </a:lnTo>
                    <a:lnTo>
                      <a:pt x="3849" y="1654"/>
                    </a:lnTo>
                    <a:lnTo>
                      <a:pt x="3669" y="1335"/>
                    </a:lnTo>
                    <a:lnTo>
                      <a:pt x="3474" y="1071"/>
                    </a:lnTo>
                    <a:lnTo>
                      <a:pt x="3294" y="848"/>
                    </a:lnTo>
                    <a:lnTo>
                      <a:pt x="3210" y="751"/>
                    </a:lnTo>
                    <a:lnTo>
                      <a:pt x="3127" y="682"/>
                    </a:lnTo>
                    <a:lnTo>
                      <a:pt x="3057" y="626"/>
                    </a:lnTo>
                    <a:lnTo>
                      <a:pt x="2988" y="598"/>
                    </a:lnTo>
                    <a:lnTo>
                      <a:pt x="2918" y="584"/>
                    </a:lnTo>
                    <a:lnTo>
                      <a:pt x="2863" y="598"/>
                    </a:lnTo>
                    <a:lnTo>
                      <a:pt x="2807" y="640"/>
                    </a:lnTo>
                    <a:lnTo>
                      <a:pt x="2766" y="696"/>
                    </a:lnTo>
                    <a:lnTo>
                      <a:pt x="2738" y="765"/>
                    </a:lnTo>
                    <a:lnTo>
                      <a:pt x="2724" y="848"/>
                    </a:lnTo>
                    <a:lnTo>
                      <a:pt x="2710" y="960"/>
                    </a:lnTo>
                    <a:lnTo>
                      <a:pt x="2696" y="1071"/>
                    </a:lnTo>
                    <a:lnTo>
                      <a:pt x="2710" y="1349"/>
                    </a:lnTo>
                    <a:lnTo>
                      <a:pt x="2752" y="1654"/>
                    </a:lnTo>
                    <a:lnTo>
                      <a:pt x="2821" y="2002"/>
                    </a:lnTo>
                    <a:lnTo>
                      <a:pt x="2891" y="2363"/>
                    </a:lnTo>
                    <a:lnTo>
                      <a:pt x="2988" y="2724"/>
                    </a:lnTo>
                    <a:lnTo>
                      <a:pt x="3182" y="3433"/>
                    </a:lnTo>
                    <a:lnTo>
                      <a:pt x="3377" y="4058"/>
                    </a:lnTo>
                    <a:lnTo>
                      <a:pt x="3571" y="4655"/>
                    </a:lnTo>
                    <a:lnTo>
                      <a:pt x="3127" y="4252"/>
                    </a:lnTo>
                    <a:lnTo>
                      <a:pt x="2654" y="3849"/>
                    </a:lnTo>
                    <a:lnTo>
                      <a:pt x="2127" y="3405"/>
                    </a:lnTo>
                    <a:lnTo>
                      <a:pt x="1849" y="3196"/>
                    </a:lnTo>
                    <a:lnTo>
                      <a:pt x="1571" y="3002"/>
                    </a:lnTo>
                    <a:lnTo>
                      <a:pt x="1307" y="2835"/>
                    </a:lnTo>
                    <a:lnTo>
                      <a:pt x="1071" y="2696"/>
                    </a:lnTo>
                    <a:lnTo>
                      <a:pt x="862" y="2613"/>
                    </a:lnTo>
                    <a:lnTo>
                      <a:pt x="765" y="2585"/>
                    </a:lnTo>
                    <a:lnTo>
                      <a:pt x="682" y="2571"/>
                    </a:lnTo>
                    <a:lnTo>
                      <a:pt x="612" y="2571"/>
                    </a:lnTo>
                    <a:lnTo>
                      <a:pt x="557" y="2599"/>
                    </a:lnTo>
                    <a:lnTo>
                      <a:pt x="501" y="2641"/>
                    </a:lnTo>
                    <a:lnTo>
                      <a:pt x="473" y="2696"/>
                    </a:lnTo>
                    <a:lnTo>
                      <a:pt x="445" y="2766"/>
                    </a:lnTo>
                    <a:lnTo>
                      <a:pt x="445" y="2849"/>
                    </a:lnTo>
                    <a:lnTo>
                      <a:pt x="445" y="2932"/>
                    </a:lnTo>
                    <a:lnTo>
                      <a:pt x="473" y="3030"/>
                    </a:lnTo>
                    <a:lnTo>
                      <a:pt x="543" y="3252"/>
                    </a:lnTo>
                    <a:lnTo>
                      <a:pt x="654" y="3502"/>
                    </a:lnTo>
                    <a:lnTo>
                      <a:pt x="793" y="3766"/>
                    </a:lnTo>
                    <a:lnTo>
                      <a:pt x="960" y="4044"/>
                    </a:lnTo>
                    <a:lnTo>
                      <a:pt x="1140" y="4322"/>
                    </a:lnTo>
                    <a:lnTo>
                      <a:pt x="1335" y="4613"/>
                    </a:lnTo>
                    <a:lnTo>
                      <a:pt x="1724" y="5127"/>
                    </a:lnTo>
                    <a:lnTo>
                      <a:pt x="2071" y="5572"/>
                    </a:lnTo>
                    <a:lnTo>
                      <a:pt x="2418" y="5989"/>
                    </a:lnTo>
                    <a:lnTo>
                      <a:pt x="2349" y="6017"/>
                    </a:lnTo>
                    <a:lnTo>
                      <a:pt x="2154" y="6114"/>
                    </a:lnTo>
                    <a:lnTo>
                      <a:pt x="2015" y="6197"/>
                    </a:lnTo>
                    <a:lnTo>
                      <a:pt x="1863" y="6295"/>
                    </a:lnTo>
                    <a:lnTo>
                      <a:pt x="1696" y="6420"/>
                    </a:lnTo>
                    <a:lnTo>
                      <a:pt x="1529" y="6558"/>
                    </a:lnTo>
                    <a:lnTo>
                      <a:pt x="1335" y="6725"/>
                    </a:lnTo>
                    <a:lnTo>
                      <a:pt x="1154" y="6920"/>
                    </a:lnTo>
                    <a:lnTo>
                      <a:pt x="960" y="7142"/>
                    </a:lnTo>
                    <a:lnTo>
                      <a:pt x="779" y="7406"/>
                    </a:lnTo>
                    <a:lnTo>
                      <a:pt x="598" y="7684"/>
                    </a:lnTo>
                    <a:lnTo>
                      <a:pt x="432" y="8003"/>
                    </a:lnTo>
                    <a:lnTo>
                      <a:pt x="279" y="8351"/>
                    </a:lnTo>
                    <a:lnTo>
                      <a:pt x="154" y="8726"/>
                    </a:lnTo>
                    <a:lnTo>
                      <a:pt x="98" y="8934"/>
                    </a:lnTo>
                    <a:lnTo>
                      <a:pt x="56" y="9129"/>
                    </a:lnTo>
                    <a:lnTo>
                      <a:pt x="29" y="9323"/>
                    </a:lnTo>
                    <a:lnTo>
                      <a:pt x="15" y="9518"/>
                    </a:lnTo>
                    <a:lnTo>
                      <a:pt x="1" y="9712"/>
                    </a:lnTo>
                    <a:lnTo>
                      <a:pt x="15" y="9907"/>
                    </a:lnTo>
                    <a:lnTo>
                      <a:pt x="29" y="10087"/>
                    </a:lnTo>
                    <a:lnTo>
                      <a:pt x="56" y="10268"/>
                    </a:lnTo>
                    <a:lnTo>
                      <a:pt x="126" y="10615"/>
                    </a:lnTo>
                    <a:lnTo>
                      <a:pt x="223" y="10949"/>
                    </a:lnTo>
                    <a:lnTo>
                      <a:pt x="334" y="11268"/>
                    </a:lnTo>
                    <a:lnTo>
                      <a:pt x="473" y="11546"/>
                    </a:lnTo>
                    <a:lnTo>
                      <a:pt x="612" y="11810"/>
                    </a:lnTo>
                    <a:lnTo>
                      <a:pt x="751" y="12046"/>
                    </a:lnTo>
                    <a:lnTo>
                      <a:pt x="890" y="12255"/>
                    </a:lnTo>
                    <a:lnTo>
                      <a:pt x="1015" y="12421"/>
                    </a:lnTo>
                    <a:lnTo>
                      <a:pt x="1210" y="12658"/>
                    </a:lnTo>
                    <a:lnTo>
                      <a:pt x="1293" y="12741"/>
                    </a:lnTo>
                    <a:lnTo>
                      <a:pt x="1418" y="12838"/>
                    </a:lnTo>
                    <a:lnTo>
                      <a:pt x="1543" y="12922"/>
                    </a:lnTo>
                    <a:lnTo>
                      <a:pt x="1696" y="12991"/>
                    </a:lnTo>
                    <a:lnTo>
                      <a:pt x="1835" y="13047"/>
                    </a:lnTo>
                    <a:lnTo>
                      <a:pt x="1988" y="13088"/>
                    </a:lnTo>
                    <a:lnTo>
                      <a:pt x="2140" y="13130"/>
                    </a:lnTo>
                    <a:lnTo>
                      <a:pt x="2307" y="13144"/>
                    </a:lnTo>
                    <a:lnTo>
                      <a:pt x="2474" y="13172"/>
                    </a:lnTo>
                    <a:lnTo>
                      <a:pt x="2807" y="13172"/>
                    </a:lnTo>
                    <a:lnTo>
                      <a:pt x="3155" y="13158"/>
                    </a:lnTo>
                    <a:lnTo>
                      <a:pt x="3488" y="13116"/>
                    </a:lnTo>
                    <a:lnTo>
                      <a:pt x="3835" y="13047"/>
                    </a:lnTo>
                    <a:lnTo>
                      <a:pt x="4169" y="12963"/>
                    </a:lnTo>
                    <a:lnTo>
                      <a:pt x="4502" y="12880"/>
                    </a:lnTo>
                    <a:lnTo>
                      <a:pt x="5100" y="12685"/>
                    </a:lnTo>
                    <a:lnTo>
                      <a:pt x="5600" y="12519"/>
                    </a:lnTo>
                    <a:lnTo>
                      <a:pt x="5947" y="12394"/>
                    </a:lnTo>
                    <a:lnTo>
                      <a:pt x="6100" y="12366"/>
                    </a:lnTo>
                    <a:lnTo>
                      <a:pt x="6253" y="12338"/>
                    </a:lnTo>
                    <a:lnTo>
                      <a:pt x="6545" y="12296"/>
                    </a:lnTo>
                    <a:lnTo>
                      <a:pt x="6822" y="12296"/>
                    </a:lnTo>
                    <a:lnTo>
                      <a:pt x="7100" y="12324"/>
                    </a:lnTo>
                    <a:lnTo>
                      <a:pt x="7364" y="12366"/>
                    </a:lnTo>
                    <a:lnTo>
                      <a:pt x="7614" y="12407"/>
                    </a:lnTo>
                    <a:lnTo>
                      <a:pt x="8101" y="12505"/>
                    </a:lnTo>
                    <a:lnTo>
                      <a:pt x="8309" y="12533"/>
                    </a:lnTo>
                    <a:lnTo>
                      <a:pt x="8517" y="12560"/>
                    </a:lnTo>
                    <a:lnTo>
                      <a:pt x="8712" y="12546"/>
                    </a:lnTo>
                    <a:lnTo>
                      <a:pt x="8795" y="12546"/>
                    </a:lnTo>
                    <a:lnTo>
                      <a:pt x="8879" y="12519"/>
                    </a:lnTo>
                    <a:lnTo>
                      <a:pt x="8962" y="12491"/>
                    </a:lnTo>
                    <a:lnTo>
                      <a:pt x="9045" y="12449"/>
                    </a:lnTo>
                    <a:lnTo>
                      <a:pt x="9115" y="12407"/>
                    </a:lnTo>
                    <a:lnTo>
                      <a:pt x="9170" y="12338"/>
                    </a:lnTo>
                    <a:lnTo>
                      <a:pt x="9240" y="12269"/>
                    </a:lnTo>
                    <a:lnTo>
                      <a:pt x="9295" y="12185"/>
                    </a:lnTo>
                    <a:lnTo>
                      <a:pt x="9351" y="12074"/>
                    </a:lnTo>
                    <a:lnTo>
                      <a:pt x="9393" y="11963"/>
                    </a:lnTo>
                    <a:lnTo>
                      <a:pt x="9420" y="11838"/>
                    </a:lnTo>
                    <a:lnTo>
                      <a:pt x="9434" y="11727"/>
                    </a:lnTo>
                    <a:lnTo>
                      <a:pt x="9434" y="11602"/>
                    </a:lnTo>
                    <a:lnTo>
                      <a:pt x="9406" y="11491"/>
                    </a:lnTo>
                    <a:lnTo>
                      <a:pt x="9351" y="11393"/>
                    </a:lnTo>
                    <a:lnTo>
                      <a:pt x="9295" y="11282"/>
                    </a:lnTo>
                    <a:lnTo>
                      <a:pt x="9212" y="11185"/>
                    </a:lnTo>
                    <a:lnTo>
                      <a:pt x="9129" y="11102"/>
                    </a:lnTo>
                    <a:lnTo>
                      <a:pt x="9017" y="11004"/>
                    </a:lnTo>
                    <a:lnTo>
                      <a:pt x="8906" y="10921"/>
                    </a:lnTo>
                    <a:lnTo>
                      <a:pt x="8642" y="10768"/>
                    </a:lnTo>
                    <a:lnTo>
                      <a:pt x="8364" y="10615"/>
                    </a:lnTo>
                    <a:lnTo>
                      <a:pt x="8059" y="10490"/>
                    </a:lnTo>
                    <a:lnTo>
                      <a:pt x="7753" y="10379"/>
                    </a:lnTo>
                    <a:lnTo>
                      <a:pt x="7448" y="10282"/>
                    </a:lnTo>
                    <a:lnTo>
                      <a:pt x="6892" y="10129"/>
                    </a:lnTo>
                    <a:lnTo>
                      <a:pt x="6489" y="10046"/>
                    </a:lnTo>
                    <a:lnTo>
                      <a:pt x="6322" y="10004"/>
                    </a:lnTo>
                    <a:lnTo>
                      <a:pt x="6364" y="9921"/>
                    </a:lnTo>
                    <a:lnTo>
                      <a:pt x="6503" y="9740"/>
                    </a:lnTo>
                    <a:lnTo>
                      <a:pt x="7017" y="9101"/>
                    </a:lnTo>
                    <a:lnTo>
                      <a:pt x="7767" y="8170"/>
                    </a:lnTo>
                    <a:lnTo>
                      <a:pt x="8170" y="7642"/>
                    </a:lnTo>
                    <a:lnTo>
                      <a:pt x="8587" y="7100"/>
                    </a:lnTo>
                    <a:lnTo>
                      <a:pt x="9004" y="6531"/>
                    </a:lnTo>
                    <a:lnTo>
                      <a:pt x="9379" y="5975"/>
                    </a:lnTo>
                    <a:lnTo>
                      <a:pt x="9726" y="5447"/>
                    </a:lnTo>
                    <a:lnTo>
                      <a:pt x="9879" y="5183"/>
                    </a:lnTo>
                    <a:lnTo>
                      <a:pt x="10018" y="4947"/>
                    </a:lnTo>
                    <a:lnTo>
                      <a:pt x="10143" y="4711"/>
                    </a:lnTo>
                    <a:lnTo>
                      <a:pt x="10240" y="4488"/>
                    </a:lnTo>
                    <a:lnTo>
                      <a:pt x="10323" y="4280"/>
                    </a:lnTo>
                    <a:lnTo>
                      <a:pt x="10379" y="4099"/>
                    </a:lnTo>
                    <a:lnTo>
                      <a:pt x="10407" y="3933"/>
                    </a:lnTo>
                    <a:lnTo>
                      <a:pt x="10407" y="3794"/>
                    </a:lnTo>
                    <a:lnTo>
                      <a:pt x="10393" y="3724"/>
                    </a:lnTo>
                    <a:lnTo>
                      <a:pt x="10379" y="3669"/>
                    </a:lnTo>
                    <a:lnTo>
                      <a:pt x="10351" y="3627"/>
                    </a:lnTo>
                    <a:lnTo>
                      <a:pt x="10323" y="3571"/>
                    </a:lnTo>
                    <a:lnTo>
                      <a:pt x="10268" y="3530"/>
                    </a:lnTo>
                    <a:lnTo>
                      <a:pt x="10198" y="3502"/>
                    </a:lnTo>
                    <a:lnTo>
                      <a:pt x="10115" y="3488"/>
                    </a:lnTo>
                    <a:lnTo>
                      <a:pt x="10018" y="3488"/>
                    </a:lnTo>
                    <a:lnTo>
                      <a:pt x="9907" y="3502"/>
                    </a:lnTo>
                    <a:lnTo>
                      <a:pt x="9795" y="3530"/>
                    </a:lnTo>
                    <a:lnTo>
                      <a:pt x="9545" y="3627"/>
                    </a:lnTo>
                    <a:lnTo>
                      <a:pt x="9268" y="3752"/>
                    </a:lnTo>
                    <a:lnTo>
                      <a:pt x="8976" y="3919"/>
                    </a:lnTo>
                    <a:lnTo>
                      <a:pt x="8684" y="4113"/>
                    </a:lnTo>
                    <a:lnTo>
                      <a:pt x="8378" y="4308"/>
                    </a:lnTo>
                    <a:lnTo>
                      <a:pt x="7795" y="4738"/>
                    </a:lnTo>
                    <a:lnTo>
                      <a:pt x="7309" y="5114"/>
                    </a:lnTo>
                    <a:lnTo>
                      <a:pt x="6850" y="5503"/>
                    </a:lnTo>
                    <a:lnTo>
                      <a:pt x="6864" y="5280"/>
                    </a:lnTo>
                    <a:lnTo>
                      <a:pt x="6920" y="4655"/>
                    </a:lnTo>
                    <a:lnTo>
                      <a:pt x="6975" y="3794"/>
                    </a:lnTo>
                    <a:lnTo>
                      <a:pt x="7003" y="3294"/>
                    </a:lnTo>
                    <a:lnTo>
                      <a:pt x="7017" y="2793"/>
                    </a:lnTo>
                    <a:lnTo>
                      <a:pt x="7031" y="2279"/>
                    </a:lnTo>
                    <a:lnTo>
                      <a:pt x="7017" y="1793"/>
                    </a:lnTo>
                    <a:lnTo>
                      <a:pt x="7003" y="1321"/>
                    </a:lnTo>
                    <a:lnTo>
                      <a:pt x="6961" y="904"/>
                    </a:lnTo>
                    <a:lnTo>
                      <a:pt x="6934" y="723"/>
                    </a:lnTo>
                    <a:lnTo>
                      <a:pt x="6892" y="543"/>
                    </a:lnTo>
                    <a:lnTo>
                      <a:pt x="6850" y="404"/>
                    </a:lnTo>
                    <a:lnTo>
                      <a:pt x="6808" y="265"/>
                    </a:lnTo>
                    <a:lnTo>
                      <a:pt x="6753" y="168"/>
                    </a:lnTo>
                    <a:lnTo>
                      <a:pt x="6683" y="84"/>
                    </a:lnTo>
                    <a:lnTo>
                      <a:pt x="6614" y="29"/>
                    </a:lnTo>
                    <a:lnTo>
                      <a:pt x="6531" y="1"/>
                    </a:lnTo>
                    <a:close/>
                  </a:path>
                </a:pathLst>
              </a:custGeom>
              <a:solidFill>
                <a:srgbClr val="8A49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1;p19">
                <a:extLst>
                  <a:ext uri="{FF2B5EF4-FFF2-40B4-BE49-F238E27FC236}">
                    <a16:creationId xmlns:a16="http://schemas.microsoft.com/office/drawing/2014/main" id="{B3643A7A-0B1C-D3CF-7A7C-C46EE91E0C82}"/>
                  </a:ext>
                </a:extLst>
              </p:cNvPr>
              <p:cNvSpPr/>
              <p:nvPr/>
            </p:nvSpPr>
            <p:spPr>
              <a:xfrm>
                <a:off x="3267650" y="1081425"/>
                <a:ext cx="131300" cy="129575"/>
              </a:xfrm>
              <a:custGeom>
                <a:avLst/>
                <a:gdLst/>
                <a:ahLst/>
                <a:cxnLst/>
                <a:rect l="l" t="t" r="r" b="b"/>
                <a:pathLst>
                  <a:path w="5252" h="5183" extrusionOk="0">
                    <a:moveTo>
                      <a:pt x="639" y="1"/>
                    </a:moveTo>
                    <a:lnTo>
                      <a:pt x="556" y="28"/>
                    </a:lnTo>
                    <a:lnTo>
                      <a:pt x="472" y="70"/>
                    </a:lnTo>
                    <a:lnTo>
                      <a:pt x="403" y="126"/>
                    </a:lnTo>
                    <a:lnTo>
                      <a:pt x="334" y="195"/>
                    </a:lnTo>
                    <a:lnTo>
                      <a:pt x="278" y="264"/>
                    </a:lnTo>
                    <a:lnTo>
                      <a:pt x="181" y="417"/>
                    </a:lnTo>
                    <a:lnTo>
                      <a:pt x="97" y="584"/>
                    </a:lnTo>
                    <a:lnTo>
                      <a:pt x="42" y="723"/>
                    </a:lnTo>
                    <a:lnTo>
                      <a:pt x="0" y="862"/>
                    </a:lnTo>
                    <a:lnTo>
                      <a:pt x="4154" y="5183"/>
                    </a:lnTo>
                    <a:lnTo>
                      <a:pt x="4307" y="5141"/>
                    </a:lnTo>
                    <a:lnTo>
                      <a:pt x="4460" y="5085"/>
                    </a:lnTo>
                    <a:lnTo>
                      <a:pt x="4640" y="5002"/>
                    </a:lnTo>
                    <a:lnTo>
                      <a:pt x="4821" y="4905"/>
                    </a:lnTo>
                    <a:lnTo>
                      <a:pt x="4918" y="4849"/>
                    </a:lnTo>
                    <a:lnTo>
                      <a:pt x="5002" y="4780"/>
                    </a:lnTo>
                    <a:lnTo>
                      <a:pt x="5071" y="4710"/>
                    </a:lnTo>
                    <a:lnTo>
                      <a:pt x="5140" y="4627"/>
                    </a:lnTo>
                    <a:lnTo>
                      <a:pt x="5196" y="4544"/>
                    </a:lnTo>
                    <a:lnTo>
                      <a:pt x="5238" y="4460"/>
                    </a:lnTo>
                    <a:lnTo>
                      <a:pt x="5252" y="4391"/>
                    </a:lnTo>
                    <a:lnTo>
                      <a:pt x="5238" y="4293"/>
                    </a:lnTo>
                    <a:lnTo>
                      <a:pt x="5210" y="4196"/>
                    </a:lnTo>
                    <a:lnTo>
                      <a:pt x="5168" y="4085"/>
                    </a:lnTo>
                    <a:lnTo>
                      <a:pt x="5099" y="3946"/>
                    </a:lnTo>
                    <a:lnTo>
                      <a:pt x="5015" y="3807"/>
                    </a:lnTo>
                    <a:lnTo>
                      <a:pt x="4807" y="3488"/>
                    </a:lnTo>
                    <a:lnTo>
                      <a:pt x="4557" y="3140"/>
                    </a:lnTo>
                    <a:lnTo>
                      <a:pt x="4265" y="2779"/>
                    </a:lnTo>
                    <a:lnTo>
                      <a:pt x="3932" y="2390"/>
                    </a:lnTo>
                    <a:lnTo>
                      <a:pt x="3571" y="2015"/>
                    </a:lnTo>
                    <a:lnTo>
                      <a:pt x="3182" y="1640"/>
                    </a:lnTo>
                    <a:lnTo>
                      <a:pt x="2793" y="1279"/>
                    </a:lnTo>
                    <a:lnTo>
                      <a:pt x="2404" y="931"/>
                    </a:lnTo>
                    <a:lnTo>
                      <a:pt x="2028" y="640"/>
                    </a:lnTo>
                    <a:lnTo>
                      <a:pt x="1667" y="390"/>
                    </a:lnTo>
                    <a:lnTo>
                      <a:pt x="1487" y="278"/>
                    </a:lnTo>
                    <a:lnTo>
                      <a:pt x="1320" y="195"/>
                    </a:lnTo>
                    <a:lnTo>
                      <a:pt x="1153" y="112"/>
                    </a:lnTo>
                    <a:lnTo>
                      <a:pt x="1014" y="56"/>
                    </a:lnTo>
                    <a:lnTo>
                      <a:pt x="861" y="14"/>
                    </a:lnTo>
                    <a:lnTo>
                      <a:pt x="736" y="1"/>
                    </a:lnTo>
                    <a:close/>
                  </a:path>
                </a:pathLst>
              </a:custGeom>
              <a:solidFill>
                <a:srgbClr val="3C4D8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82;p19">
                <a:extLst>
                  <a:ext uri="{FF2B5EF4-FFF2-40B4-BE49-F238E27FC236}">
                    <a16:creationId xmlns:a16="http://schemas.microsoft.com/office/drawing/2014/main" id="{4256C5EB-2D1E-3FA6-9632-29FDB7D4CBED}"/>
                  </a:ext>
                </a:extLst>
              </p:cNvPr>
              <p:cNvSpPr/>
              <p:nvPr/>
            </p:nvSpPr>
            <p:spPr>
              <a:xfrm>
                <a:off x="2690050" y="1095675"/>
                <a:ext cx="854425" cy="951700"/>
              </a:xfrm>
              <a:custGeom>
                <a:avLst/>
                <a:gdLst/>
                <a:ahLst/>
                <a:cxnLst/>
                <a:rect l="l" t="t" r="r" b="b"/>
                <a:pathLst>
                  <a:path w="34177" h="38068" extrusionOk="0">
                    <a:moveTo>
                      <a:pt x="23465" y="0"/>
                    </a:moveTo>
                    <a:lnTo>
                      <a:pt x="23326" y="14"/>
                    </a:lnTo>
                    <a:lnTo>
                      <a:pt x="23174" y="56"/>
                    </a:lnTo>
                    <a:lnTo>
                      <a:pt x="22979" y="111"/>
                    </a:lnTo>
                    <a:lnTo>
                      <a:pt x="22771" y="209"/>
                    </a:lnTo>
                    <a:lnTo>
                      <a:pt x="22534" y="334"/>
                    </a:lnTo>
                    <a:lnTo>
                      <a:pt x="22257" y="486"/>
                    </a:lnTo>
                    <a:lnTo>
                      <a:pt x="21979" y="667"/>
                    </a:lnTo>
                    <a:lnTo>
                      <a:pt x="21659" y="862"/>
                    </a:lnTo>
                    <a:lnTo>
                      <a:pt x="21326" y="1084"/>
                    </a:lnTo>
                    <a:lnTo>
                      <a:pt x="20603" y="1612"/>
                    </a:lnTo>
                    <a:lnTo>
                      <a:pt x="19811" y="2223"/>
                    </a:lnTo>
                    <a:lnTo>
                      <a:pt x="18950" y="2918"/>
                    </a:lnTo>
                    <a:lnTo>
                      <a:pt x="18033" y="3682"/>
                    </a:lnTo>
                    <a:lnTo>
                      <a:pt x="17061" y="4529"/>
                    </a:lnTo>
                    <a:lnTo>
                      <a:pt x="16046" y="5432"/>
                    </a:lnTo>
                    <a:lnTo>
                      <a:pt x="15004" y="6405"/>
                    </a:lnTo>
                    <a:lnTo>
                      <a:pt x="13949" y="7419"/>
                    </a:lnTo>
                    <a:lnTo>
                      <a:pt x="12865" y="8475"/>
                    </a:lnTo>
                    <a:lnTo>
                      <a:pt x="11781" y="9586"/>
                    </a:lnTo>
                    <a:lnTo>
                      <a:pt x="10684" y="10712"/>
                    </a:lnTo>
                    <a:lnTo>
                      <a:pt x="9614" y="11879"/>
                    </a:lnTo>
                    <a:lnTo>
                      <a:pt x="8544" y="13060"/>
                    </a:lnTo>
                    <a:lnTo>
                      <a:pt x="7502" y="14268"/>
                    </a:lnTo>
                    <a:lnTo>
                      <a:pt x="6502" y="15477"/>
                    </a:lnTo>
                    <a:lnTo>
                      <a:pt x="6016" y="16074"/>
                    </a:lnTo>
                    <a:lnTo>
                      <a:pt x="5543" y="16686"/>
                    </a:lnTo>
                    <a:lnTo>
                      <a:pt x="5071" y="17283"/>
                    </a:lnTo>
                    <a:lnTo>
                      <a:pt x="4626" y="17894"/>
                    </a:lnTo>
                    <a:lnTo>
                      <a:pt x="4196" y="18492"/>
                    </a:lnTo>
                    <a:lnTo>
                      <a:pt x="3779" y="19089"/>
                    </a:lnTo>
                    <a:lnTo>
                      <a:pt x="3376" y="19687"/>
                    </a:lnTo>
                    <a:lnTo>
                      <a:pt x="2987" y="20270"/>
                    </a:lnTo>
                    <a:lnTo>
                      <a:pt x="2612" y="20854"/>
                    </a:lnTo>
                    <a:lnTo>
                      <a:pt x="2265" y="21437"/>
                    </a:lnTo>
                    <a:lnTo>
                      <a:pt x="1945" y="22007"/>
                    </a:lnTo>
                    <a:lnTo>
                      <a:pt x="1639" y="22563"/>
                    </a:lnTo>
                    <a:lnTo>
                      <a:pt x="1362" y="23118"/>
                    </a:lnTo>
                    <a:lnTo>
                      <a:pt x="1098" y="23674"/>
                    </a:lnTo>
                    <a:lnTo>
                      <a:pt x="861" y="24202"/>
                    </a:lnTo>
                    <a:lnTo>
                      <a:pt x="653" y="24730"/>
                    </a:lnTo>
                    <a:lnTo>
                      <a:pt x="472" y="25244"/>
                    </a:lnTo>
                    <a:lnTo>
                      <a:pt x="320" y="25744"/>
                    </a:lnTo>
                    <a:lnTo>
                      <a:pt x="195" y="26230"/>
                    </a:lnTo>
                    <a:lnTo>
                      <a:pt x="97" y="26703"/>
                    </a:lnTo>
                    <a:lnTo>
                      <a:pt x="42" y="27161"/>
                    </a:lnTo>
                    <a:lnTo>
                      <a:pt x="0" y="27606"/>
                    </a:lnTo>
                    <a:lnTo>
                      <a:pt x="0" y="27814"/>
                    </a:lnTo>
                    <a:lnTo>
                      <a:pt x="0" y="28036"/>
                    </a:lnTo>
                    <a:lnTo>
                      <a:pt x="14" y="28245"/>
                    </a:lnTo>
                    <a:lnTo>
                      <a:pt x="42" y="28439"/>
                    </a:lnTo>
                    <a:lnTo>
                      <a:pt x="69" y="28648"/>
                    </a:lnTo>
                    <a:lnTo>
                      <a:pt x="111" y="28842"/>
                    </a:lnTo>
                    <a:lnTo>
                      <a:pt x="153" y="29023"/>
                    </a:lnTo>
                    <a:lnTo>
                      <a:pt x="208" y="29203"/>
                    </a:lnTo>
                    <a:lnTo>
                      <a:pt x="306" y="29454"/>
                    </a:lnTo>
                    <a:lnTo>
                      <a:pt x="431" y="29676"/>
                    </a:lnTo>
                    <a:lnTo>
                      <a:pt x="570" y="29912"/>
                    </a:lnTo>
                    <a:lnTo>
                      <a:pt x="722" y="30148"/>
                    </a:lnTo>
                    <a:lnTo>
                      <a:pt x="917" y="30370"/>
                    </a:lnTo>
                    <a:lnTo>
                      <a:pt x="1125" y="30593"/>
                    </a:lnTo>
                    <a:lnTo>
                      <a:pt x="1348" y="30815"/>
                    </a:lnTo>
                    <a:lnTo>
                      <a:pt x="1584" y="31023"/>
                    </a:lnTo>
                    <a:lnTo>
                      <a:pt x="1862" y="31232"/>
                    </a:lnTo>
                    <a:lnTo>
                      <a:pt x="2140" y="31440"/>
                    </a:lnTo>
                    <a:lnTo>
                      <a:pt x="2445" y="31649"/>
                    </a:lnTo>
                    <a:lnTo>
                      <a:pt x="2751" y="31857"/>
                    </a:lnTo>
                    <a:lnTo>
                      <a:pt x="3084" y="32052"/>
                    </a:lnTo>
                    <a:lnTo>
                      <a:pt x="3432" y="32246"/>
                    </a:lnTo>
                    <a:lnTo>
                      <a:pt x="3807" y="32441"/>
                    </a:lnTo>
                    <a:lnTo>
                      <a:pt x="4182" y="32635"/>
                    </a:lnTo>
                    <a:lnTo>
                      <a:pt x="4571" y="32816"/>
                    </a:lnTo>
                    <a:lnTo>
                      <a:pt x="4974" y="33010"/>
                    </a:lnTo>
                    <a:lnTo>
                      <a:pt x="5821" y="33358"/>
                    </a:lnTo>
                    <a:lnTo>
                      <a:pt x="6696" y="33705"/>
                    </a:lnTo>
                    <a:lnTo>
                      <a:pt x="7627" y="34038"/>
                    </a:lnTo>
                    <a:lnTo>
                      <a:pt x="8572" y="34358"/>
                    </a:lnTo>
                    <a:lnTo>
                      <a:pt x="9558" y="34663"/>
                    </a:lnTo>
                    <a:lnTo>
                      <a:pt x="10559" y="34955"/>
                    </a:lnTo>
                    <a:lnTo>
                      <a:pt x="11573" y="35233"/>
                    </a:lnTo>
                    <a:lnTo>
                      <a:pt x="12462" y="35469"/>
                    </a:lnTo>
                    <a:lnTo>
                      <a:pt x="13365" y="35692"/>
                    </a:lnTo>
                    <a:lnTo>
                      <a:pt x="14629" y="35983"/>
                    </a:lnTo>
                    <a:lnTo>
                      <a:pt x="15880" y="36261"/>
                    </a:lnTo>
                    <a:lnTo>
                      <a:pt x="16783" y="36456"/>
                    </a:lnTo>
                    <a:lnTo>
                      <a:pt x="17672" y="36636"/>
                    </a:lnTo>
                    <a:lnTo>
                      <a:pt x="19409" y="36970"/>
                    </a:lnTo>
                    <a:lnTo>
                      <a:pt x="21034" y="37261"/>
                    </a:lnTo>
                    <a:lnTo>
                      <a:pt x="22507" y="37512"/>
                    </a:lnTo>
                    <a:lnTo>
                      <a:pt x="23785" y="37706"/>
                    </a:lnTo>
                    <a:lnTo>
                      <a:pt x="24841" y="37873"/>
                    </a:lnTo>
                    <a:lnTo>
                      <a:pt x="25633" y="37984"/>
                    </a:lnTo>
                    <a:lnTo>
                      <a:pt x="26313" y="38067"/>
                    </a:lnTo>
                    <a:lnTo>
                      <a:pt x="34177" y="24383"/>
                    </a:lnTo>
                    <a:lnTo>
                      <a:pt x="32301" y="24396"/>
                    </a:lnTo>
                    <a:lnTo>
                      <a:pt x="30440" y="24396"/>
                    </a:lnTo>
                    <a:lnTo>
                      <a:pt x="28606" y="24369"/>
                    </a:lnTo>
                    <a:lnTo>
                      <a:pt x="26800" y="24327"/>
                    </a:lnTo>
                    <a:lnTo>
                      <a:pt x="25049" y="24244"/>
                    </a:lnTo>
                    <a:lnTo>
                      <a:pt x="23368" y="24160"/>
                    </a:lnTo>
                    <a:lnTo>
                      <a:pt x="21756" y="24063"/>
                    </a:lnTo>
                    <a:lnTo>
                      <a:pt x="20256" y="23952"/>
                    </a:lnTo>
                    <a:lnTo>
                      <a:pt x="19325" y="23869"/>
                    </a:lnTo>
                    <a:lnTo>
                      <a:pt x="18450" y="23785"/>
                    </a:lnTo>
                    <a:lnTo>
                      <a:pt x="17630" y="23702"/>
                    </a:lnTo>
                    <a:lnTo>
                      <a:pt x="16880" y="23618"/>
                    </a:lnTo>
                    <a:lnTo>
                      <a:pt x="15907" y="23507"/>
                    </a:lnTo>
                    <a:lnTo>
                      <a:pt x="15088" y="23382"/>
                    </a:lnTo>
                    <a:lnTo>
                      <a:pt x="14421" y="23271"/>
                    </a:lnTo>
                    <a:lnTo>
                      <a:pt x="13907" y="23174"/>
                    </a:lnTo>
                    <a:lnTo>
                      <a:pt x="13726" y="23118"/>
                    </a:lnTo>
                    <a:lnTo>
                      <a:pt x="13587" y="23077"/>
                    </a:lnTo>
                    <a:lnTo>
                      <a:pt x="13490" y="23035"/>
                    </a:lnTo>
                    <a:lnTo>
                      <a:pt x="13448" y="22993"/>
                    </a:lnTo>
                    <a:lnTo>
                      <a:pt x="13435" y="22938"/>
                    </a:lnTo>
                    <a:lnTo>
                      <a:pt x="13448" y="22854"/>
                    </a:lnTo>
                    <a:lnTo>
                      <a:pt x="13476" y="22771"/>
                    </a:lnTo>
                    <a:lnTo>
                      <a:pt x="13532" y="22660"/>
                    </a:lnTo>
                    <a:lnTo>
                      <a:pt x="13685" y="22396"/>
                    </a:lnTo>
                    <a:lnTo>
                      <a:pt x="13907" y="22062"/>
                    </a:lnTo>
                    <a:lnTo>
                      <a:pt x="14199" y="21673"/>
                    </a:lnTo>
                    <a:lnTo>
                      <a:pt x="14546" y="21243"/>
                    </a:lnTo>
                    <a:lnTo>
                      <a:pt x="14949" y="20743"/>
                    </a:lnTo>
                    <a:lnTo>
                      <a:pt x="15393" y="20215"/>
                    </a:lnTo>
                    <a:lnTo>
                      <a:pt x="16422" y="19034"/>
                    </a:lnTo>
                    <a:lnTo>
                      <a:pt x="17589" y="17714"/>
                    </a:lnTo>
                    <a:lnTo>
                      <a:pt x="20145" y="14824"/>
                    </a:lnTo>
                    <a:lnTo>
                      <a:pt x="21465" y="13324"/>
                    </a:lnTo>
                    <a:lnTo>
                      <a:pt x="22757" y="11823"/>
                    </a:lnTo>
                    <a:lnTo>
                      <a:pt x="23368" y="11087"/>
                    </a:lnTo>
                    <a:lnTo>
                      <a:pt x="23965" y="10378"/>
                    </a:lnTo>
                    <a:lnTo>
                      <a:pt x="24535" y="9670"/>
                    </a:lnTo>
                    <a:lnTo>
                      <a:pt x="25077" y="8989"/>
                    </a:lnTo>
                    <a:lnTo>
                      <a:pt x="25563" y="8336"/>
                    </a:lnTo>
                    <a:lnTo>
                      <a:pt x="26022" y="7711"/>
                    </a:lnTo>
                    <a:lnTo>
                      <a:pt x="26425" y="7113"/>
                    </a:lnTo>
                    <a:lnTo>
                      <a:pt x="26772" y="6572"/>
                    </a:lnTo>
                    <a:lnTo>
                      <a:pt x="27077" y="6071"/>
                    </a:lnTo>
                    <a:lnTo>
                      <a:pt x="27189" y="5835"/>
                    </a:lnTo>
                    <a:lnTo>
                      <a:pt x="27300" y="5613"/>
                    </a:lnTo>
                    <a:lnTo>
                      <a:pt x="27383" y="5391"/>
                    </a:lnTo>
                    <a:lnTo>
                      <a:pt x="27453" y="5196"/>
                    </a:lnTo>
                    <a:lnTo>
                      <a:pt x="27508" y="5016"/>
                    </a:lnTo>
                    <a:lnTo>
                      <a:pt x="27550" y="4849"/>
                    </a:lnTo>
                    <a:lnTo>
                      <a:pt x="27564" y="4696"/>
                    </a:lnTo>
                    <a:lnTo>
                      <a:pt x="27550" y="4529"/>
                    </a:lnTo>
                    <a:lnTo>
                      <a:pt x="27522" y="4363"/>
                    </a:lnTo>
                    <a:lnTo>
                      <a:pt x="27494" y="4182"/>
                    </a:lnTo>
                    <a:lnTo>
                      <a:pt x="27439" y="3987"/>
                    </a:lnTo>
                    <a:lnTo>
                      <a:pt x="27369" y="3793"/>
                    </a:lnTo>
                    <a:lnTo>
                      <a:pt x="27286" y="3598"/>
                    </a:lnTo>
                    <a:lnTo>
                      <a:pt x="27189" y="3390"/>
                    </a:lnTo>
                    <a:lnTo>
                      <a:pt x="27077" y="3182"/>
                    </a:lnTo>
                    <a:lnTo>
                      <a:pt x="26966" y="2973"/>
                    </a:lnTo>
                    <a:lnTo>
                      <a:pt x="26702" y="2556"/>
                    </a:lnTo>
                    <a:lnTo>
                      <a:pt x="26397" y="2154"/>
                    </a:lnTo>
                    <a:lnTo>
                      <a:pt x="26063" y="1751"/>
                    </a:lnTo>
                    <a:lnTo>
                      <a:pt x="25716" y="1376"/>
                    </a:lnTo>
                    <a:lnTo>
                      <a:pt x="25355" y="1028"/>
                    </a:lnTo>
                    <a:lnTo>
                      <a:pt x="25174" y="862"/>
                    </a:lnTo>
                    <a:lnTo>
                      <a:pt x="24994" y="709"/>
                    </a:lnTo>
                    <a:lnTo>
                      <a:pt x="24813" y="570"/>
                    </a:lnTo>
                    <a:lnTo>
                      <a:pt x="24632" y="445"/>
                    </a:lnTo>
                    <a:lnTo>
                      <a:pt x="24452" y="334"/>
                    </a:lnTo>
                    <a:lnTo>
                      <a:pt x="24271" y="236"/>
                    </a:lnTo>
                    <a:lnTo>
                      <a:pt x="24104" y="153"/>
                    </a:lnTo>
                    <a:lnTo>
                      <a:pt x="23938" y="83"/>
                    </a:lnTo>
                    <a:lnTo>
                      <a:pt x="23771" y="42"/>
                    </a:lnTo>
                    <a:lnTo>
                      <a:pt x="23618" y="14"/>
                    </a:lnTo>
                    <a:lnTo>
                      <a:pt x="2346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283;p19">
                <a:extLst>
                  <a:ext uri="{FF2B5EF4-FFF2-40B4-BE49-F238E27FC236}">
                    <a16:creationId xmlns:a16="http://schemas.microsoft.com/office/drawing/2014/main" id="{970A7DCE-9FD2-B210-DE29-74B035275FCC}"/>
                  </a:ext>
                </a:extLst>
              </p:cNvPr>
              <p:cNvSpPr/>
              <p:nvPr/>
            </p:nvSpPr>
            <p:spPr>
              <a:xfrm>
                <a:off x="3087025" y="1690300"/>
                <a:ext cx="109425" cy="321300"/>
              </a:xfrm>
              <a:custGeom>
                <a:avLst/>
                <a:gdLst/>
                <a:ahLst/>
                <a:cxnLst/>
                <a:rect l="l" t="t" r="r" b="b"/>
                <a:pathLst>
                  <a:path w="4377" h="12852" extrusionOk="0">
                    <a:moveTo>
                      <a:pt x="2571" y="0"/>
                    </a:moveTo>
                    <a:lnTo>
                      <a:pt x="2557" y="806"/>
                    </a:lnTo>
                    <a:lnTo>
                      <a:pt x="2515" y="1612"/>
                    </a:lnTo>
                    <a:lnTo>
                      <a:pt x="2460" y="2404"/>
                    </a:lnTo>
                    <a:lnTo>
                      <a:pt x="2390" y="3209"/>
                    </a:lnTo>
                    <a:lnTo>
                      <a:pt x="2293" y="4001"/>
                    </a:lnTo>
                    <a:lnTo>
                      <a:pt x="2182" y="4793"/>
                    </a:lnTo>
                    <a:lnTo>
                      <a:pt x="2043" y="5585"/>
                    </a:lnTo>
                    <a:lnTo>
                      <a:pt x="1890" y="6363"/>
                    </a:lnTo>
                    <a:lnTo>
                      <a:pt x="1723" y="7155"/>
                    </a:lnTo>
                    <a:lnTo>
                      <a:pt x="1529" y="7933"/>
                    </a:lnTo>
                    <a:lnTo>
                      <a:pt x="1321" y="8697"/>
                    </a:lnTo>
                    <a:lnTo>
                      <a:pt x="1098" y="9475"/>
                    </a:lnTo>
                    <a:lnTo>
                      <a:pt x="848" y="10225"/>
                    </a:lnTo>
                    <a:lnTo>
                      <a:pt x="584" y="10990"/>
                    </a:lnTo>
                    <a:lnTo>
                      <a:pt x="306" y="11740"/>
                    </a:lnTo>
                    <a:lnTo>
                      <a:pt x="1" y="12476"/>
                    </a:lnTo>
                    <a:lnTo>
                      <a:pt x="904" y="12671"/>
                    </a:lnTo>
                    <a:lnTo>
                      <a:pt x="1793" y="12851"/>
                    </a:lnTo>
                    <a:lnTo>
                      <a:pt x="2085" y="12087"/>
                    </a:lnTo>
                    <a:lnTo>
                      <a:pt x="2376" y="11323"/>
                    </a:lnTo>
                    <a:lnTo>
                      <a:pt x="2626" y="10559"/>
                    </a:lnTo>
                    <a:lnTo>
                      <a:pt x="2877" y="9781"/>
                    </a:lnTo>
                    <a:lnTo>
                      <a:pt x="3099" y="9003"/>
                    </a:lnTo>
                    <a:lnTo>
                      <a:pt x="3307" y="8211"/>
                    </a:lnTo>
                    <a:lnTo>
                      <a:pt x="3502" y="7419"/>
                    </a:lnTo>
                    <a:lnTo>
                      <a:pt x="3668" y="6627"/>
                    </a:lnTo>
                    <a:lnTo>
                      <a:pt x="3821" y="5835"/>
                    </a:lnTo>
                    <a:lnTo>
                      <a:pt x="3960" y="5029"/>
                    </a:lnTo>
                    <a:lnTo>
                      <a:pt x="4071" y="4224"/>
                    </a:lnTo>
                    <a:lnTo>
                      <a:pt x="4169" y="3418"/>
                    </a:lnTo>
                    <a:lnTo>
                      <a:pt x="4252" y="2612"/>
                    </a:lnTo>
                    <a:lnTo>
                      <a:pt x="4308" y="1792"/>
                    </a:lnTo>
                    <a:lnTo>
                      <a:pt x="4349" y="973"/>
                    </a:lnTo>
                    <a:lnTo>
                      <a:pt x="4377" y="167"/>
                    </a:lnTo>
                    <a:lnTo>
                      <a:pt x="3446" y="84"/>
                    </a:lnTo>
                    <a:lnTo>
                      <a:pt x="257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284;p19">
                <a:extLst>
                  <a:ext uri="{FF2B5EF4-FFF2-40B4-BE49-F238E27FC236}">
                    <a16:creationId xmlns:a16="http://schemas.microsoft.com/office/drawing/2014/main" id="{70DB9144-6EB5-E4C5-75B0-104AE5C2D0D7}"/>
                  </a:ext>
                </a:extLst>
              </p:cNvPr>
              <p:cNvSpPr/>
              <p:nvPr/>
            </p:nvSpPr>
            <p:spPr>
              <a:xfrm>
                <a:off x="2979350" y="1680225"/>
                <a:ext cx="132700" cy="307750"/>
              </a:xfrm>
              <a:custGeom>
                <a:avLst/>
                <a:gdLst/>
                <a:ahLst/>
                <a:cxnLst/>
                <a:rect l="l" t="t" r="r" b="b"/>
                <a:pathLst>
                  <a:path w="5308" h="12310" extrusionOk="0">
                    <a:moveTo>
                      <a:pt x="3516" y="0"/>
                    </a:moveTo>
                    <a:lnTo>
                      <a:pt x="3432" y="778"/>
                    </a:lnTo>
                    <a:lnTo>
                      <a:pt x="3335" y="1556"/>
                    </a:lnTo>
                    <a:lnTo>
                      <a:pt x="3210" y="2320"/>
                    </a:lnTo>
                    <a:lnTo>
                      <a:pt x="3071" y="3085"/>
                    </a:lnTo>
                    <a:lnTo>
                      <a:pt x="2918" y="3849"/>
                    </a:lnTo>
                    <a:lnTo>
                      <a:pt x="2738" y="4599"/>
                    </a:lnTo>
                    <a:lnTo>
                      <a:pt x="2543" y="5349"/>
                    </a:lnTo>
                    <a:lnTo>
                      <a:pt x="2335" y="6099"/>
                    </a:lnTo>
                    <a:lnTo>
                      <a:pt x="2099" y="6836"/>
                    </a:lnTo>
                    <a:lnTo>
                      <a:pt x="1849" y="7572"/>
                    </a:lnTo>
                    <a:lnTo>
                      <a:pt x="1585" y="8308"/>
                    </a:lnTo>
                    <a:lnTo>
                      <a:pt x="1307" y="9031"/>
                    </a:lnTo>
                    <a:lnTo>
                      <a:pt x="1001" y="9739"/>
                    </a:lnTo>
                    <a:lnTo>
                      <a:pt x="682" y="10448"/>
                    </a:lnTo>
                    <a:lnTo>
                      <a:pt x="348" y="11156"/>
                    </a:lnTo>
                    <a:lnTo>
                      <a:pt x="1" y="11851"/>
                    </a:lnTo>
                    <a:lnTo>
                      <a:pt x="890" y="12087"/>
                    </a:lnTo>
                    <a:lnTo>
                      <a:pt x="1793" y="12310"/>
                    </a:lnTo>
                    <a:lnTo>
                      <a:pt x="2140" y="11601"/>
                    </a:lnTo>
                    <a:lnTo>
                      <a:pt x="2474" y="10879"/>
                    </a:lnTo>
                    <a:lnTo>
                      <a:pt x="2779" y="10156"/>
                    </a:lnTo>
                    <a:lnTo>
                      <a:pt x="3085" y="9420"/>
                    </a:lnTo>
                    <a:lnTo>
                      <a:pt x="3363" y="8683"/>
                    </a:lnTo>
                    <a:lnTo>
                      <a:pt x="3627" y="7933"/>
                    </a:lnTo>
                    <a:lnTo>
                      <a:pt x="3877" y="7197"/>
                    </a:lnTo>
                    <a:lnTo>
                      <a:pt x="4099" y="6433"/>
                    </a:lnTo>
                    <a:lnTo>
                      <a:pt x="4322" y="5669"/>
                    </a:lnTo>
                    <a:lnTo>
                      <a:pt x="4516" y="4905"/>
                    </a:lnTo>
                    <a:lnTo>
                      <a:pt x="4683" y="4140"/>
                    </a:lnTo>
                    <a:lnTo>
                      <a:pt x="4850" y="3362"/>
                    </a:lnTo>
                    <a:lnTo>
                      <a:pt x="4988" y="2584"/>
                    </a:lnTo>
                    <a:lnTo>
                      <a:pt x="5114" y="1806"/>
                    </a:lnTo>
                    <a:lnTo>
                      <a:pt x="5211" y="1028"/>
                    </a:lnTo>
                    <a:lnTo>
                      <a:pt x="5308" y="236"/>
                    </a:lnTo>
                    <a:lnTo>
                      <a:pt x="4335" y="125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285;p19">
                <a:extLst>
                  <a:ext uri="{FF2B5EF4-FFF2-40B4-BE49-F238E27FC236}">
                    <a16:creationId xmlns:a16="http://schemas.microsoft.com/office/drawing/2014/main" id="{8D50144C-8B62-BE5D-7A18-30568DBCF50E}"/>
                  </a:ext>
                </a:extLst>
              </p:cNvPr>
              <p:cNvSpPr/>
              <p:nvPr/>
            </p:nvSpPr>
            <p:spPr>
              <a:xfrm>
                <a:off x="3248875" y="3152200"/>
                <a:ext cx="913150" cy="235150"/>
              </a:xfrm>
              <a:custGeom>
                <a:avLst/>
                <a:gdLst/>
                <a:ahLst/>
                <a:cxnLst/>
                <a:rect l="l" t="t" r="r" b="b"/>
                <a:pathLst>
                  <a:path w="36526" h="9406" extrusionOk="0">
                    <a:moveTo>
                      <a:pt x="35609" y="0"/>
                    </a:moveTo>
                    <a:lnTo>
                      <a:pt x="1098" y="653"/>
                    </a:lnTo>
                    <a:lnTo>
                      <a:pt x="876" y="1667"/>
                    </a:lnTo>
                    <a:lnTo>
                      <a:pt x="654" y="2696"/>
                    </a:lnTo>
                    <a:lnTo>
                      <a:pt x="418" y="3877"/>
                    </a:lnTo>
                    <a:lnTo>
                      <a:pt x="306" y="4488"/>
                    </a:lnTo>
                    <a:lnTo>
                      <a:pt x="209" y="5071"/>
                    </a:lnTo>
                    <a:lnTo>
                      <a:pt x="112" y="5627"/>
                    </a:lnTo>
                    <a:lnTo>
                      <a:pt x="56" y="6141"/>
                    </a:lnTo>
                    <a:lnTo>
                      <a:pt x="15" y="6558"/>
                    </a:lnTo>
                    <a:lnTo>
                      <a:pt x="1" y="6905"/>
                    </a:lnTo>
                    <a:lnTo>
                      <a:pt x="15" y="7030"/>
                    </a:lnTo>
                    <a:lnTo>
                      <a:pt x="43" y="7127"/>
                    </a:lnTo>
                    <a:lnTo>
                      <a:pt x="70" y="7197"/>
                    </a:lnTo>
                    <a:lnTo>
                      <a:pt x="84" y="7225"/>
                    </a:lnTo>
                    <a:lnTo>
                      <a:pt x="112" y="7239"/>
                    </a:lnTo>
                    <a:lnTo>
                      <a:pt x="848" y="7489"/>
                    </a:lnTo>
                    <a:lnTo>
                      <a:pt x="1612" y="7725"/>
                    </a:lnTo>
                    <a:lnTo>
                      <a:pt x="2363" y="7947"/>
                    </a:lnTo>
                    <a:lnTo>
                      <a:pt x="3127" y="8142"/>
                    </a:lnTo>
                    <a:lnTo>
                      <a:pt x="3891" y="8322"/>
                    </a:lnTo>
                    <a:lnTo>
                      <a:pt x="4655" y="8503"/>
                    </a:lnTo>
                    <a:lnTo>
                      <a:pt x="5419" y="8656"/>
                    </a:lnTo>
                    <a:lnTo>
                      <a:pt x="6197" y="8781"/>
                    </a:lnTo>
                    <a:lnTo>
                      <a:pt x="6961" y="8906"/>
                    </a:lnTo>
                    <a:lnTo>
                      <a:pt x="7739" y="9017"/>
                    </a:lnTo>
                    <a:lnTo>
                      <a:pt x="8517" y="9114"/>
                    </a:lnTo>
                    <a:lnTo>
                      <a:pt x="9281" y="9184"/>
                    </a:lnTo>
                    <a:lnTo>
                      <a:pt x="10059" y="9253"/>
                    </a:lnTo>
                    <a:lnTo>
                      <a:pt x="10824" y="9309"/>
                    </a:lnTo>
                    <a:lnTo>
                      <a:pt x="11588" y="9350"/>
                    </a:lnTo>
                    <a:lnTo>
                      <a:pt x="12352" y="9378"/>
                    </a:lnTo>
                    <a:lnTo>
                      <a:pt x="13116" y="9392"/>
                    </a:lnTo>
                    <a:lnTo>
                      <a:pt x="13880" y="9406"/>
                    </a:lnTo>
                    <a:lnTo>
                      <a:pt x="14630" y="9392"/>
                    </a:lnTo>
                    <a:lnTo>
                      <a:pt x="15380" y="9378"/>
                    </a:lnTo>
                    <a:lnTo>
                      <a:pt x="16131" y="9350"/>
                    </a:lnTo>
                    <a:lnTo>
                      <a:pt x="16867" y="9323"/>
                    </a:lnTo>
                    <a:lnTo>
                      <a:pt x="17603" y="9281"/>
                    </a:lnTo>
                    <a:lnTo>
                      <a:pt x="18340" y="9225"/>
                    </a:lnTo>
                    <a:lnTo>
                      <a:pt x="19062" y="9170"/>
                    </a:lnTo>
                    <a:lnTo>
                      <a:pt x="19771" y="9100"/>
                    </a:lnTo>
                    <a:lnTo>
                      <a:pt x="21174" y="8934"/>
                    </a:lnTo>
                    <a:lnTo>
                      <a:pt x="22535" y="8753"/>
                    </a:lnTo>
                    <a:lnTo>
                      <a:pt x="23869" y="8545"/>
                    </a:lnTo>
                    <a:lnTo>
                      <a:pt x="25147" y="8322"/>
                    </a:lnTo>
                    <a:lnTo>
                      <a:pt x="26384" y="8072"/>
                    </a:lnTo>
                    <a:lnTo>
                      <a:pt x="27578" y="7808"/>
                    </a:lnTo>
                    <a:lnTo>
                      <a:pt x="28704" y="7544"/>
                    </a:lnTo>
                    <a:lnTo>
                      <a:pt x="29774" y="7266"/>
                    </a:lnTo>
                    <a:lnTo>
                      <a:pt x="30774" y="6989"/>
                    </a:lnTo>
                    <a:lnTo>
                      <a:pt x="31719" y="6725"/>
                    </a:lnTo>
                    <a:lnTo>
                      <a:pt x="32580" y="6447"/>
                    </a:lnTo>
                    <a:lnTo>
                      <a:pt x="33372" y="6183"/>
                    </a:lnTo>
                    <a:lnTo>
                      <a:pt x="34080" y="5919"/>
                    </a:lnTo>
                    <a:lnTo>
                      <a:pt x="34706" y="5683"/>
                    </a:lnTo>
                    <a:lnTo>
                      <a:pt x="35247" y="5460"/>
                    </a:lnTo>
                    <a:lnTo>
                      <a:pt x="35692" y="5252"/>
                    </a:lnTo>
                    <a:lnTo>
                      <a:pt x="36053" y="5071"/>
                    </a:lnTo>
                    <a:lnTo>
                      <a:pt x="36303" y="4918"/>
                    </a:lnTo>
                    <a:lnTo>
                      <a:pt x="36387" y="4863"/>
                    </a:lnTo>
                    <a:lnTo>
                      <a:pt x="36442" y="4793"/>
                    </a:lnTo>
                    <a:lnTo>
                      <a:pt x="36484" y="4738"/>
                    </a:lnTo>
                    <a:lnTo>
                      <a:pt x="36512" y="4668"/>
                    </a:lnTo>
                    <a:lnTo>
                      <a:pt x="36526" y="4571"/>
                    </a:lnTo>
                    <a:lnTo>
                      <a:pt x="36526" y="4460"/>
                    </a:lnTo>
                    <a:lnTo>
                      <a:pt x="36526" y="4182"/>
                    </a:lnTo>
                    <a:lnTo>
                      <a:pt x="36498" y="3849"/>
                    </a:lnTo>
                    <a:lnTo>
                      <a:pt x="36442" y="3474"/>
                    </a:lnTo>
                    <a:lnTo>
                      <a:pt x="36359" y="3071"/>
                    </a:lnTo>
                    <a:lnTo>
                      <a:pt x="36178" y="2223"/>
                    </a:lnTo>
                    <a:lnTo>
                      <a:pt x="35984" y="1390"/>
                    </a:lnTo>
                    <a:lnTo>
                      <a:pt x="35789" y="681"/>
                    </a:lnTo>
                    <a:lnTo>
                      <a:pt x="35609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286;p19">
                <a:extLst>
                  <a:ext uri="{FF2B5EF4-FFF2-40B4-BE49-F238E27FC236}">
                    <a16:creationId xmlns:a16="http://schemas.microsoft.com/office/drawing/2014/main" id="{34D85F8C-D10D-D770-EE7C-6E16A1EB3615}"/>
                  </a:ext>
                </a:extLst>
              </p:cNvPr>
              <p:cNvSpPr/>
              <p:nvPr/>
            </p:nvSpPr>
            <p:spPr>
              <a:xfrm>
                <a:off x="3258600" y="1695150"/>
                <a:ext cx="905850" cy="1565100"/>
              </a:xfrm>
              <a:custGeom>
                <a:avLst/>
                <a:gdLst/>
                <a:ahLst/>
                <a:cxnLst/>
                <a:rect l="l" t="t" r="r" b="b"/>
                <a:pathLst>
                  <a:path w="36234" h="62604" extrusionOk="0">
                    <a:moveTo>
                      <a:pt x="11504" y="1"/>
                    </a:moveTo>
                    <a:lnTo>
                      <a:pt x="9823" y="84"/>
                    </a:lnTo>
                    <a:lnTo>
                      <a:pt x="8920" y="126"/>
                    </a:lnTo>
                    <a:lnTo>
                      <a:pt x="4613" y="362"/>
                    </a:lnTo>
                    <a:lnTo>
                      <a:pt x="3821" y="9642"/>
                    </a:lnTo>
                    <a:lnTo>
                      <a:pt x="3016" y="19159"/>
                    </a:lnTo>
                    <a:lnTo>
                      <a:pt x="2099" y="30079"/>
                    </a:lnTo>
                    <a:lnTo>
                      <a:pt x="1654" y="35637"/>
                    </a:lnTo>
                    <a:lnTo>
                      <a:pt x="1223" y="41013"/>
                    </a:lnTo>
                    <a:lnTo>
                      <a:pt x="834" y="46042"/>
                    </a:lnTo>
                    <a:lnTo>
                      <a:pt x="501" y="50558"/>
                    </a:lnTo>
                    <a:lnTo>
                      <a:pt x="237" y="54378"/>
                    </a:lnTo>
                    <a:lnTo>
                      <a:pt x="140" y="55976"/>
                    </a:lnTo>
                    <a:lnTo>
                      <a:pt x="70" y="57324"/>
                    </a:lnTo>
                    <a:lnTo>
                      <a:pt x="15" y="58421"/>
                    </a:lnTo>
                    <a:lnTo>
                      <a:pt x="1" y="59241"/>
                    </a:lnTo>
                    <a:lnTo>
                      <a:pt x="1" y="59533"/>
                    </a:lnTo>
                    <a:lnTo>
                      <a:pt x="15" y="59755"/>
                    </a:lnTo>
                    <a:lnTo>
                      <a:pt x="29" y="59894"/>
                    </a:lnTo>
                    <a:lnTo>
                      <a:pt x="43" y="59922"/>
                    </a:lnTo>
                    <a:lnTo>
                      <a:pt x="56" y="59936"/>
                    </a:lnTo>
                    <a:lnTo>
                      <a:pt x="959" y="60200"/>
                    </a:lnTo>
                    <a:lnTo>
                      <a:pt x="1849" y="60450"/>
                    </a:lnTo>
                    <a:lnTo>
                      <a:pt x="2738" y="60686"/>
                    </a:lnTo>
                    <a:lnTo>
                      <a:pt x="3627" y="60894"/>
                    </a:lnTo>
                    <a:lnTo>
                      <a:pt x="4502" y="61103"/>
                    </a:lnTo>
                    <a:lnTo>
                      <a:pt x="5377" y="61283"/>
                    </a:lnTo>
                    <a:lnTo>
                      <a:pt x="6253" y="61464"/>
                    </a:lnTo>
                    <a:lnTo>
                      <a:pt x="7114" y="61617"/>
                    </a:lnTo>
                    <a:lnTo>
                      <a:pt x="7962" y="61769"/>
                    </a:lnTo>
                    <a:lnTo>
                      <a:pt x="8809" y="61895"/>
                    </a:lnTo>
                    <a:lnTo>
                      <a:pt x="9656" y="62020"/>
                    </a:lnTo>
                    <a:lnTo>
                      <a:pt x="10476" y="62131"/>
                    </a:lnTo>
                    <a:lnTo>
                      <a:pt x="11310" y="62228"/>
                    </a:lnTo>
                    <a:lnTo>
                      <a:pt x="12116" y="62311"/>
                    </a:lnTo>
                    <a:lnTo>
                      <a:pt x="12921" y="62381"/>
                    </a:lnTo>
                    <a:lnTo>
                      <a:pt x="13727" y="62450"/>
                    </a:lnTo>
                    <a:lnTo>
                      <a:pt x="14505" y="62492"/>
                    </a:lnTo>
                    <a:lnTo>
                      <a:pt x="15283" y="62534"/>
                    </a:lnTo>
                    <a:lnTo>
                      <a:pt x="16047" y="62561"/>
                    </a:lnTo>
                    <a:lnTo>
                      <a:pt x="16811" y="62589"/>
                    </a:lnTo>
                    <a:lnTo>
                      <a:pt x="17562" y="62603"/>
                    </a:lnTo>
                    <a:lnTo>
                      <a:pt x="19020" y="62603"/>
                    </a:lnTo>
                    <a:lnTo>
                      <a:pt x="19743" y="62589"/>
                    </a:lnTo>
                    <a:lnTo>
                      <a:pt x="21132" y="62534"/>
                    </a:lnTo>
                    <a:lnTo>
                      <a:pt x="22480" y="62464"/>
                    </a:lnTo>
                    <a:lnTo>
                      <a:pt x="23786" y="62353"/>
                    </a:lnTo>
                    <a:lnTo>
                      <a:pt x="25036" y="62228"/>
                    </a:lnTo>
                    <a:lnTo>
                      <a:pt x="26231" y="62075"/>
                    </a:lnTo>
                    <a:lnTo>
                      <a:pt x="27370" y="61908"/>
                    </a:lnTo>
                    <a:lnTo>
                      <a:pt x="28440" y="61728"/>
                    </a:lnTo>
                    <a:lnTo>
                      <a:pt x="29468" y="61533"/>
                    </a:lnTo>
                    <a:lnTo>
                      <a:pt x="30413" y="61339"/>
                    </a:lnTo>
                    <a:lnTo>
                      <a:pt x="31316" y="61130"/>
                    </a:lnTo>
                    <a:lnTo>
                      <a:pt x="32135" y="60908"/>
                    </a:lnTo>
                    <a:lnTo>
                      <a:pt x="32886" y="60700"/>
                    </a:lnTo>
                    <a:lnTo>
                      <a:pt x="33580" y="60477"/>
                    </a:lnTo>
                    <a:lnTo>
                      <a:pt x="34192" y="60269"/>
                    </a:lnTo>
                    <a:lnTo>
                      <a:pt x="34719" y="60075"/>
                    </a:lnTo>
                    <a:lnTo>
                      <a:pt x="35178" y="59880"/>
                    </a:lnTo>
                    <a:lnTo>
                      <a:pt x="35567" y="59699"/>
                    </a:lnTo>
                    <a:lnTo>
                      <a:pt x="35859" y="59533"/>
                    </a:lnTo>
                    <a:lnTo>
                      <a:pt x="36067" y="59394"/>
                    </a:lnTo>
                    <a:lnTo>
                      <a:pt x="36150" y="59324"/>
                    </a:lnTo>
                    <a:lnTo>
                      <a:pt x="36192" y="59269"/>
                    </a:lnTo>
                    <a:lnTo>
                      <a:pt x="36206" y="59227"/>
                    </a:lnTo>
                    <a:lnTo>
                      <a:pt x="36220" y="59171"/>
                    </a:lnTo>
                    <a:lnTo>
                      <a:pt x="36234" y="59019"/>
                    </a:lnTo>
                    <a:lnTo>
                      <a:pt x="36220" y="58782"/>
                    </a:lnTo>
                    <a:lnTo>
                      <a:pt x="36192" y="58463"/>
                    </a:lnTo>
                    <a:lnTo>
                      <a:pt x="36095" y="57629"/>
                    </a:lnTo>
                    <a:lnTo>
                      <a:pt x="35928" y="56532"/>
                    </a:lnTo>
                    <a:lnTo>
                      <a:pt x="35720" y="55184"/>
                    </a:lnTo>
                    <a:lnTo>
                      <a:pt x="35456" y="53614"/>
                    </a:lnTo>
                    <a:lnTo>
                      <a:pt x="35150" y="51850"/>
                    </a:lnTo>
                    <a:lnTo>
                      <a:pt x="34803" y="49905"/>
                    </a:lnTo>
                    <a:lnTo>
                      <a:pt x="34011" y="45542"/>
                    </a:lnTo>
                    <a:lnTo>
                      <a:pt x="33094" y="40694"/>
                    </a:lnTo>
                    <a:lnTo>
                      <a:pt x="32108" y="35525"/>
                    </a:lnTo>
                    <a:lnTo>
                      <a:pt x="31066" y="30218"/>
                    </a:lnTo>
                    <a:lnTo>
                      <a:pt x="30038" y="24911"/>
                    </a:lnTo>
                    <a:lnTo>
                      <a:pt x="29023" y="19784"/>
                    </a:lnTo>
                    <a:lnTo>
                      <a:pt x="27203" y="10712"/>
                    </a:lnTo>
                    <a:lnTo>
                      <a:pt x="25425" y="1876"/>
                    </a:lnTo>
                    <a:lnTo>
                      <a:pt x="20688" y="626"/>
                    </a:lnTo>
                    <a:lnTo>
                      <a:pt x="19812" y="390"/>
                    </a:lnTo>
                    <a:lnTo>
                      <a:pt x="18326" y="1"/>
                    </a:lnTo>
                    <a:close/>
                  </a:path>
                </a:pathLst>
              </a:custGeom>
              <a:solidFill>
                <a:srgbClr val="3C4D8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287;p19">
                <a:extLst>
                  <a:ext uri="{FF2B5EF4-FFF2-40B4-BE49-F238E27FC236}">
                    <a16:creationId xmlns:a16="http://schemas.microsoft.com/office/drawing/2014/main" id="{B5E12FD9-0EC8-6555-C8A3-11444B720DAF}"/>
                  </a:ext>
                </a:extLst>
              </p:cNvPr>
              <p:cNvSpPr/>
              <p:nvPr/>
            </p:nvSpPr>
            <p:spPr>
              <a:xfrm>
                <a:off x="3745550" y="2021650"/>
                <a:ext cx="127500" cy="175425"/>
              </a:xfrm>
              <a:custGeom>
                <a:avLst/>
                <a:gdLst/>
                <a:ahLst/>
                <a:cxnLst/>
                <a:rect l="l" t="t" r="r" b="b"/>
                <a:pathLst>
                  <a:path w="5100" h="7017" extrusionOk="0">
                    <a:moveTo>
                      <a:pt x="2543" y="0"/>
                    </a:moveTo>
                    <a:lnTo>
                      <a:pt x="2418" y="14"/>
                    </a:lnTo>
                    <a:lnTo>
                      <a:pt x="2279" y="28"/>
                    </a:lnTo>
                    <a:lnTo>
                      <a:pt x="2154" y="42"/>
                    </a:lnTo>
                    <a:lnTo>
                      <a:pt x="2029" y="70"/>
                    </a:lnTo>
                    <a:lnTo>
                      <a:pt x="1904" y="111"/>
                    </a:lnTo>
                    <a:lnTo>
                      <a:pt x="1793" y="167"/>
                    </a:lnTo>
                    <a:lnTo>
                      <a:pt x="1557" y="278"/>
                    </a:lnTo>
                    <a:lnTo>
                      <a:pt x="1335" y="431"/>
                    </a:lnTo>
                    <a:lnTo>
                      <a:pt x="1126" y="598"/>
                    </a:lnTo>
                    <a:lnTo>
                      <a:pt x="918" y="806"/>
                    </a:lnTo>
                    <a:lnTo>
                      <a:pt x="737" y="1028"/>
                    </a:lnTo>
                    <a:lnTo>
                      <a:pt x="584" y="1278"/>
                    </a:lnTo>
                    <a:lnTo>
                      <a:pt x="432" y="1556"/>
                    </a:lnTo>
                    <a:lnTo>
                      <a:pt x="307" y="1834"/>
                    </a:lnTo>
                    <a:lnTo>
                      <a:pt x="195" y="2140"/>
                    </a:lnTo>
                    <a:lnTo>
                      <a:pt x="112" y="2473"/>
                    </a:lnTo>
                    <a:lnTo>
                      <a:pt x="43" y="2807"/>
                    </a:lnTo>
                    <a:lnTo>
                      <a:pt x="15" y="3154"/>
                    </a:lnTo>
                    <a:lnTo>
                      <a:pt x="1" y="3515"/>
                    </a:lnTo>
                    <a:lnTo>
                      <a:pt x="15" y="3862"/>
                    </a:lnTo>
                    <a:lnTo>
                      <a:pt x="43" y="4210"/>
                    </a:lnTo>
                    <a:lnTo>
                      <a:pt x="112" y="4557"/>
                    </a:lnTo>
                    <a:lnTo>
                      <a:pt x="195" y="4877"/>
                    </a:lnTo>
                    <a:lnTo>
                      <a:pt x="307" y="5182"/>
                    </a:lnTo>
                    <a:lnTo>
                      <a:pt x="432" y="5474"/>
                    </a:lnTo>
                    <a:lnTo>
                      <a:pt x="584" y="5738"/>
                    </a:lnTo>
                    <a:lnTo>
                      <a:pt x="737" y="5988"/>
                    </a:lnTo>
                    <a:lnTo>
                      <a:pt x="918" y="6210"/>
                    </a:lnTo>
                    <a:lnTo>
                      <a:pt x="1126" y="6419"/>
                    </a:lnTo>
                    <a:lnTo>
                      <a:pt x="1335" y="6586"/>
                    </a:lnTo>
                    <a:lnTo>
                      <a:pt x="1557" y="6738"/>
                    </a:lnTo>
                    <a:lnTo>
                      <a:pt x="1793" y="6850"/>
                    </a:lnTo>
                    <a:lnTo>
                      <a:pt x="1904" y="6905"/>
                    </a:lnTo>
                    <a:lnTo>
                      <a:pt x="2029" y="6947"/>
                    </a:lnTo>
                    <a:lnTo>
                      <a:pt x="2154" y="6975"/>
                    </a:lnTo>
                    <a:lnTo>
                      <a:pt x="2279" y="7002"/>
                    </a:lnTo>
                    <a:lnTo>
                      <a:pt x="2418" y="7016"/>
                    </a:lnTo>
                    <a:lnTo>
                      <a:pt x="2682" y="7016"/>
                    </a:lnTo>
                    <a:lnTo>
                      <a:pt x="2807" y="7002"/>
                    </a:lnTo>
                    <a:lnTo>
                      <a:pt x="2932" y="6975"/>
                    </a:lnTo>
                    <a:lnTo>
                      <a:pt x="3057" y="6947"/>
                    </a:lnTo>
                    <a:lnTo>
                      <a:pt x="3182" y="6905"/>
                    </a:lnTo>
                    <a:lnTo>
                      <a:pt x="3307" y="6850"/>
                    </a:lnTo>
                    <a:lnTo>
                      <a:pt x="3544" y="6738"/>
                    </a:lnTo>
                    <a:lnTo>
                      <a:pt x="3766" y="6586"/>
                    </a:lnTo>
                    <a:lnTo>
                      <a:pt x="3974" y="6419"/>
                    </a:lnTo>
                    <a:lnTo>
                      <a:pt x="4169" y="6210"/>
                    </a:lnTo>
                    <a:lnTo>
                      <a:pt x="4349" y="5988"/>
                    </a:lnTo>
                    <a:lnTo>
                      <a:pt x="4516" y="5738"/>
                    </a:lnTo>
                    <a:lnTo>
                      <a:pt x="4655" y="5474"/>
                    </a:lnTo>
                    <a:lnTo>
                      <a:pt x="4780" y="5182"/>
                    </a:lnTo>
                    <a:lnTo>
                      <a:pt x="4891" y="4877"/>
                    </a:lnTo>
                    <a:lnTo>
                      <a:pt x="4975" y="4557"/>
                    </a:lnTo>
                    <a:lnTo>
                      <a:pt x="5044" y="4210"/>
                    </a:lnTo>
                    <a:lnTo>
                      <a:pt x="5086" y="3862"/>
                    </a:lnTo>
                    <a:lnTo>
                      <a:pt x="5100" y="3515"/>
                    </a:lnTo>
                    <a:lnTo>
                      <a:pt x="5086" y="3154"/>
                    </a:lnTo>
                    <a:lnTo>
                      <a:pt x="5044" y="2807"/>
                    </a:lnTo>
                    <a:lnTo>
                      <a:pt x="4975" y="2473"/>
                    </a:lnTo>
                    <a:lnTo>
                      <a:pt x="4891" y="2140"/>
                    </a:lnTo>
                    <a:lnTo>
                      <a:pt x="4780" y="1834"/>
                    </a:lnTo>
                    <a:lnTo>
                      <a:pt x="4655" y="1556"/>
                    </a:lnTo>
                    <a:lnTo>
                      <a:pt x="4516" y="1278"/>
                    </a:lnTo>
                    <a:lnTo>
                      <a:pt x="4349" y="1028"/>
                    </a:lnTo>
                    <a:lnTo>
                      <a:pt x="4169" y="806"/>
                    </a:lnTo>
                    <a:lnTo>
                      <a:pt x="3974" y="598"/>
                    </a:lnTo>
                    <a:lnTo>
                      <a:pt x="3766" y="431"/>
                    </a:lnTo>
                    <a:lnTo>
                      <a:pt x="3544" y="278"/>
                    </a:lnTo>
                    <a:lnTo>
                      <a:pt x="3307" y="167"/>
                    </a:lnTo>
                    <a:lnTo>
                      <a:pt x="3182" y="111"/>
                    </a:lnTo>
                    <a:lnTo>
                      <a:pt x="3057" y="70"/>
                    </a:lnTo>
                    <a:lnTo>
                      <a:pt x="2932" y="42"/>
                    </a:lnTo>
                    <a:lnTo>
                      <a:pt x="2807" y="28"/>
                    </a:lnTo>
                    <a:lnTo>
                      <a:pt x="2682" y="14"/>
                    </a:lnTo>
                    <a:lnTo>
                      <a:pt x="254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288;p19">
                <a:extLst>
                  <a:ext uri="{FF2B5EF4-FFF2-40B4-BE49-F238E27FC236}">
                    <a16:creationId xmlns:a16="http://schemas.microsoft.com/office/drawing/2014/main" id="{5E038D4F-6FBD-E972-CF1A-8D12F65E7B37}"/>
                  </a:ext>
                </a:extLst>
              </p:cNvPr>
              <p:cNvSpPr/>
              <p:nvPr/>
            </p:nvSpPr>
            <p:spPr>
              <a:xfrm>
                <a:off x="3293350" y="886925"/>
                <a:ext cx="617900" cy="605750"/>
              </a:xfrm>
              <a:custGeom>
                <a:avLst/>
                <a:gdLst/>
                <a:ahLst/>
                <a:cxnLst/>
                <a:rect l="l" t="t" r="r" b="b"/>
                <a:pathLst>
                  <a:path w="24716" h="24230" extrusionOk="0">
                    <a:moveTo>
                      <a:pt x="5585" y="0"/>
                    </a:moveTo>
                    <a:lnTo>
                      <a:pt x="5293" y="14"/>
                    </a:lnTo>
                    <a:lnTo>
                      <a:pt x="5002" y="42"/>
                    </a:lnTo>
                    <a:lnTo>
                      <a:pt x="4710" y="84"/>
                    </a:lnTo>
                    <a:lnTo>
                      <a:pt x="4418" y="139"/>
                    </a:lnTo>
                    <a:lnTo>
                      <a:pt x="4140" y="209"/>
                    </a:lnTo>
                    <a:lnTo>
                      <a:pt x="3849" y="292"/>
                    </a:lnTo>
                    <a:lnTo>
                      <a:pt x="3585" y="389"/>
                    </a:lnTo>
                    <a:lnTo>
                      <a:pt x="3307" y="501"/>
                    </a:lnTo>
                    <a:lnTo>
                      <a:pt x="3043" y="626"/>
                    </a:lnTo>
                    <a:lnTo>
                      <a:pt x="2793" y="778"/>
                    </a:lnTo>
                    <a:lnTo>
                      <a:pt x="2543" y="931"/>
                    </a:lnTo>
                    <a:lnTo>
                      <a:pt x="2293" y="1084"/>
                    </a:lnTo>
                    <a:lnTo>
                      <a:pt x="2070" y="1265"/>
                    </a:lnTo>
                    <a:lnTo>
                      <a:pt x="1848" y="1459"/>
                    </a:lnTo>
                    <a:lnTo>
                      <a:pt x="1640" y="1668"/>
                    </a:lnTo>
                    <a:lnTo>
                      <a:pt x="1445" y="1876"/>
                    </a:lnTo>
                    <a:lnTo>
                      <a:pt x="1251" y="2112"/>
                    </a:lnTo>
                    <a:lnTo>
                      <a:pt x="1084" y="2348"/>
                    </a:lnTo>
                    <a:lnTo>
                      <a:pt x="931" y="2598"/>
                    </a:lnTo>
                    <a:lnTo>
                      <a:pt x="806" y="2862"/>
                    </a:lnTo>
                    <a:lnTo>
                      <a:pt x="695" y="3126"/>
                    </a:lnTo>
                    <a:lnTo>
                      <a:pt x="611" y="3404"/>
                    </a:lnTo>
                    <a:lnTo>
                      <a:pt x="556" y="3696"/>
                    </a:lnTo>
                    <a:lnTo>
                      <a:pt x="514" y="3974"/>
                    </a:lnTo>
                    <a:lnTo>
                      <a:pt x="514" y="4266"/>
                    </a:lnTo>
                    <a:lnTo>
                      <a:pt x="542" y="4557"/>
                    </a:lnTo>
                    <a:lnTo>
                      <a:pt x="598" y="4835"/>
                    </a:lnTo>
                    <a:lnTo>
                      <a:pt x="681" y="5113"/>
                    </a:lnTo>
                    <a:lnTo>
                      <a:pt x="723" y="5252"/>
                    </a:lnTo>
                    <a:lnTo>
                      <a:pt x="792" y="5377"/>
                    </a:lnTo>
                    <a:lnTo>
                      <a:pt x="862" y="5516"/>
                    </a:lnTo>
                    <a:lnTo>
                      <a:pt x="931" y="5641"/>
                    </a:lnTo>
                    <a:lnTo>
                      <a:pt x="806" y="5738"/>
                    </a:lnTo>
                    <a:lnTo>
                      <a:pt x="695" y="5849"/>
                    </a:lnTo>
                    <a:lnTo>
                      <a:pt x="584" y="5974"/>
                    </a:lnTo>
                    <a:lnTo>
                      <a:pt x="473" y="6099"/>
                    </a:lnTo>
                    <a:lnTo>
                      <a:pt x="389" y="6238"/>
                    </a:lnTo>
                    <a:lnTo>
                      <a:pt x="306" y="6377"/>
                    </a:lnTo>
                    <a:lnTo>
                      <a:pt x="222" y="6516"/>
                    </a:lnTo>
                    <a:lnTo>
                      <a:pt x="167" y="6669"/>
                    </a:lnTo>
                    <a:lnTo>
                      <a:pt x="111" y="6822"/>
                    </a:lnTo>
                    <a:lnTo>
                      <a:pt x="70" y="6975"/>
                    </a:lnTo>
                    <a:lnTo>
                      <a:pt x="28" y="7128"/>
                    </a:lnTo>
                    <a:lnTo>
                      <a:pt x="14" y="7294"/>
                    </a:lnTo>
                    <a:lnTo>
                      <a:pt x="0" y="7447"/>
                    </a:lnTo>
                    <a:lnTo>
                      <a:pt x="0" y="7614"/>
                    </a:lnTo>
                    <a:lnTo>
                      <a:pt x="0" y="7781"/>
                    </a:lnTo>
                    <a:lnTo>
                      <a:pt x="14" y="7933"/>
                    </a:lnTo>
                    <a:lnTo>
                      <a:pt x="42" y="8100"/>
                    </a:lnTo>
                    <a:lnTo>
                      <a:pt x="84" y="8253"/>
                    </a:lnTo>
                    <a:lnTo>
                      <a:pt x="139" y="8420"/>
                    </a:lnTo>
                    <a:lnTo>
                      <a:pt x="195" y="8572"/>
                    </a:lnTo>
                    <a:lnTo>
                      <a:pt x="264" y="8711"/>
                    </a:lnTo>
                    <a:lnTo>
                      <a:pt x="347" y="8864"/>
                    </a:lnTo>
                    <a:lnTo>
                      <a:pt x="445" y="9003"/>
                    </a:lnTo>
                    <a:lnTo>
                      <a:pt x="542" y="9142"/>
                    </a:lnTo>
                    <a:lnTo>
                      <a:pt x="639" y="9267"/>
                    </a:lnTo>
                    <a:lnTo>
                      <a:pt x="764" y="9378"/>
                    </a:lnTo>
                    <a:lnTo>
                      <a:pt x="889" y="9503"/>
                    </a:lnTo>
                    <a:lnTo>
                      <a:pt x="1014" y="9601"/>
                    </a:lnTo>
                    <a:lnTo>
                      <a:pt x="1153" y="9698"/>
                    </a:lnTo>
                    <a:lnTo>
                      <a:pt x="1292" y="9795"/>
                    </a:lnTo>
                    <a:lnTo>
                      <a:pt x="1445" y="9864"/>
                    </a:lnTo>
                    <a:lnTo>
                      <a:pt x="1598" y="9934"/>
                    </a:lnTo>
                    <a:lnTo>
                      <a:pt x="1473" y="10073"/>
                    </a:lnTo>
                    <a:lnTo>
                      <a:pt x="1376" y="10212"/>
                    </a:lnTo>
                    <a:lnTo>
                      <a:pt x="1278" y="10351"/>
                    </a:lnTo>
                    <a:lnTo>
                      <a:pt x="1181" y="10504"/>
                    </a:lnTo>
                    <a:lnTo>
                      <a:pt x="1112" y="10670"/>
                    </a:lnTo>
                    <a:lnTo>
                      <a:pt x="1042" y="10823"/>
                    </a:lnTo>
                    <a:lnTo>
                      <a:pt x="987" y="10990"/>
                    </a:lnTo>
                    <a:lnTo>
                      <a:pt x="931" y="11170"/>
                    </a:lnTo>
                    <a:lnTo>
                      <a:pt x="889" y="11337"/>
                    </a:lnTo>
                    <a:lnTo>
                      <a:pt x="862" y="11518"/>
                    </a:lnTo>
                    <a:lnTo>
                      <a:pt x="848" y="11684"/>
                    </a:lnTo>
                    <a:lnTo>
                      <a:pt x="834" y="11865"/>
                    </a:lnTo>
                    <a:lnTo>
                      <a:pt x="834" y="12032"/>
                    </a:lnTo>
                    <a:lnTo>
                      <a:pt x="848" y="12212"/>
                    </a:lnTo>
                    <a:lnTo>
                      <a:pt x="862" y="12393"/>
                    </a:lnTo>
                    <a:lnTo>
                      <a:pt x="903" y="12560"/>
                    </a:lnTo>
                    <a:lnTo>
                      <a:pt x="945" y="12726"/>
                    </a:lnTo>
                    <a:lnTo>
                      <a:pt x="987" y="12893"/>
                    </a:lnTo>
                    <a:lnTo>
                      <a:pt x="1056" y="13060"/>
                    </a:lnTo>
                    <a:lnTo>
                      <a:pt x="1125" y="13213"/>
                    </a:lnTo>
                    <a:lnTo>
                      <a:pt x="1209" y="13366"/>
                    </a:lnTo>
                    <a:lnTo>
                      <a:pt x="1306" y="13518"/>
                    </a:lnTo>
                    <a:lnTo>
                      <a:pt x="1403" y="13657"/>
                    </a:lnTo>
                    <a:lnTo>
                      <a:pt x="1514" y="13796"/>
                    </a:lnTo>
                    <a:lnTo>
                      <a:pt x="1626" y="13935"/>
                    </a:lnTo>
                    <a:lnTo>
                      <a:pt x="1751" y="14060"/>
                    </a:lnTo>
                    <a:lnTo>
                      <a:pt x="1876" y="14185"/>
                    </a:lnTo>
                    <a:lnTo>
                      <a:pt x="2015" y="14296"/>
                    </a:lnTo>
                    <a:lnTo>
                      <a:pt x="2154" y="14394"/>
                    </a:lnTo>
                    <a:lnTo>
                      <a:pt x="2306" y="14491"/>
                    </a:lnTo>
                    <a:lnTo>
                      <a:pt x="2459" y="14574"/>
                    </a:lnTo>
                    <a:lnTo>
                      <a:pt x="2626" y="14658"/>
                    </a:lnTo>
                    <a:lnTo>
                      <a:pt x="2501" y="14797"/>
                    </a:lnTo>
                    <a:lnTo>
                      <a:pt x="2390" y="14949"/>
                    </a:lnTo>
                    <a:lnTo>
                      <a:pt x="2293" y="15102"/>
                    </a:lnTo>
                    <a:lnTo>
                      <a:pt x="2223" y="15269"/>
                    </a:lnTo>
                    <a:lnTo>
                      <a:pt x="2167" y="15450"/>
                    </a:lnTo>
                    <a:lnTo>
                      <a:pt x="2112" y="15630"/>
                    </a:lnTo>
                    <a:lnTo>
                      <a:pt x="2098" y="15811"/>
                    </a:lnTo>
                    <a:lnTo>
                      <a:pt x="2084" y="16005"/>
                    </a:lnTo>
                    <a:lnTo>
                      <a:pt x="2084" y="16200"/>
                    </a:lnTo>
                    <a:lnTo>
                      <a:pt x="2098" y="16394"/>
                    </a:lnTo>
                    <a:lnTo>
                      <a:pt x="2112" y="16589"/>
                    </a:lnTo>
                    <a:lnTo>
                      <a:pt x="2154" y="16783"/>
                    </a:lnTo>
                    <a:lnTo>
                      <a:pt x="2209" y="16964"/>
                    </a:lnTo>
                    <a:lnTo>
                      <a:pt x="2265" y="17158"/>
                    </a:lnTo>
                    <a:lnTo>
                      <a:pt x="2334" y="17339"/>
                    </a:lnTo>
                    <a:lnTo>
                      <a:pt x="2404" y="17520"/>
                    </a:lnTo>
                    <a:lnTo>
                      <a:pt x="2529" y="17770"/>
                    </a:lnTo>
                    <a:lnTo>
                      <a:pt x="2654" y="18006"/>
                    </a:lnTo>
                    <a:lnTo>
                      <a:pt x="2807" y="18242"/>
                    </a:lnTo>
                    <a:lnTo>
                      <a:pt x="2959" y="18478"/>
                    </a:lnTo>
                    <a:lnTo>
                      <a:pt x="3126" y="18701"/>
                    </a:lnTo>
                    <a:lnTo>
                      <a:pt x="3307" y="18909"/>
                    </a:lnTo>
                    <a:lnTo>
                      <a:pt x="3487" y="19117"/>
                    </a:lnTo>
                    <a:lnTo>
                      <a:pt x="3682" y="19312"/>
                    </a:lnTo>
                    <a:lnTo>
                      <a:pt x="3890" y="19506"/>
                    </a:lnTo>
                    <a:lnTo>
                      <a:pt x="4099" y="19701"/>
                    </a:lnTo>
                    <a:lnTo>
                      <a:pt x="4321" y="19881"/>
                    </a:lnTo>
                    <a:lnTo>
                      <a:pt x="4543" y="20048"/>
                    </a:lnTo>
                    <a:lnTo>
                      <a:pt x="4779" y="20215"/>
                    </a:lnTo>
                    <a:lnTo>
                      <a:pt x="5016" y="20368"/>
                    </a:lnTo>
                    <a:lnTo>
                      <a:pt x="5252" y="20521"/>
                    </a:lnTo>
                    <a:lnTo>
                      <a:pt x="5488" y="20659"/>
                    </a:lnTo>
                    <a:lnTo>
                      <a:pt x="5988" y="20923"/>
                    </a:lnTo>
                    <a:lnTo>
                      <a:pt x="6502" y="21173"/>
                    </a:lnTo>
                    <a:lnTo>
                      <a:pt x="7030" y="21382"/>
                    </a:lnTo>
                    <a:lnTo>
                      <a:pt x="7558" y="21590"/>
                    </a:lnTo>
                    <a:lnTo>
                      <a:pt x="8086" y="21771"/>
                    </a:lnTo>
                    <a:lnTo>
                      <a:pt x="8628" y="21951"/>
                    </a:lnTo>
                    <a:lnTo>
                      <a:pt x="9183" y="22104"/>
                    </a:lnTo>
                    <a:lnTo>
                      <a:pt x="9725" y="22271"/>
                    </a:lnTo>
                    <a:lnTo>
                      <a:pt x="10267" y="22410"/>
                    </a:lnTo>
                    <a:lnTo>
                      <a:pt x="10823" y="22549"/>
                    </a:lnTo>
                    <a:lnTo>
                      <a:pt x="11365" y="22674"/>
                    </a:lnTo>
                    <a:lnTo>
                      <a:pt x="11920" y="22785"/>
                    </a:lnTo>
                    <a:lnTo>
                      <a:pt x="13018" y="23007"/>
                    </a:lnTo>
                    <a:lnTo>
                      <a:pt x="14115" y="23216"/>
                    </a:lnTo>
                    <a:lnTo>
                      <a:pt x="15227" y="23424"/>
                    </a:lnTo>
                    <a:lnTo>
                      <a:pt x="16324" y="23633"/>
                    </a:lnTo>
                    <a:lnTo>
                      <a:pt x="17422" y="23869"/>
                    </a:lnTo>
                    <a:lnTo>
                      <a:pt x="17964" y="23994"/>
                    </a:lnTo>
                    <a:lnTo>
                      <a:pt x="18520" y="24147"/>
                    </a:lnTo>
                    <a:lnTo>
                      <a:pt x="18700" y="24174"/>
                    </a:lnTo>
                    <a:lnTo>
                      <a:pt x="18881" y="24202"/>
                    </a:lnTo>
                    <a:lnTo>
                      <a:pt x="19061" y="24216"/>
                    </a:lnTo>
                    <a:lnTo>
                      <a:pt x="19242" y="24230"/>
                    </a:lnTo>
                    <a:lnTo>
                      <a:pt x="19423" y="24216"/>
                    </a:lnTo>
                    <a:lnTo>
                      <a:pt x="19603" y="24188"/>
                    </a:lnTo>
                    <a:lnTo>
                      <a:pt x="19784" y="24161"/>
                    </a:lnTo>
                    <a:lnTo>
                      <a:pt x="19964" y="24105"/>
                    </a:lnTo>
                    <a:lnTo>
                      <a:pt x="20131" y="24049"/>
                    </a:lnTo>
                    <a:lnTo>
                      <a:pt x="20298" y="23980"/>
                    </a:lnTo>
                    <a:lnTo>
                      <a:pt x="20465" y="23897"/>
                    </a:lnTo>
                    <a:lnTo>
                      <a:pt x="20617" y="23799"/>
                    </a:lnTo>
                    <a:lnTo>
                      <a:pt x="20770" y="23702"/>
                    </a:lnTo>
                    <a:lnTo>
                      <a:pt x="20909" y="23591"/>
                    </a:lnTo>
                    <a:lnTo>
                      <a:pt x="21048" y="23466"/>
                    </a:lnTo>
                    <a:lnTo>
                      <a:pt x="21159" y="23341"/>
                    </a:lnTo>
                    <a:lnTo>
                      <a:pt x="21270" y="23202"/>
                    </a:lnTo>
                    <a:lnTo>
                      <a:pt x="21381" y="23049"/>
                    </a:lnTo>
                    <a:lnTo>
                      <a:pt x="21465" y="22896"/>
                    </a:lnTo>
                    <a:lnTo>
                      <a:pt x="21534" y="22730"/>
                    </a:lnTo>
                    <a:lnTo>
                      <a:pt x="21604" y="22563"/>
                    </a:lnTo>
                    <a:lnTo>
                      <a:pt x="21659" y="22396"/>
                    </a:lnTo>
                    <a:lnTo>
                      <a:pt x="21701" y="22229"/>
                    </a:lnTo>
                    <a:lnTo>
                      <a:pt x="21729" y="22049"/>
                    </a:lnTo>
                    <a:lnTo>
                      <a:pt x="21743" y="21882"/>
                    </a:lnTo>
                    <a:lnTo>
                      <a:pt x="21743" y="21701"/>
                    </a:lnTo>
                    <a:lnTo>
                      <a:pt x="21743" y="21521"/>
                    </a:lnTo>
                    <a:lnTo>
                      <a:pt x="21715" y="21340"/>
                    </a:lnTo>
                    <a:lnTo>
                      <a:pt x="21687" y="21173"/>
                    </a:lnTo>
                    <a:lnTo>
                      <a:pt x="21632" y="21007"/>
                    </a:lnTo>
                    <a:lnTo>
                      <a:pt x="21576" y="20840"/>
                    </a:lnTo>
                    <a:lnTo>
                      <a:pt x="21507" y="20673"/>
                    </a:lnTo>
                    <a:lnTo>
                      <a:pt x="21771" y="20534"/>
                    </a:lnTo>
                    <a:lnTo>
                      <a:pt x="22034" y="20382"/>
                    </a:lnTo>
                    <a:lnTo>
                      <a:pt x="22285" y="20229"/>
                    </a:lnTo>
                    <a:lnTo>
                      <a:pt x="22535" y="20048"/>
                    </a:lnTo>
                    <a:lnTo>
                      <a:pt x="22771" y="19854"/>
                    </a:lnTo>
                    <a:lnTo>
                      <a:pt x="22993" y="19659"/>
                    </a:lnTo>
                    <a:lnTo>
                      <a:pt x="23201" y="19451"/>
                    </a:lnTo>
                    <a:lnTo>
                      <a:pt x="23410" y="19228"/>
                    </a:lnTo>
                    <a:lnTo>
                      <a:pt x="23590" y="18992"/>
                    </a:lnTo>
                    <a:lnTo>
                      <a:pt x="23771" y="18742"/>
                    </a:lnTo>
                    <a:lnTo>
                      <a:pt x="23938" y="18492"/>
                    </a:lnTo>
                    <a:lnTo>
                      <a:pt x="24077" y="18242"/>
                    </a:lnTo>
                    <a:lnTo>
                      <a:pt x="24216" y="17978"/>
                    </a:lnTo>
                    <a:lnTo>
                      <a:pt x="24327" y="17700"/>
                    </a:lnTo>
                    <a:lnTo>
                      <a:pt x="24438" y="17422"/>
                    </a:lnTo>
                    <a:lnTo>
                      <a:pt x="24521" y="17144"/>
                    </a:lnTo>
                    <a:lnTo>
                      <a:pt x="24591" y="16853"/>
                    </a:lnTo>
                    <a:lnTo>
                      <a:pt x="24646" y="16561"/>
                    </a:lnTo>
                    <a:lnTo>
                      <a:pt x="24688" y="16269"/>
                    </a:lnTo>
                    <a:lnTo>
                      <a:pt x="24702" y="15977"/>
                    </a:lnTo>
                    <a:lnTo>
                      <a:pt x="24716" y="15686"/>
                    </a:lnTo>
                    <a:lnTo>
                      <a:pt x="24702" y="15380"/>
                    </a:lnTo>
                    <a:lnTo>
                      <a:pt x="24674" y="15088"/>
                    </a:lnTo>
                    <a:lnTo>
                      <a:pt x="24632" y="14797"/>
                    </a:lnTo>
                    <a:lnTo>
                      <a:pt x="24563" y="14505"/>
                    </a:lnTo>
                    <a:lnTo>
                      <a:pt x="24494" y="14227"/>
                    </a:lnTo>
                    <a:lnTo>
                      <a:pt x="24396" y="13935"/>
                    </a:lnTo>
                    <a:lnTo>
                      <a:pt x="24299" y="13671"/>
                    </a:lnTo>
                    <a:lnTo>
                      <a:pt x="24174" y="13393"/>
                    </a:lnTo>
                    <a:lnTo>
                      <a:pt x="24035" y="13129"/>
                    </a:lnTo>
                    <a:lnTo>
                      <a:pt x="23896" y="12865"/>
                    </a:lnTo>
                    <a:lnTo>
                      <a:pt x="23729" y="12629"/>
                    </a:lnTo>
                    <a:lnTo>
                      <a:pt x="23868" y="12546"/>
                    </a:lnTo>
                    <a:lnTo>
                      <a:pt x="24007" y="12449"/>
                    </a:lnTo>
                    <a:lnTo>
                      <a:pt x="24132" y="12337"/>
                    </a:lnTo>
                    <a:lnTo>
                      <a:pt x="24243" y="12212"/>
                    </a:lnTo>
                    <a:lnTo>
                      <a:pt x="24341" y="12087"/>
                    </a:lnTo>
                    <a:lnTo>
                      <a:pt x="24424" y="11948"/>
                    </a:lnTo>
                    <a:lnTo>
                      <a:pt x="24507" y="11810"/>
                    </a:lnTo>
                    <a:lnTo>
                      <a:pt x="24577" y="11657"/>
                    </a:lnTo>
                    <a:lnTo>
                      <a:pt x="24619" y="11504"/>
                    </a:lnTo>
                    <a:lnTo>
                      <a:pt x="24660" y="11351"/>
                    </a:lnTo>
                    <a:lnTo>
                      <a:pt x="24688" y="11184"/>
                    </a:lnTo>
                    <a:lnTo>
                      <a:pt x="24716" y="11018"/>
                    </a:lnTo>
                    <a:lnTo>
                      <a:pt x="24716" y="10851"/>
                    </a:lnTo>
                    <a:lnTo>
                      <a:pt x="24716" y="10684"/>
                    </a:lnTo>
                    <a:lnTo>
                      <a:pt x="24702" y="10517"/>
                    </a:lnTo>
                    <a:lnTo>
                      <a:pt x="24674" y="10351"/>
                    </a:lnTo>
                    <a:lnTo>
                      <a:pt x="24646" y="10184"/>
                    </a:lnTo>
                    <a:lnTo>
                      <a:pt x="24591" y="10031"/>
                    </a:lnTo>
                    <a:lnTo>
                      <a:pt x="24521" y="9864"/>
                    </a:lnTo>
                    <a:lnTo>
                      <a:pt x="24452" y="9726"/>
                    </a:lnTo>
                    <a:lnTo>
                      <a:pt x="24355" y="9573"/>
                    </a:lnTo>
                    <a:lnTo>
                      <a:pt x="24257" y="9434"/>
                    </a:lnTo>
                    <a:lnTo>
                      <a:pt x="24146" y="9309"/>
                    </a:lnTo>
                    <a:lnTo>
                      <a:pt x="24021" y="9184"/>
                    </a:lnTo>
                    <a:lnTo>
                      <a:pt x="23896" y="9073"/>
                    </a:lnTo>
                    <a:lnTo>
                      <a:pt x="23757" y="8975"/>
                    </a:lnTo>
                    <a:lnTo>
                      <a:pt x="23618" y="8878"/>
                    </a:lnTo>
                    <a:lnTo>
                      <a:pt x="23465" y="8809"/>
                    </a:lnTo>
                    <a:lnTo>
                      <a:pt x="23299" y="8739"/>
                    </a:lnTo>
                    <a:lnTo>
                      <a:pt x="23146" y="8684"/>
                    </a:lnTo>
                    <a:lnTo>
                      <a:pt x="22979" y="8642"/>
                    </a:lnTo>
                    <a:lnTo>
                      <a:pt x="22799" y="8600"/>
                    </a:lnTo>
                    <a:lnTo>
                      <a:pt x="22868" y="8239"/>
                    </a:lnTo>
                    <a:lnTo>
                      <a:pt x="22910" y="7878"/>
                    </a:lnTo>
                    <a:lnTo>
                      <a:pt x="22924" y="7503"/>
                    </a:lnTo>
                    <a:lnTo>
                      <a:pt x="22910" y="7141"/>
                    </a:lnTo>
                    <a:lnTo>
                      <a:pt x="22868" y="6766"/>
                    </a:lnTo>
                    <a:lnTo>
                      <a:pt x="22799" y="6405"/>
                    </a:lnTo>
                    <a:lnTo>
                      <a:pt x="22715" y="6044"/>
                    </a:lnTo>
                    <a:lnTo>
                      <a:pt x="22590" y="5697"/>
                    </a:lnTo>
                    <a:lnTo>
                      <a:pt x="22451" y="5349"/>
                    </a:lnTo>
                    <a:lnTo>
                      <a:pt x="22285" y="5016"/>
                    </a:lnTo>
                    <a:lnTo>
                      <a:pt x="22090" y="4696"/>
                    </a:lnTo>
                    <a:lnTo>
                      <a:pt x="21882" y="4391"/>
                    </a:lnTo>
                    <a:lnTo>
                      <a:pt x="21645" y="4099"/>
                    </a:lnTo>
                    <a:lnTo>
                      <a:pt x="21395" y="3821"/>
                    </a:lnTo>
                    <a:lnTo>
                      <a:pt x="21118" y="3557"/>
                    </a:lnTo>
                    <a:lnTo>
                      <a:pt x="20826" y="3335"/>
                    </a:lnTo>
                    <a:lnTo>
                      <a:pt x="20506" y="3112"/>
                    </a:lnTo>
                    <a:lnTo>
                      <a:pt x="20173" y="2932"/>
                    </a:lnTo>
                    <a:lnTo>
                      <a:pt x="19839" y="2765"/>
                    </a:lnTo>
                    <a:lnTo>
                      <a:pt x="19478" y="2626"/>
                    </a:lnTo>
                    <a:lnTo>
                      <a:pt x="19117" y="2515"/>
                    </a:lnTo>
                    <a:lnTo>
                      <a:pt x="18742" y="2418"/>
                    </a:lnTo>
                    <a:lnTo>
                      <a:pt x="18367" y="2362"/>
                    </a:lnTo>
                    <a:lnTo>
                      <a:pt x="17992" y="2321"/>
                    </a:lnTo>
                    <a:lnTo>
                      <a:pt x="17603" y="2307"/>
                    </a:lnTo>
                    <a:lnTo>
                      <a:pt x="17227" y="2321"/>
                    </a:lnTo>
                    <a:lnTo>
                      <a:pt x="16838" y="2348"/>
                    </a:lnTo>
                    <a:lnTo>
                      <a:pt x="16463" y="2418"/>
                    </a:lnTo>
                    <a:lnTo>
                      <a:pt x="16102" y="2501"/>
                    </a:lnTo>
                    <a:lnTo>
                      <a:pt x="15741" y="2612"/>
                    </a:lnTo>
                    <a:lnTo>
                      <a:pt x="15380" y="2751"/>
                    </a:lnTo>
                    <a:lnTo>
                      <a:pt x="15032" y="2918"/>
                    </a:lnTo>
                    <a:lnTo>
                      <a:pt x="14949" y="2765"/>
                    </a:lnTo>
                    <a:lnTo>
                      <a:pt x="14852" y="2612"/>
                    </a:lnTo>
                    <a:lnTo>
                      <a:pt x="14755" y="2473"/>
                    </a:lnTo>
                    <a:lnTo>
                      <a:pt x="14643" y="2348"/>
                    </a:lnTo>
                    <a:lnTo>
                      <a:pt x="14518" y="2223"/>
                    </a:lnTo>
                    <a:lnTo>
                      <a:pt x="14393" y="2112"/>
                    </a:lnTo>
                    <a:lnTo>
                      <a:pt x="14254" y="2001"/>
                    </a:lnTo>
                    <a:lnTo>
                      <a:pt x="14115" y="1904"/>
                    </a:lnTo>
                    <a:lnTo>
                      <a:pt x="13977" y="1806"/>
                    </a:lnTo>
                    <a:lnTo>
                      <a:pt x="13824" y="1723"/>
                    </a:lnTo>
                    <a:lnTo>
                      <a:pt x="13671" y="1654"/>
                    </a:lnTo>
                    <a:lnTo>
                      <a:pt x="13504" y="1584"/>
                    </a:lnTo>
                    <a:lnTo>
                      <a:pt x="13337" y="1515"/>
                    </a:lnTo>
                    <a:lnTo>
                      <a:pt x="13171" y="1473"/>
                    </a:lnTo>
                    <a:lnTo>
                      <a:pt x="13004" y="1431"/>
                    </a:lnTo>
                    <a:lnTo>
                      <a:pt x="12823" y="1404"/>
                    </a:lnTo>
                    <a:lnTo>
                      <a:pt x="12643" y="1376"/>
                    </a:lnTo>
                    <a:lnTo>
                      <a:pt x="12462" y="1362"/>
                    </a:lnTo>
                    <a:lnTo>
                      <a:pt x="12268" y="1362"/>
                    </a:lnTo>
                    <a:lnTo>
                      <a:pt x="12087" y="1376"/>
                    </a:lnTo>
                    <a:lnTo>
                      <a:pt x="11906" y="1390"/>
                    </a:lnTo>
                    <a:lnTo>
                      <a:pt x="11726" y="1431"/>
                    </a:lnTo>
                    <a:lnTo>
                      <a:pt x="11559" y="1459"/>
                    </a:lnTo>
                    <a:lnTo>
                      <a:pt x="11379" y="1515"/>
                    </a:lnTo>
                    <a:lnTo>
                      <a:pt x="11198" y="1570"/>
                    </a:lnTo>
                    <a:lnTo>
                      <a:pt x="11031" y="1640"/>
                    </a:lnTo>
                    <a:lnTo>
                      <a:pt x="10878" y="1723"/>
                    </a:lnTo>
                    <a:lnTo>
                      <a:pt x="10712" y="1806"/>
                    </a:lnTo>
                    <a:lnTo>
                      <a:pt x="10559" y="1904"/>
                    </a:lnTo>
                    <a:lnTo>
                      <a:pt x="10406" y="2001"/>
                    </a:lnTo>
                    <a:lnTo>
                      <a:pt x="10267" y="2112"/>
                    </a:lnTo>
                    <a:lnTo>
                      <a:pt x="10142" y="2237"/>
                    </a:lnTo>
                    <a:lnTo>
                      <a:pt x="9961" y="2015"/>
                    </a:lnTo>
                    <a:lnTo>
                      <a:pt x="9767" y="1793"/>
                    </a:lnTo>
                    <a:lnTo>
                      <a:pt x="9572" y="1584"/>
                    </a:lnTo>
                    <a:lnTo>
                      <a:pt x="9350" y="1390"/>
                    </a:lnTo>
                    <a:lnTo>
                      <a:pt x="9128" y="1209"/>
                    </a:lnTo>
                    <a:lnTo>
                      <a:pt x="8892" y="1028"/>
                    </a:lnTo>
                    <a:lnTo>
                      <a:pt x="8656" y="876"/>
                    </a:lnTo>
                    <a:lnTo>
                      <a:pt x="8405" y="723"/>
                    </a:lnTo>
                    <a:lnTo>
                      <a:pt x="8141" y="584"/>
                    </a:lnTo>
                    <a:lnTo>
                      <a:pt x="7877" y="459"/>
                    </a:lnTo>
                    <a:lnTo>
                      <a:pt x="7600" y="348"/>
                    </a:lnTo>
                    <a:lnTo>
                      <a:pt x="7322" y="250"/>
                    </a:lnTo>
                    <a:lnTo>
                      <a:pt x="7044" y="167"/>
                    </a:lnTo>
                    <a:lnTo>
                      <a:pt x="6766" y="112"/>
                    </a:lnTo>
                    <a:lnTo>
                      <a:pt x="6474" y="56"/>
                    </a:lnTo>
                    <a:lnTo>
                      <a:pt x="6183" y="14"/>
                    </a:lnTo>
                    <a:lnTo>
                      <a:pt x="587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289;p19">
                <a:extLst>
                  <a:ext uri="{FF2B5EF4-FFF2-40B4-BE49-F238E27FC236}">
                    <a16:creationId xmlns:a16="http://schemas.microsoft.com/office/drawing/2014/main" id="{C79F0E0E-B202-9018-DED9-DFA403634208}"/>
                  </a:ext>
                </a:extLst>
              </p:cNvPr>
              <p:cNvSpPr/>
              <p:nvPr/>
            </p:nvSpPr>
            <p:spPr>
              <a:xfrm>
                <a:off x="3373925" y="1051550"/>
                <a:ext cx="415775" cy="723525"/>
              </a:xfrm>
              <a:custGeom>
                <a:avLst/>
                <a:gdLst/>
                <a:ahLst/>
                <a:cxnLst/>
                <a:rect l="l" t="t" r="r" b="b"/>
                <a:pathLst>
                  <a:path w="16631" h="28941" extrusionOk="0">
                    <a:moveTo>
                      <a:pt x="8503" y="1"/>
                    </a:moveTo>
                    <a:lnTo>
                      <a:pt x="7905" y="15"/>
                    </a:lnTo>
                    <a:lnTo>
                      <a:pt x="7322" y="56"/>
                    </a:lnTo>
                    <a:lnTo>
                      <a:pt x="6738" y="126"/>
                    </a:lnTo>
                    <a:lnTo>
                      <a:pt x="6155" y="223"/>
                    </a:lnTo>
                    <a:lnTo>
                      <a:pt x="5599" y="348"/>
                    </a:lnTo>
                    <a:lnTo>
                      <a:pt x="5071" y="501"/>
                    </a:lnTo>
                    <a:lnTo>
                      <a:pt x="4543" y="681"/>
                    </a:lnTo>
                    <a:lnTo>
                      <a:pt x="4057" y="890"/>
                    </a:lnTo>
                    <a:lnTo>
                      <a:pt x="3821" y="1001"/>
                    </a:lnTo>
                    <a:lnTo>
                      <a:pt x="3585" y="1112"/>
                    </a:lnTo>
                    <a:lnTo>
                      <a:pt x="3362" y="1237"/>
                    </a:lnTo>
                    <a:lnTo>
                      <a:pt x="3154" y="1376"/>
                    </a:lnTo>
                    <a:lnTo>
                      <a:pt x="2946" y="1501"/>
                    </a:lnTo>
                    <a:lnTo>
                      <a:pt x="2751" y="1640"/>
                    </a:lnTo>
                    <a:lnTo>
                      <a:pt x="2557" y="1793"/>
                    </a:lnTo>
                    <a:lnTo>
                      <a:pt x="2390" y="1946"/>
                    </a:lnTo>
                    <a:lnTo>
                      <a:pt x="2209" y="2099"/>
                    </a:lnTo>
                    <a:lnTo>
                      <a:pt x="2057" y="2265"/>
                    </a:lnTo>
                    <a:lnTo>
                      <a:pt x="1918" y="2432"/>
                    </a:lnTo>
                    <a:lnTo>
                      <a:pt x="1779" y="2613"/>
                    </a:lnTo>
                    <a:lnTo>
                      <a:pt x="1654" y="2779"/>
                    </a:lnTo>
                    <a:lnTo>
                      <a:pt x="1542" y="2974"/>
                    </a:lnTo>
                    <a:lnTo>
                      <a:pt x="1445" y="3154"/>
                    </a:lnTo>
                    <a:lnTo>
                      <a:pt x="1362" y="3349"/>
                    </a:lnTo>
                    <a:lnTo>
                      <a:pt x="1292" y="3543"/>
                    </a:lnTo>
                    <a:lnTo>
                      <a:pt x="1237" y="3752"/>
                    </a:lnTo>
                    <a:lnTo>
                      <a:pt x="1042" y="4530"/>
                    </a:lnTo>
                    <a:lnTo>
                      <a:pt x="876" y="5280"/>
                    </a:lnTo>
                    <a:lnTo>
                      <a:pt x="723" y="6003"/>
                    </a:lnTo>
                    <a:lnTo>
                      <a:pt x="584" y="6697"/>
                    </a:lnTo>
                    <a:lnTo>
                      <a:pt x="459" y="7378"/>
                    </a:lnTo>
                    <a:lnTo>
                      <a:pt x="348" y="8031"/>
                    </a:lnTo>
                    <a:lnTo>
                      <a:pt x="250" y="8656"/>
                    </a:lnTo>
                    <a:lnTo>
                      <a:pt x="181" y="9254"/>
                    </a:lnTo>
                    <a:lnTo>
                      <a:pt x="111" y="9837"/>
                    </a:lnTo>
                    <a:lnTo>
                      <a:pt x="70" y="10407"/>
                    </a:lnTo>
                    <a:lnTo>
                      <a:pt x="28" y="10948"/>
                    </a:lnTo>
                    <a:lnTo>
                      <a:pt x="14" y="11463"/>
                    </a:lnTo>
                    <a:lnTo>
                      <a:pt x="0" y="11963"/>
                    </a:lnTo>
                    <a:lnTo>
                      <a:pt x="14" y="12435"/>
                    </a:lnTo>
                    <a:lnTo>
                      <a:pt x="28" y="12907"/>
                    </a:lnTo>
                    <a:lnTo>
                      <a:pt x="56" y="13338"/>
                    </a:lnTo>
                    <a:lnTo>
                      <a:pt x="70" y="13421"/>
                    </a:lnTo>
                    <a:lnTo>
                      <a:pt x="84" y="13602"/>
                    </a:lnTo>
                    <a:lnTo>
                      <a:pt x="98" y="13713"/>
                    </a:lnTo>
                    <a:lnTo>
                      <a:pt x="153" y="14144"/>
                    </a:lnTo>
                    <a:lnTo>
                      <a:pt x="223" y="14575"/>
                    </a:lnTo>
                    <a:lnTo>
                      <a:pt x="306" y="14977"/>
                    </a:lnTo>
                    <a:lnTo>
                      <a:pt x="403" y="15366"/>
                    </a:lnTo>
                    <a:lnTo>
                      <a:pt x="514" y="15742"/>
                    </a:lnTo>
                    <a:lnTo>
                      <a:pt x="639" y="16089"/>
                    </a:lnTo>
                    <a:lnTo>
                      <a:pt x="778" y="16422"/>
                    </a:lnTo>
                    <a:lnTo>
                      <a:pt x="917" y="16742"/>
                    </a:lnTo>
                    <a:lnTo>
                      <a:pt x="1084" y="17048"/>
                    </a:lnTo>
                    <a:lnTo>
                      <a:pt x="1251" y="17339"/>
                    </a:lnTo>
                    <a:lnTo>
                      <a:pt x="1431" y="17617"/>
                    </a:lnTo>
                    <a:lnTo>
                      <a:pt x="1612" y="17895"/>
                    </a:lnTo>
                    <a:lnTo>
                      <a:pt x="1820" y="18145"/>
                    </a:lnTo>
                    <a:lnTo>
                      <a:pt x="2015" y="18381"/>
                    </a:lnTo>
                    <a:lnTo>
                      <a:pt x="2237" y="18617"/>
                    </a:lnTo>
                    <a:lnTo>
                      <a:pt x="2459" y="18840"/>
                    </a:lnTo>
                    <a:lnTo>
                      <a:pt x="2848" y="19187"/>
                    </a:lnTo>
                    <a:lnTo>
                      <a:pt x="3210" y="19507"/>
                    </a:lnTo>
                    <a:lnTo>
                      <a:pt x="3571" y="19812"/>
                    </a:lnTo>
                    <a:lnTo>
                      <a:pt x="3918" y="20076"/>
                    </a:lnTo>
                    <a:lnTo>
                      <a:pt x="4557" y="20576"/>
                    </a:lnTo>
                    <a:lnTo>
                      <a:pt x="4849" y="20813"/>
                    </a:lnTo>
                    <a:lnTo>
                      <a:pt x="5141" y="21049"/>
                    </a:lnTo>
                    <a:lnTo>
                      <a:pt x="5294" y="21188"/>
                    </a:lnTo>
                    <a:lnTo>
                      <a:pt x="5446" y="21327"/>
                    </a:lnTo>
                    <a:lnTo>
                      <a:pt x="5599" y="21479"/>
                    </a:lnTo>
                    <a:lnTo>
                      <a:pt x="5794" y="21702"/>
                    </a:lnTo>
                    <a:lnTo>
                      <a:pt x="5947" y="21868"/>
                    </a:lnTo>
                    <a:lnTo>
                      <a:pt x="6072" y="22063"/>
                    </a:lnTo>
                    <a:lnTo>
                      <a:pt x="6211" y="22257"/>
                    </a:lnTo>
                    <a:lnTo>
                      <a:pt x="6322" y="22466"/>
                    </a:lnTo>
                    <a:lnTo>
                      <a:pt x="6433" y="22702"/>
                    </a:lnTo>
                    <a:lnTo>
                      <a:pt x="6530" y="22938"/>
                    </a:lnTo>
                    <a:lnTo>
                      <a:pt x="6613" y="23188"/>
                    </a:lnTo>
                    <a:lnTo>
                      <a:pt x="6683" y="23466"/>
                    </a:lnTo>
                    <a:lnTo>
                      <a:pt x="6752" y="23758"/>
                    </a:lnTo>
                    <a:lnTo>
                      <a:pt x="6808" y="24077"/>
                    </a:lnTo>
                    <a:lnTo>
                      <a:pt x="6850" y="24411"/>
                    </a:lnTo>
                    <a:lnTo>
                      <a:pt x="6877" y="24772"/>
                    </a:lnTo>
                    <a:lnTo>
                      <a:pt x="6891" y="25161"/>
                    </a:lnTo>
                    <a:lnTo>
                      <a:pt x="6891" y="25578"/>
                    </a:lnTo>
                    <a:lnTo>
                      <a:pt x="6877" y="26036"/>
                    </a:lnTo>
                    <a:lnTo>
                      <a:pt x="6863" y="26509"/>
                    </a:lnTo>
                    <a:lnTo>
                      <a:pt x="6961" y="26773"/>
                    </a:lnTo>
                    <a:lnTo>
                      <a:pt x="7072" y="27009"/>
                    </a:lnTo>
                    <a:lnTo>
                      <a:pt x="7211" y="27245"/>
                    </a:lnTo>
                    <a:lnTo>
                      <a:pt x="7350" y="27467"/>
                    </a:lnTo>
                    <a:lnTo>
                      <a:pt x="7516" y="27676"/>
                    </a:lnTo>
                    <a:lnTo>
                      <a:pt x="7697" y="27870"/>
                    </a:lnTo>
                    <a:lnTo>
                      <a:pt x="7892" y="28037"/>
                    </a:lnTo>
                    <a:lnTo>
                      <a:pt x="8086" y="28204"/>
                    </a:lnTo>
                    <a:lnTo>
                      <a:pt x="8294" y="28357"/>
                    </a:lnTo>
                    <a:lnTo>
                      <a:pt x="8517" y="28482"/>
                    </a:lnTo>
                    <a:lnTo>
                      <a:pt x="8753" y="28593"/>
                    </a:lnTo>
                    <a:lnTo>
                      <a:pt x="8989" y="28690"/>
                    </a:lnTo>
                    <a:lnTo>
                      <a:pt x="9225" y="28773"/>
                    </a:lnTo>
                    <a:lnTo>
                      <a:pt x="9475" y="28843"/>
                    </a:lnTo>
                    <a:lnTo>
                      <a:pt x="9725" y="28898"/>
                    </a:lnTo>
                    <a:lnTo>
                      <a:pt x="9989" y="28926"/>
                    </a:lnTo>
                    <a:lnTo>
                      <a:pt x="10239" y="28940"/>
                    </a:lnTo>
                    <a:lnTo>
                      <a:pt x="10503" y="28940"/>
                    </a:lnTo>
                    <a:lnTo>
                      <a:pt x="10754" y="28926"/>
                    </a:lnTo>
                    <a:lnTo>
                      <a:pt x="11017" y="28885"/>
                    </a:lnTo>
                    <a:lnTo>
                      <a:pt x="11268" y="28829"/>
                    </a:lnTo>
                    <a:lnTo>
                      <a:pt x="11518" y="28746"/>
                    </a:lnTo>
                    <a:lnTo>
                      <a:pt x="11754" y="28648"/>
                    </a:lnTo>
                    <a:lnTo>
                      <a:pt x="11990" y="28537"/>
                    </a:lnTo>
                    <a:lnTo>
                      <a:pt x="12226" y="28412"/>
                    </a:lnTo>
                    <a:lnTo>
                      <a:pt x="12448" y="28259"/>
                    </a:lnTo>
                    <a:lnTo>
                      <a:pt x="12671" y="28079"/>
                    </a:lnTo>
                    <a:lnTo>
                      <a:pt x="12879" y="27884"/>
                    </a:lnTo>
                    <a:lnTo>
                      <a:pt x="13060" y="27676"/>
                    </a:lnTo>
                    <a:lnTo>
                      <a:pt x="13254" y="27440"/>
                    </a:lnTo>
                    <a:lnTo>
                      <a:pt x="13421" y="27176"/>
                    </a:lnTo>
                    <a:lnTo>
                      <a:pt x="13574" y="26898"/>
                    </a:lnTo>
                    <a:lnTo>
                      <a:pt x="13602" y="26259"/>
                    </a:lnTo>
                    <a:lnTo>
                      <a:pt x="13657" y="25634"/>
                    </a:lnTo>
                    <a:lnTo>
                      <a:pt x="13713" y="25008"/>
                    </a:lnTo>
                    <a:lnTo>
                      <a:pt x="13796" y="24397"/>
                    </a:lnTo>
                    <a:lnTo>
                      <a:pt x="13879" y="23814"/>
                    </a:lnTo>
                    <a:lnTo>
                      <a:pt x="13963" y="23230"/>
                    </a:lnTo>
                    <a:lnTo>
                      <a:pt x="14060" y="22660"/>
                    </a:lnTo>
                    <a:lnTo>
                      <a:pt x="14171" y="22105"/>
                    </a:lnTo>
                    <a:lnTo>
                      <a:pt x="14282" y="21577"/>
                    </a:lnTo>
                    <a:lnTo>
                      <a:pt x="14407" y="21049"/>
                    </a:lnTo>
                    <a:lnTo>
                      <a:pt x="14657" y="20062"/>
                    </a:lnTo>
                    <a:lnTo>
                      <a:pt x="14921" y="19145"/>
                    </a:lnTo>
                    <a:lnTo>
                      <a:pt x="15185" y="18298"/>
                    </a:lnTo>
                    <a:lnTo>
                      <a:pt x="15449" y="17548"/>
                    </a:lnTo>
                    <a:lnTo>
                      <a:pt x="15713" y="16867"/>
                    </a:lnTo>
                    <a:lnTo>
                      <a:pt x="15950" y="16283"/>
                    </a:lnTo>
                    <a:lnTo>
                      <a:pt x="16158" y="15797"/>
                    </a:lnTo>
                    <a:lnTo>
                      <a:pt x="16325" y="15408"/>
                    </a:lnTo>
                    <a:lnTo>
                      <a:pt x="16464" y="15130"/>
                    </a:lnTo>
                    <a:lnTo>
                      <a:pt x="16575" y="14894"/>
                    </a:lnTo>
                    <a:lnTo>
                      <a:pt x="16589" y="14519"/>
                    </a:lnTo>
                    <a:lnTo>
                      <a:pt x="16616" y="13505"/>
                    </a:lnTo>
                    <a:lnTo>
                      <a:pt x="16630" y="12018"/>
                    </a:lnTo>
                    <a:lnTo>
                      <a:pt x="16616" y="11171"/>
                    </a:lnTo>
                    <a:lnTo>
                      <a:pt x="16602" y="10254"/>
                    </a:lnTo>
                    <a:lnTo>
                      <a:pt x="16575" y="9323"/>
                    </a:lnTo>
                    <a:lnTo>
                      <a:pt x="16533" y="8392"/>
                    </a:lnTo>
                    <a:lnTo>
                      <a:pt x="16477" y="7461"/>
                    </a:lnTo>
                    <a:lnTo>
                      <a:pt x="16394" y="6572"/>
                    </a:lnTo>
                    <a:lnTo>
                      <a:pt x="16339" y="6155"/>
                    </a:lnTo>
                    <a:lnTo>
                      <a:pt x="16283" y="5752"/>
                    </a:lnTo>
                    <a:lnTo>
                      <a:pt x="16227" y="5363"/>
                    </a:lnTo>
                    <a:lnTo>
                      <a:pt x="16158" y="5002"/>
                    </a:lnTo>
                    <a:lnTo>
                      <a:pt x="16075" y="4669"/>
                    </a:lnTo>
                    <a:lnTo>
                      <a:pt x="15991" y="4363"/>
                    </a:lnTo>
                    <a:lnTo>
                      <a:pt x="15894" y="4085"/>
                    </a:lnTo>
                    <a:lnTo>
                      <a:pt x="15797" y="3849"/>
                    </a:lnTo>
                    <a:lnTo>
                      <a:pt x="15672" y="3585"/>
                    </a:lnTo>
                    <a:lnTo>
                      <a:pt x="15519" y="3335"/>
                    </a:lnTo>
                    <a:lnTo>
                      <a:pt x="15366" y="3085"/>
                    </a:lnTo>
                    <a:lnTo>
                      <a:pt x="15199" y="2863"/>
                    </a:lnTo>
                    <a:lnTo>
                      <a:pt x="15019" y="2627"/>
                    </a:lnTo>
                    <a:lnTo>
                      <a:pt x="14838" y="2418"/>
                    </a:lnTo>
                    <a:lnTo>
                      <a:pt x="14644" y="2210"/>
                    </a:lnTo>
                    <a:lnTo>
                      <a:pt x="14435" y="2015"/>
                    </a:lnTo>
                    <a:lnTo>
                      <a:pt x="14227" y="1835"/>
                    </a:lnTo>
                    <a:lnTo>
                      <a:pt x="14004" y="1654"/>
                    </a:lnTo>
                    <a:lnTo>
                      <a:pt x="13782" y="1487"/>
                    </a:lnTo>
                    <a:lnTo>
                      <a:pt x="13546" y="1334"/>
                    </a:lnTo>
                    <a:lnTo>
                      <a:pt x="13296" y="1196"/>
                    </a:lnTo>
                    <a:lnTo>
                      <a:pt x="13046" y="1057"/>
                    </a:lnTo>
                    <a:lnTo>
                      <a:pt x="12796" y="918"/>
                    </a:lnTo>
                    <a:lnTo>
                      <a:pt x="12532" y="807"/>
                    </a:lnTo>
                    <a:lnTo>
                      <a:pt x="12268" y="695"/>
                    </a:lnTo>
                    <a:lnTo>
                      <a:pt x="11990" y="584"/>
                    </a:lnTo>
                    <a:lnTo>
                      <a:pt x="11712" y="487"/>
                    </a:lnTo>
                    <a:lnTo>
                      <a:pt x="11434" y="404"/>
                    </a:lnTo>
                    <a:lnTo>
                      <a:pt x="11156" y="334"/>
                    </a:lnTo>
                    <a:lnTo>
                      <a:pt x="10865" y="265"/>
                    </a:lnTo>
                    <a:lnTo>
                      <a:pt x="10573" y="195"/>
                    </a:lnTo>
                    <a:lnTo>
                      <a:pt x="10281" y="140"/>
                    </a:lnTo>
                    <a:lnTo>
                      <a:pt x="9698" y="70"/>
                    </a:lnTo>
                    <a:lnTo>
                      <a:pt x="9100" y="15"/>
                    </a:lnTo>
                    <a:lnTo>
                      <a:pt x="8503" y="1"/>
                    </a:lnTo>
                    <a:close/>
                  </a:path>
                </a:pathLst>
              </a:custGeom>
              <a:solidFill>
                <a:srgbClr val="8A49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290;p19">
                <a:extLst>
                  <a:ext uri="{FF2B5EF4-FFF2-40B4-BE49-F238E27FC236}">
                    <a16:creationId xmlns:a16="http://schemas.microsoft.com/office/drawing/2014/main" id="{B7893728-E504-4954-7B08-AC89731A6880}"/>
                  </a:ext>
                </a:extLst>
              </p:cNvPr>
              <p:cNvSpPr/>
              <p:nvPr/>
            </p:nvSpPr>
            <p:spPr>
              <a:xfrm>
                <a:off x="3382600" y="983475"/>
                <a:ext cx="461275" cy="387650"/>
              </a:xfrm>
              <a:custGeom>
                <a:avLst/>
                <a:gdLst/>
                <a:ahLst/>
                <a:cxnLst/>
                <a:rect l="l" t="t" r="r" b="b"/>
                <a:pathLst>
                  <a:path w="18451" h="15506" extrusionOk="0">
                    <a:moveTo>
                      <a:pt x="7183" y="1"/>
                    </a:moveTo>
                    <a:lnTo>
                      <a:pt x="6655" y="15"/>
                    </a:lnTo>
                    <a:lnTo>
                      <a:pt x="6127" y="56"/>
                    </a:lnTo>
                    <a:lnTo>
                      <a:pt x="5586" y="98"/>
                    </a:lnTo>
                    <a:lnTo>
                      <a:pt x="5058" y="153"/>
                    </a:lnTo>
                    <a:lnTo>
                      <a:pt x="3988" y="279"/>
                    </a:lnTo>
                    <a:lnTo>
                      <a:pt x="3404" y="348"/>
                    </a:lnTo>
                    <a:lnTo>
                      <a:pt x="3113" y="404"/>
                    </a:lnTo>
                    <a:lnTo>
                      <a:pt x="2821" y="459"/>
                    </a:lnTo>
                    <a:lnTo>
                      <a:pt x="2529" y="529"/>
                    </a:lnTo>
                    <a:lnTo>
                      <a:pt x="2251" y="626"/>
                    </a:lnTo>
                    <a:lnTo>
                      <a:pt x="1987" y="737"/>
                    </a:lnTo>
                    <a:lnTo>
                      <a:pt x="1723" y="876"/>
                    </a:lnTo>
                    <a:lnTo>
                      <a:pt x="1571" y="987"/>
                    </a:lnTo>
                    <a:lnTo>
                      <a:pt x="1418" y="1098"/>
                    </a:lnTo>
                    <a:lnTo>
                      <a:pt x="1279" y="1223"/>
                    </a:lnTo>
                    <a:lnTo>
                      <a:pt x="1140" y="1348"/>
                    </a:lnTo>
                    <a:lnTo>
                      <a:pt x="1015" y="1487"/>
                    </a:lnTo>
                    <a:lnTo>
                      <a:pt x="904" y="1640"/>
                    </a:lnTo>
                    <a:lnTo>
                      <a:pt x="793" y="1793"/>
                    </a:lnTo>
                    <a:lnTo>
                      <a:pt x="681" y="1946"/>
                    </a:lnTo>
                    <a:lnTo>
                      <a:pt x="598" y="2112"/>
                    </a:lnTo>
                    <a:lnTo>
                      <a:pt x="515" y="2279"/>
                    </a:lnTo>
                    <a:lnTo>
                      <a:pt x="431" y="2460"/>
                    </a:lnTo>
                    <a:lnTo>
                      <a:pt x="362" y="2626"/>
                    </a:lnTo>
                    <a:lnTo>
                      <a:pt x="237" y="2988"/>
                    </a:lnTo>
                    <a:lnTo>
                      <a:pt x="153" y="3363"/>
                    </a:lnTo>
                    <a:lnTo>
                      <a:pt x="84" y="3738"/>
                    </a:lnTo>
                    <a:lnTo>
                      <a:pt x="42" y="4127"/>
                    </a:lnTo>
                    <a:lnTo>
                      <a:pt x="15" y="4530"/>
                    </a:lnTo>
                    <a:lnTo>
                      <a:pt x="1" y="4933"/>
                    </a:lnTo>
                    <a:lnTo>
                      <a:pt x="15" y="5350"/>
                    </a:lnTo>
                    <a:lnTo>
                      <a:pt x="28" y="5752"/>
                    </a:lnTo>
                    <a:lnTo>
                      <a:pt x="84" y="6141"/>
                    </a:lnTo>
                    <a:lnTo>
                      <a:pt x="140" y="6517"/>
                    </a:lnTo>
                    <a:lnTo>
                      <a:pt x="167" y="6600"/>
                    </a:lnTo>
                    <a:lnTo>
                      <a:pt x="195" y="6683"/>
                    </a:lnTo>
                    <a:lnTo>
                      <a:pt x="237" y="6753"/>
                    </a:lnTo>
                    <a:lnTo>
                      <a:pt x="279" y="6822"/>
                    </a:lnTo>
                    <a:lnTo>
                      <a:pt x="334" y="6892"/>
                    </a:lnTo>
                    <a:lnTo>
                      <a:pt x="404" y="6961"/>
                    </a:lnTo>
                    <a:lnTo>
                      <a:pt x="542" y="7058"/>
                    </a:lnTo>
                    <a:lnTo>
                      <a:pt x="695" y="7142"/>
                    </a:lnTo>
                    <a:lnTo>
                      <a:pt x="862" y="7211"/>
                    </a:lnTo>
                    <a:lnTo>
                      <a:pt x="1043" y="7253"/>
                    </a:lnTo>
                    <a:lnTo>
                      <a:pt x="1223" y="7267"/>
                    </a:lnTo>
                    <a:lnTo>
                      <a:pt x="1418" y="7267"/>
                    </a:lnTo>
                    <a:lnTo>
                      <a:pt x="1598" y="7239"/>
                    </a:lnTo>
                    <a:lnTo>
                      <a:pt x="1779" y="7211"/>
                    </a:lnTo>
                    <a:lnTo>
                      <a:pt x="1946" y="7156"/>
                    </a:lnTo>
                    <a:lnTo>
                      <a:pt x="2126" y="7086"/>
                    </a:lnTo>
                    <a:lnTo>
                      <a:pt x="2293" y="7003"/>
                    </a:lnTo>
                    <a:lnTo>
                      <a:pt x="2446" y="6906"/>
                    </a:lnTo>
                    <a:lnTo>
                      <a:pt x="2585" y="6794"/>
                    </a:lnTo>
                    <a:lnTo>
                      <a:pt x="2724" y="6683"/>
                    </a:lnTo>
                    <a:lnTo>
                      <a:pt x="2849" y="6586"/>
                    </a:lnTo>
                    <a:lnTo>
                      <a:pt x="2918" y="6530"/>
                    </a:lnTo>
                    <a:lnTo>
                      <a:pt x="2988" y="6503"/>
                    </a:lnTo>
                    <a:lnTo>
                      <a:pt x="3071" y="6475"/>
                    </a:lnTo>
                    <a:lnTo>
                      <a:pt x="3252" y="6475"/>
                    </a:lnTo>
                    <a:lnTo>
                      <a:pt x="3363" y="6503"/>
                    </a:lnTo>
                    <a:lnTo>
                      <a:pt x="3557" y="6586"/>
                    </a:lnTo>
                    <a:lnTo>
                      <a:pt x="3668" y="6628"/>
                    </a:lnTo>
                    <a:lnTo>
                      <a:pt x="3780" y="6655"/>
                    </a:lnTo>
                    <a:lnTo>
                      <a:pt x="3891" y="6669"/>
                    </a:lnTo>
                    <a:lnTo>
                      <a:pt x="4127" y="6669"/>
                    </a:lnTo>
                    <a:lnTo>
                      <a:pt x="4238" y="6655"/>
                    </a:lnTo>
                    <a:lnTo>
                      <a:pt x="4363" y="6642"/>
                    </a:lnTo>
                    <a:lnTo>
                      <a:pt x="4474" y="6614"/>
                    </a:lnTo>
                    <a:lnTo>
                      <a:pt x="4585" y="6572"/>
                    </a:lnTo>
                    <a:lnTo>
                      <a:pt x="4683" y="6530"/>
                    </a:lnTo>
                    <a:lnTo>
                      <a:pt x="4794" y="6475"/>
                    </a:lnTo>
                    <a:lnTo>
                      <a:pt x="4891" y="6405"/>
                    </a:lnTo>
                    <a:lnTo>
                      <a:pt x="4988" y="6336"/>
                    </a:lnTo>
                    <a:lnTo>
                      <a:pt x="5072" y="6266"/>
                    </a:lnTo>
                    <a:lnTo>
                      <a:pt x="5155" y="6183"/>
                    </a:lnTo>
                    <a:lnTo>
                      <a:pt x="5224" y="6086"/>
                    </a:lnTo>
                    <a:lnTo>
                      <a:pt x="5336" y="6239"/>
                    </a:lnTo>
                    <a:lnTo>
                      <a:pt x="5447" y="6378"/>
                    </a:lnTo>
                    <a:lnTo>
                      <a:pt x="5586" y="6503"/>
                    </a:lnTo>
                    <a:lnTo>
                      <a:pt x="5711" y="6642"/>
                    </a:lnTo>
                    <a:lnTo>
                      <a:pt x="5864" y="6753"/>
                    </a:lnTo>
                    <a:lnTo>
                      <a:pt x="6002" y="6864"/>
                    </a:lnTo>
                    <a:lnTo>
                      <a:pt x="6155" y="6975"/>
                    </a:lnTo>
                    <a:lnTo>
                      <a:pt x="6322" y="7072"/>
                    </a:lnTo>
                    <a:lnTo>
                      <a:pt x="6475" y="7156"/>
                    </a:lnTo>
                    <a:lnTo>
                      <a:pt x="6655" y="7225"/>
                    </a:lnTo>
                    <a:lnTo>
                      <a:pt x="6822" y="7295"/>
                    </a:lnTo>
                    <a:lnTo>
                      <a:pt x="6989" y="7364"/>
                    </a:lnTo>
                    <a:lnTo>
                      <a:pt x="7169" y="7406"/>
                    </a:lnTo>
                    <a:lnTo>
                      <a:pt x="7350" y="7447"/>
                    </a:lnTo>
                    <a:lnTo>
                      <a:pt x="7531" y="7489"/>
                    </a:lnTo>
                    <a:lnTo>
                      <a:pt x="7725" y="7503"/>
                    </a:lnTo>
                    <a:lnTo>
                      <a:pt x="7906" y="7517"/>
                    </a:lnTo>
                    <a:lnTo>
                      <a:pt x="8086" y="7517"/>
                    </a:lnTo>
                    <a:lnTo>
                      <a:pt x="8281" y="7503"/>
                    </a:lnTo>
                    <a:lnTo>
                      <a:pt x="8462" y="7489"/>
                    </a:lnTo>
                    <a:lnTo>
                      <a:pt x="8642" y="7447"/>
                    </a:lnTo>
                    <a:lnTo>
                      <a:pt x="8823" y="7420"/>
                    </a:lnTo>
                    <a:lnTo>
                      <a:pt x="9003" y="7364"/>
                    </a:lnTo>
                    <a:lnTo>
                      <a:pt x="9184" y="7308"/>
                    </a:lnTo>
                    <a:lnTo>
                      <a:pt x="9351" y="7239"/>
                    </a:lnTo>
                    <a:lnTo>
                      <a:pt x="9517" y="7156"/>
                    </a:lnTo>
                    <a:lnTo>
                      <a:pt x="9684" y="7072"/>
                    </a:lnTo>
                    <a:lnTo>
                      <a:pt x="9837" y="6975"/>
                    </a:lnTo>
                    <a:lnTo>
                      <a:pt x="10004" y="6878"/>
                    </a:lnTo>
                    <a:lnTo>
                      <a:pt x="10143" y="6767"/>
                    </a:lnTo>
                    <a:lnTo>
                      <a:pt x="10281" y="6655"/>
                    </a:lnTo>
                    <a:lnTo>
                      <a:pt x="10420" y="6517"/>
                    </a:lnTo>
                    <a:lnTo>
                      <a:pt x="10407" y="6655"/>
                    </a:lnTo>
                    <a:lnTo>
                      <a:pt x="10407" y="6794"/>
                    </a:lnTo>
                    <a:lnTo>
                      <a:pt x="10420" y="7058"/>
                    </a:lnTo>
                    <a:lnTo>
                      <a:pt x="10462" y="7322"/>
                    </a:lnTo>
                    <a:lnTo>
                      <a:pt x="10532" y="7572"/>
                    </a:lnTo>
                    <a:lnTo>
                      <a:pt x="10629" y="7822"/>
                    </a:lnTo>
                    <a:lnTo>
                      <a:pt x="10768" y="8045"/>
                    </a:lnTo>
                    <a:lnTo>
                      <a:pt x="10921" y="8267"/>
                    </a:lnTo>
                    <a:lnTo>
                      <a:pt x="11004" y="8364"/>
                    </a:lnTo>
                    <a:lnTo>
                      <a:pt x="11101" y="8462"/>
                    </a:lnTo>
                    <a:lnTo>
                      <a:pt x="11198" y="8545"/>
                    </a:lnTo>
                    <a:lnTo>
                      <a:pt x="11310" y="8628"/>
                    </a:lnTo>
                    <a:lnTo>
                      <a:pt x="11532" y="8781"/>
                    </a:lnTo>
                    <a:lnTo>
                      <a:pt x="11768" y="8892"/>
                    </a:lnTo>
                    <a:lnTo>
                      <a:pt x="12018" y="8976"/>
                    </a:lnTo>
                    <a:lnTo>
                      <a:pt x="12282" y="9031"/>
                    </a:lnTo>
                    <a:lnTo>
                      <a:pt x="12546" y="9059"/>
                    </a:lnTo>
                    <a:lnTo>
                      <a:pt x="12810" y="9059"/>
                    </a:lnTo>
                    <a:lnTo>
                      <a:pt x="12949" y="9045"/>
                    </a:lnTo>
                    <a:lnTo>
                      <a:pt x="13074" y="9031"/>
                    </a:lnTo>
                    <a:lnTo>
                      <a:pt x="13005" y="9142"/>
                    </a:lnTo>
                    <a:lnTo>
                      <a:pt x="12935" y="9267"/>
                    </a:lnTo>
                    <a:lnTo>
                      <a:pt x="12893" y="9392"/>
                    </a:lnTo>
                    <a:lnTo>
                      <a:pt x="12852" y="9531"/>
                    </a:lnTo>
                    <a:lnTo>
                      <a:pt x="12824" y="9670"/>
                    </a:lnTo>
                    <a:lnTo>
                      <a:pt x="12796" y="9809"/>
                    </a:lnTo>
                    <a:lnTo>
                      <a:pt x="12782" y="9948"/>
                    </a:lnTo>
                    <a:lnTo>
                      <a:pt x="12782" y="10087"/>
                    </a:lnTo>
                    <a:lnTo>
                      <a:pt x="12796" y="10379"/>
                    </a:lnTo>
                    <a:lnTo>
                      <a:pt x="12838" y="10657"/>
                    </a:lnTo>
                    <a:lnTo>
                      <a:pt x="12921" y="10935"/>
                    </a:lnTo>
                    <a:lnTo>
                      <a:pt x="13018" y="11199"/>
                    </a:lnTo>
                    <a:lnTo>
                      <a:pt x="13074" y="11324"/>
                    </a:lnTo>
                    <a:lnTo>
                      <a:pt x="13143" y="11449"/>
                    </a:lnTo>
                    <a:lnTo>
                      <a:pt x="13227" y="11560"/>
                    </a:lnTo>
                    <a:lnTo>
                      <a:pt x="13310" y="11671"/>
                    </a:lnTo>
                    <a:lnTo>
                      <a:pt x="13394" y="11782"/>
                    </a:lnTo>
                    <a:lnTo>
                      <a:pt x="13491" y="11879"/>
                    </a:lnTo>
                    <a:lnTo>
                      <a:pt x="13602" y="11977"/>
                    </a:lnTo>
                    <a:lnTo>
                      <a:pt x="13699" y="12060"/>
                    </a:lnTo>
                    <a:lnTo>
                      <a:pt x="13824" y="12143"/>
                    </a:lnTo>
                    <a:lnTo>
                      <a:pt x="13935" y="12227"/>
                    </a:lnTo>
                    <a:lnTo>
                      <a:pt x="14060" y="12282"/>
                    </a:lnTo>
                    <a:lnTo>
                      <a:pt x="14185" y="12352"/>
                    </a:lnTo>
                    <a:lnTo>
                      <a:pt x="14310" y="12393"/>
                    </a:lnTo>
                    <a:lnTo>
                      <a:pt x="14449" y="12449"/>
                    </a:lnTo>
                    <a:lnTo>
                      <a:pt x="14588" y="12477"/>
                    </a:lnTo>
                    <a:lnTo>
                      <a:pt x="14713" y="12504"/>
                    </a:lnTo>
                    <a:lnTo>
                      <a:pt x="14686" y="12643"/>
                    </a:lnTo>
                    <a:lnTo>
                      <a:pt x="14658" y="12796"/>
                    </a:lnTo>
                    <a:lnTo>
                      <a:pt x="14644" y="12935"/>
                    </a:lnTo>
                    <a:lnTo>
                      <a:pt x="14630" y="13088"/>
                    </a:lnTo>
                    <a:lnTo>
                      <a:pt x="14630" y="13227"/>
                    </a:lnTo>
                    <a:lnTo>
                      <a:pt x="14644" y="13380"/>
                    </a:lnTo>
                    <a:lnTo>
                      <a:pt x="14658" y="13519"/>
                    </a:lnTo>
                    <a:lnTo>
                      <a:pt x="14686" y="13671"/>
                    </a:lnTo>
                    <a:lnTo>
                      <a:pt x="14727" y="13810"/>
                    </a:lnTo>
                    <a:lnTo>
                      <a:pt x="14769" y="13949"/>
                    </a:lnTo>
                    <a:lnTo>
                      <a:pt x="14825" y="14088"/>
                    </a:lnTo>
                    <a:lnTo>
                      <a:pt x="14894" y="14227"/>
                    </a:lnTo>
                    <a:lnTo>
                      <a:pt x="14963" y="14352"/>
                    </a:lnTo>
                    <a:lnTo>
                      <a:pt x="15033" y="14477"/>
                    </a:lnTo>
                    <a:lnTo>
                      <a:pt x="15116" y="14602"/>
                    </a:lnTo>
                    <a:lnTo>
                      <a:pt x="15214" y="14713"/>
                    </a:lnTo>
                    <a:lnTo>
                      <a:pt x="15311" y="14811"/>
                    </a:lnTo>
                    <a:lnTo>
                      <a:pt x="15422" y="14922"/>
                    </a:lnTo>
                    <a:lnTo>
                      <a:pt x="15533" y="15005"/>
                    </a:lnTo>
                    <a:lnTo>
                      <a:pt x="15658" y="15102"/>
                    </a:lnTo>
                    <a:lnTo>
                      <a:pt x="15783" y="15172"/>
                    </a:lnTo>
                    <a:lnTo>
                      <a:pt x="15908" y="15241"/>
                    </a:lnTo>
                    <a:lnTo>
                      <a:pt x="16047" y="15311"/>
                    </a:lnTo>
                    <a:lnTo>
                      <a:pt x="16186" y="15366"/>
                    </a:lnTo>
                    <a:lnTo>
                      <a:pt x="16325" y="15408"/>
                    </a:lnTo>
                    <a:lnTo>
                      <a:pt x="16464" y="15450"/>
                    </a:lnTo>
                    <a:lnTo>
                      <a:pt x="16603" y="15478"/>
                    </a:lnTo>
                    <a:lnTo>
                      <a:pt x="16756" y="15491"/>
                    </a:lnTo>
                    <a:lnTo>
                      <a:pt x="16908" y="15505"/>
                    </a:lnTo>
                    <a:lnTo>
                      <a:pt x="17047" y="15505"/>
                    </a:lnTo>
                    <a:lnTo>
                      <a:pt x="17200" y="15491"/>
                    </a:lnTo>
                    <a:lnTo>
                      <a:pt x="17339" y="15478"/>
                    </a:lnTo>
                    <a:lnTo>
                      <a:pt x="17575" y="14700"/>
                    </a:lnTo>
                    <a:lnTo>
                      <a:pt x="17798" y="13922"/>
                    </a:lnTo>
                    <a:lnTo>
                      <a:pt x="17978" y="13144"/>
                    </a:lnTo>
                    <a:lnTo>
                      <a:pt x="18131" y="12366"/>
                    </a:lnTo>
                    <a:lnTo>
                      <a:pt x="18256" y="11574"/>
                    </a:lnTo>
                    <a:lnTo>
                      <a:pt x="18353" y="10782"/>
                    </a:lnTo>
                    <a:lnTo>
                      <a:pt x="18409" y="9976"/>
                    </a:lnTo>
                    <a:lnTo>
                      <a:pt x="18437" y="9156"/>
                    </a:lnTo>
                    <a:lnTo>
                      <a:pt x="18451" y="8642"/>
                    </a:lnTo>
                    <a:lnTo>
                      <a:pt x="18437" y="8114"/>
                    </a:lnTo>
                    <a:lnTo>
                      <a:pt x="18409" y="7586"/>
                    </a:lnTo>
                    <a:lnTo>
                      <a:pt x="18353" y="7058"/>
                    </a:lnTo>
                    <a:lnTo>
                      <a:pt x="18270" y="6544"/>
                    </a:lnTo>
                    <a:lnTo>
                      <a:pt x="18173" y="6016"/>
                    </a:lnTo>
                    <a:lnTo>
                      <a:pt x="18048" y="5516"/>
                    </a:lnTo>
                    <a:lnTo>
                      <a:pt x="17964" y="5266"/>
                    </a:lnTo>
                    <a:lnTo>
                      <a:pt x="17881" y="5016"/>
                    </a:lnTo>
                    <a:lnTo>
                      <a:pt x="17756" y="4697"/>
                    </a:lnTo>
                    <a:lnTo>
                      <a:pt x="17603" y="4391"/>
                    </a:lnTo>
                    <a:lnTo>
                      <a:pt x="17436" y="4099"/>
                    </a:lnTo>
                    <a:lnTo>
                      <a:pt x="17256" y="3807"/>
                    </a:lnTo>
                    <a:lnTo>
                      <a:pt x="17061" y="3543"/>
                    </a:lnTo>
                    <a:lnTo>
                      <a:pt x="16839" y="3279"/>
                    </a:lnTo>
                    <a:lnTo>
                      <a:pt x="16617" y="3029"/>
                    </a:lnTo>
                    <a:lnTo>
                      <a:pt x="16367" y="2793"/>
                    </a:lnTo>
                    <a:lnTo>
                      <a:pt x="16103" y="2571"/>
                    </a:lnTo>
                    <a:lnTo>
                      <a:pt x="15839" y="2362"/>
                    </a:lnTo>
                    <a:lnTo>
                      <a:pt x="15547" y="2154"/>
                    </a:lnTo>
                    <a:lnTo>
                      <a:pt x="15255" y="1960"/>
                    </a:lnTo>
                    <a:lnTo>
                      <a:pt x="14950" y="1779"/>
                    </a:lnTo>
                    <a:lnTo>
                      <a:pt x="14630" y="1598"/>
                    </a:lnTo>
                    <a:lnTo>
                      <a:pt x="14310" y="1432"/>
                    </a:lnTo>
                    <a:lnTo>
                      <a:pt x="13977" y="1279"/>
                    </a:lnTo>
                    <a:lnTo>
                      <a:pt x="13644" y="1140"/>
                    </a:lnTo>
                    <a:lnTo>
                      <a:pt x="13296" y="1001"/>
                    </a:lnTo>
                    <a:lnTo>
                      <a:pt x="12949" y="876"/>
                    </a:lnTo>
                    <a:lnTo>
                      <a:pt x="12588" y="765"/>
                    </a:lnTo>
                    <a:lnTo>
                      <a:pt x="12227" y="654"/>
                    </a:lnTo>
                    <a:lnTo>
                      <a:pt x="11865" y="556"/>
                    </a:lnTo>
                    <a:lnTo>
                      <a:pt x="11504" y="459"/>
                    </a:lnTo>
                    <a:lnTo>
                      <a:pt x="11143" y="390"/>
                    </a:lnTo>
                    <a:lnTo>
                      <a:pt x="10407" y="251"/>
                    </a:lnTo>
                    <a:lnTo>
                      <a:pt x="9670" y="140"/>
                    </a:lnTo>
                    <a:lnTo>
                      <a:pt x="8962" y="56"/>
                    </a:lnTo>
                    <a:lnTo>
                      <a:pt x="8253" y="15"/>
                    </a:lnTo>
                    <a:lnTo>
                      <a:pt x="772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291;p19">
                <a:extLst>
                  <a:ext uri="{FF2B5EF4-FFF2-40B4-BE49-F238E27FC236}">
                    <a16:creationId xmlns:a16="http://schemas.microsoft.com/office/drawing/2014/main" id="{EA45ED36-CD4C-58C7-A073-4C2828BF40C4}"/>
                  </a:ext>
                </a:extLst>
              </p:cNvPr>
              <p:cNvSpPr/>
              <p:nvPr/>
            </p:nvSpPr>
            <p:spPr>
              <a:xfrm>
                <a:off x="3559050" y="1334275"/>
                <a:ext cx="3440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376" h="1363" extrusionOk="0">
                    <a:moveTo>
                      <a:pt x="584" y="1"/>
                    </a:moveTo>
                    <a:lnTo>
                      <a:pt x="459" y="42"/>
                    </a:lnTo>
                    <a:lnTo>
                      <a:pt x="334" y="98"/>
                    </a:lnTo>
                    <a:lnTo>
                      <a:pt x="236" y="167"/>
                    </a:lnTo>
                    <a:lnTo>
                      <a:pt x="139" y="265"/>
                    </a:lnTo>
                    <a:lnTo>
                      <a:pt x="70" y="376"/>
                    </a:lnTo>
                    <a:lnTo>
                      <a:pt x="28" y="501"/>
                    </a:lnTo>
                    <a:lnTo>
                      <a:pt x="0" y="640"/>
                    </a:lnTo>
                    <a:lnTo>
                      <a:pt x="14" y="779"/>
                    </a:lnTo>
                    <a:lnTo>
                      <a:pt x="42" y="918"/>
                    </a:lnTo>
                    <a:lnTo>
                      <a:pt x="98" y="1029"/>
                    </a:lnTo>
                    <a:lnTo>
                      <a:pt x="181" y="1140"/>
                    </a:lnTo>
                    <a:lnTo>
                      <a:pt x="278" y="1223"/>
                    </a:lnTo>
                    <a:lnTo>
                      <a:pt x="389" y="1293"/>
                    </a:lnTo>
                    <a:lnTo>
                      <a:pt x="514" y="1348"/>
                    </a:lnTo>
                    <a:lnTo>
                      <a:pt x="653" y="1362"/>
                    </a:lnTo>
                    <a:lnTo>
                      <a:pt x="792" y="1362"/>
                    </a:lnTo>
                    <a:lnTo>
                      <a:pt x="917" y="1334"/>
                    </a:lnTo>
                    <a:lnTo>
                      <a:pt x="1042" y="1279"/>
                    </a:lnTo>
                    <a:lnTo>
                      <a:pt x="1140" y="1196"/>
                    </a:lnTo>
                    <a:lnTo>
                      <a:pt x="1237" y="1098"/>
                    </a:lnTo>
                    <a:lnTo>
                      <a:pt x="1306" y="987"/>
                    </a:lnTo>
                    <a:lnTo>
                      <a:pt x="1348" y="862"/>
                    </a:lnTo>
                    <a:lnTo>
                      <a:pt x="1376" y="723"/>
                    </a:lnTo>
                    <a:lnTo>
                      <a:pt x="1362" y="584"/>
                    </a:lnTo>
                    <a:lnTo>
                      <a:pt x="1334" y="459"/>
                    </a:lnTo>
                    <a:lnTo>
                      <a:pt x="1278" y="334"/>
                    </a:lnTo>
                    <a:lnTo>
                      <a:pt x="1195" y="223"/>
                    </a:lnTo>
                    <a:lnTo>
                      <a:pt x="1098" y="140"/>
                    </a:lnTo>
                    <a:lnTo>
                      <a:pt x="987" y="70"/>
                    </a:lnTo>
                    <a:lnTo>
                      <a:pt x="862" y="28"/>
                    </a:lnTo>
                    <a:lnTo>
                      <a:pt x="72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292;p19">
                <a:extLst>
                  <a:ext uri="{FF2B5EF4-FFF2-40B4-BE49-F238E27FC236}">
                    <a16:creationId xmlns:a16="http://schemas.microsoft.com/office/drawing/2014/main" id="{74D912D2-38A6-0162-32C9-F174B3E0BD78}"/>
                  </a:ext>
                </a:extLst>
              </p:cNvPr>
              <p:cNvSpPr/>
              <p:nvPr/>
            </p:nvSpPr>
            <p:spPr>
              <a:xfrm>
                <a:off x="3563900" y="1340175"/>
                <a:ext cx="12525" cy="1255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502" extrusionOk="0">
                    <a:moveTo>
                      <a:pt x="223" y="1"/>
                    </a:moveTo>
                    <a:lnTo>
                      <a:pt x="168" y="15"/>
                    </a:lnTo>
                    <a:lnTo>
                      <a:pt x="126" y="29"/>
                    </a:lnTo>
                    <a:lnTo>
                      <a:pt x="84" y="56"/>
                    </a:lnTo>
                    <a:lnTo>
                      <a:pt x="56" y="98"/>
                    </a:lnTo>
                    <a:lnTo>
                      <a:pt x="29" y="140"/>
                    </a:lnTo>
                    <a:lnTo>
                      <a:pt x="15" y="181"/>
                    </a:lnTo>
                    <a:lnTo>
                      <a:pt x="1" y="237"/>
                    </a:lnTo>
                    <a:lnTo>
                      <a:pt x="1" y="279"/>
                    </a:lnTo>
                    <a:lnTo>
                      <a:pt x="15" y="334"/>
                    </a:lnTo>
                    <a:lnTo>
                      <a:pt x="42" y="376"/>
                    </a:lnTo>
                    <a:lnTo>
                      <a:pt x="70" y="418"/>
                    </a:lnTo>
                    <a:lnTo>
                      <a:pt x="98" y="445"/>
                    </a:lnTo>
                    <a:lnTo>
                      <a:pt x="140" y="473"/>
                    </a:lnTo>
                    <a:lnTo>
                      <a:pt x="195" y="487"/>
                    </a:lnTo>
                    <a:lnTo>
                      <a:pt x="237" y="501"/>
                    </a:lnTo>
                    <a:lnTo>
                      <a:pt x="293" y="487"/>
                    </a:lnTo>
                    <a:lnTo>
                      <a:pt x="334" y="487"/>
                    </a:lnTo>
                    <a:lnTo>
                      <a:pt x="376" y="459"/>
                    </a:lnTo>
                    <a:lnTo>
                      <a:pt x="418" y="432"/>
                    </a:lnTo>
                    <a:lnTo>
                      <a:pt x="459" y="404"/>
                    </a:lnTo>
                    <a:lnTo>
                      <a:pt x="473" y="362"/>
                    </a:lnTo>
                    <a:lnTo>
                      <a:pt x="501" y="307"/>
                    </a:lnTo>
                    <a:lnTo>
                      <a:pt x="501" y="265"/>
                    </a:lnTo>
                    <a:lnTo>
                      <a:pt x="501" y="209"/>
                    </a:lnTo>
                    <a:lnTo>
                      <a:pt x="487" y="168"/>
                    </a:lnTo>
                    <a:lnTo>
                      <a:pt x="473" y="112"/>
                    </a:lnTo>
                    <a:lnTo>
                      <a:pt x="445" y="84"/>
                    </a:lnTo>
                    <a:lnTo>
                      <a:pt x="404" y="43"/>
                    </a:lnTo>
                    <a:lnTo>
                      <a:pt x="362" y="15"/>
                    </a:lnTo>
                    <a:lnTo>
                      <a:pt x="32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293;p19">
                <a:extLst>
                  <a:ext uri="{FF2B5EF4-FFF2-40B4-BE49-F238E27FC236}">
                    <a16:creationId xmlns:a16="http://schemas.microsoft.com/office/drawing/2014/main" id="{830D954B-49D5-556C-C490-1359AECA8342}"/>
                  </a:ext>
                </a:extLst>
              </p:cNvPr>
              <p:cNvSpPr/>
              <p:nvPr/>
            </p:nvSpPr>
            <p:spPr>
              <a:xfrm>
                <a:off x="3427050" y="1326650"/>
                <a:ext cx="34075" cy="34050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1362" extrusionOk="0">
                    <a:moveTo>
                      <a:pt x="584" y="0"/>
                    </a:moveTo>
                    <a:lnTo>
                      <a:pt x="446" y="28"/>
                    </a:lnTo>
                    <a:lnTo>
                      <a:pt x="334" y="83"/>
                    </a:lnTo>
                    <a:lnTo>
                      <a:pt x="223" y="167"/>
                    </a:lnTo>
                    <a:lnTo>
                      <a:pt x="140" y="264"/>
                    </a:lnTo>
                    <a:lnTo>
                      <a:pt x="70" y="375"/>
                    </a:lnTo>
                    <a:lnTo>
                      <a:pt x="15" y="500"/>
                    </a:lnTo>
                    <a:lnTo>
                      <a:pt x="1" y="639"/>
                    </a:lnTo>
                    <a:lnTo>
                      <a:pt x="1" y="778"/>
                    </a:lnTo>
                    <a:lnTo>
                      <a:pt x="29" y="903"/>
                    </a:lnTo>
                    <a:lnTo>
                      <a:pt x="98" y="1028"/>
                    </a:lnTo>
                    <a:lnTo>
                      <a:pt x="168" y="1125"/>
                    </a:lnTo>
                    <a:lnTo>
                      <a:pt x="265" y="1223"/>
                    </a:lnTo>
                    <a:lnTo>
                      <a:pt x="376" y="1292"/>
                    </a:lnTo>
                    <a:lnTo>
                      <a:pt x="501" y="1334"/>
                    </a:lnTo>
                    <a:lnTo>
                      <a:pt x="640" y="1362"/>
                    </a:lnTo>
                    <a:lnTo>
                      <a:pt x="779" y="1348"/>
                    </a:lnTo>
                    <a:lnTo>
                      <a:pt x="904" y="1320"/>
                    </a:lnTo>
                    <a:lnTo>
                      <a:pt x="1029" y="1264"/>
                    </a:lnTo>
                    <a:lnTo>
                      <a:pt x="1140" y="1195"/>
                    </a:lnTo>
                    <a:lnTo>
                      <a:pt x="1224" y="1098"/>
                    </a:lnTo>
                    <a:lnTo>
                      <a:pt x="1293" y="986"/>
                    </a:lnTo>
                    <a:lnTo>
                      <a:pt x="1349" y="848"/>
                    </a:lnTo>
                    <a:lnTo>
                      <a:pt x="1362" y="722"/>
                    </a:lnTo>
                    <a:lnTo>
                      <a:pt x="1362" y="584"/>
                    </a:lnTo>
                    <a:lnTo>
                      <a:pt x="1321" y="445"/>
                    </a:lnTo>
                    <a:lnTo>
                      <a:pt x="1265" y="333"/>
                    </a:lnTo>
                    <a:lnTo>
                      <a:pt x="1196" y="222"/>
                    </a:lnTo>
                    <a:lnTo>
                      <a:pt x="1099" y="139"/>
                    </a:lnTo>
                    <a:lnTo>
                      <a:pt x="987" y="56"/>
                    </a:lnTo>
                    <a:lnTo>
                      <a:pt x="862" y="14"/>
                    </a:lnTo>
                    <a:lnTo>
                      <a:pt x="72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294;p19">
                <a:extLst>
                  <a:ext uri="{FF2B5EF4-FFF2-40B4-BE49-F238E27FC236}">
                    <a16:creationId xmlns:a16="http://schemas.microsoft.com/office/drawing/2014/main" id="{DCB8CF27-59CF-AEC3-3E94-EC9586CE345B}"/>
                  </a:ext>
                </a:extLst>
              </p:cNvPr>
              <p:cNvSpPr/>
              <p:nvPr/>
            </p:nvSpPr>
            <p:spPr>
              <a:xfrm>
                <a:off x="3431925" y="1332200"/>
                <a:ext cx="12525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501" extrusionOk="0">
                    <a:moveTo>
                      <a:pt x="209" y="0"/>
                    </a:moveTo>
                    <a:lnTo>
                      <a:pt x="167" y="14"/>
                    </a:lnTo>
                    <a:lnTo>
                      <a:pt x="126" y="42"/>
                    </a:lnTo>
                    <a:lnTo>
                      <a:pt x="84" y="70"/>
                    </a:lnTo>
                    <a:lnTo>
                      <a:pt x="42" y="98"/>
                    </a:lnTo>
                    <a:lnTo>
                      <a:pt x="28" y="139"/>
                    </a:lnTo>
                    <a:lnTo>
                      <a:pt x="0" y="195"/>
                    </a:lnTo>
                    <a:lnTo>
                      <a:pt x="0" y="237"/>
                    </a:lnTo>
                    <a:lnTo>
                      <a:pt x="0" y="292"/>
                    </a:lnTo>
                    <a:lnTo>
                      <a:pt x="14" y="334"/>
                    </a:lnTo>
                    <a:lnTo>
                      <a:pt x="28" y="375"/>
                    </a:lnTo>
                    <a:lnTo>
                      <a:pt x="56" y="417"/>
                    </a:lnTo>
                    <a:lnTo>
                      <a:pt x="98" y="459"/>
                    </a:lnTo>
                    <a:lnTo>
                      <a:pt x="139" y="473"/>
                    </a:lnTo>
                    <a:lnTo>
                      <a:pt x="181" y="500"/>
                    </a:lnTo>
                    <a:lnTo>
                      <a:pt x="278" y="500"/>
                    </a:lnTo>
                    <a:lnTo>
                      <a:pt x="334" y="487"/>
                    </a:lnTo>
                    <a:lnTo>
                      <a:pt x="376" y="473"/>
                    </a:lnTo>
                    <a:lnTo>
                      <a:pt x="417" y="445"/>
                    </a:lnTo>
                    <a:lnTo>
                      <a:pt x="445" y="403"/>
                    </a:lnTo>
                    <a:lnTo>
                      <a:pt x="473" y="362"/>
                    </a:lnTo>
                    <a:lnTo>
                      <a:pt x="487" y="320"/>
                    </a:lnTo>
                    <a:lnTo>
                      <a:pt x="501" y="264"/>
                    </a:lnTo>
                    <a:lnTo>
                      <a:pt x="501" y="223"/>
                    </a:lnTo>
                    <a:lnTo>
                      <a:pt x="487" y="167"/>
                    </a:lnTo>
                    <a:lnTo>
                      <a:pt x="459" y="125"/>
                    </a:lnTo>
                    <a:lnTo>
                      <a:pt x="431" y="84"/>
                    </a:lnTo>
                    <a:lnTo>
                      <a:pt x="403" y="56"/>
                    </a:lnTo>
                    <a:lnTo>
                      <a:pt x="362" y="28"/>
                    </a:lnTo>
                    <a:lnTo>
                      <a:pt x="306" y="14"/>
                    </a:lnTo>
                    <a:lnTo>
                      <a:pt x="2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295;p19">
                <a:extLst>
                  <a:ext uri="{FF2B5EF4-FFF2-40B4-BE49-F238E27FC236}">
                    <a16:creationId xmlns:a16="http://schemas.microsoft.com/office/drawing/2014/main" id="{D4BEA1F3-ADD7-AFC2-E6FF-C410D4A0285A}"/>
                  </a:ext>
                </a:extLst>
              </p:cNvPr>
              <p:cNvSpPr/>
              <p:nvPr/>
            </p:nvSpPr>
            <p:spPr>
              <a:xfrm>
                <a:off x="3402750" y="1272450"/>
                <a:ext cx="767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1196" extrusionOk="0">
                    <a:moveTo>
                      <a:pt x="1376" y="1"/>
                    </a:moveTo>
                    <a:lnTo>
                      <a:pt x="1195" y="15"/>
                    </a:lnTo>
                    <a:lnTo>
                      <a:pt x="1015" y="56"/>
                    </a:lnTo>
                    <a:lnTo>
                      <a:pt x="834" y="112"/>
                    </a:lnTo>
                    <a:lnTo>
                      <a:pt x="667" y="167"/>
                    </a:lnTo>
                    <a:lnTo>
                      <a:pt x="487" y="251"/>
                    </a:lnTo>
                    <a:lnTo>
                      <a:pt x="320" y="348"/>
                    </a:lnTo>
                    <a:lnTo>
                      <a:pt x="153" y="473"/>
                    </a:lnTo>
                    <a:lnTo>
                      <a:pt x="112" y="515"/>
                    </a:lnTo>
                    <a:lnTo>
                      <a:pt x="70" y="584"/>
                    </a:lnTo>
                    <a:lnTo>
                      <a:pt x="28" y="654"/>
                    </a:lnTo>
                    <a:lnTo>
                      <a:pt x="14" y="723"/>
                    </a:lnTo>
                    <a:lnTo>
                      <a:pt x="0" y="807"/>
                    </a:lnTo>
                    <a:lnTo>
                      <a:pt x="14" y="890"/>
                    </a:lnTo>
                    <a:lnTo>
                      <a:pt x="28" y="959"/>
                    </a:lnTo>
                    <a:lnTo>
                      <a:pt x="70" y="1029"/>
                    </a:lnTo>
                    <a:lnTo>
                      <a:pt x="112" y="1098"/>
                    </a:lnTo>
                    <a:lnTo>
                      <a:pt x="167" y="1140"/>
                    </a:lnTo>
                    <a:lnTo>
                      <a:pt x="223" y="1168"/>
                    </a:lnTo>
                    <a:lnTo>
                      <a:pt x="292" y="1196"/>
                    </a:lnTo>
                    <a:lnTo>
                      <a:pt x="417" y="1196"/>
                    </a:lnTo>
                    <a:lnTo>
                      <a:pt x="487" y="1168"/>
                    </a:lnTo>
                    <a:lnTo>
                      <a:pt x="556" y="1126"/>
                    </a:lnTo>
                    <a:lnTo>
                      <a:pt x="681" y="1043"/>
                    </a:lnTo>
                    <a:lnTo>
                      <a:pt x="834" y="959"/>
                    </a:lnTo>
                    <a:lnTo>
                      <a:pt x="973" y="904"/>
                    </a:lnTo>
                    <a:lnTo>
                      <a:pt x="1126" y="848"/>
                    </a:lnTo>
                    <a:lnTo>
                      <a:pt x="1279" y="820"/>
                    </a:lnTo>
                    <a:lnTo>
                      <a:pt x="1431" y="807"/>
                    </a:lnTo>
                    <a:lnTo>
                      <a:pt x="1584" y="807"/>
                    </a:lnTo>
                    <a:lnTo>
                      <a:pt x="1737" y="820"/>
                    </a:lnTo>
                    <a:lnTo>
                      <a:pt x="1904" y="848"/>
                    </a:lnTo>
                    <a:lnTo>
                      <a:pt x="2057" y="890"/>
                    </a:lnTo>
                    <a:lnTo>
                      <a:pt x="2196" y="945"/>
                    </a:lnTo>
                    <a:lnTo>
                      <a:pt x="2334" y="1015"/>
                    </a:lnTo>
                    <a:lnTo>
                      <a:pt x="2460" y="1098"/>
                    </a:lnTo>
                    <a:lnTo>
                      <a:pt x="2585" y="1168"/>
                    </a:lnTo>
                    <a:lnTo>
                      <a:pt x="2654" y="1196"/>
                    </a:lnTo>
                    <a:lnTo>
                      <a:pt x="2793" y="1196"/>
                    </a:lnTo>
                    <a:lnTo>
                      <a:pt x="2862" y="1168"/>
                    </a:lnTo>
                    <a:lnTo>
                      <a:pt x="2932" y="1126"/>
                    </a:lnTo>
                    <a:lnTo>
                      <a:pt x="2987" y="1070"/>
                    </a:lnTo>
                    <a:lnTo>
                      <a:pt x="3015" y="1001"/>
                    </a:lnTo>
                    <a:lnTo>
                      <a:pt x="3043" y="932"/>
                    </a:lnTo>
                    <a:lnTo>
                      <a:pt x="3071" y="848"/>
                    </a:lnTo>
                    <a:lnTo>
                      <a:pt x="3071" y="765"/>
                    </a:lnTo>
                    <a:lnTo>
                      <a:pt x="3057" y="695"/>
                    </a:lnTo>
                    <a:lnTo>
                      <a:pt x="3043" y="612"/>
                    </a:lnTo>
                    <a:lnTo>
                      <a:pt x="3001" y="556"/>
                    </a:lnTo>
                    <a:lnTo>
                      <a:pt x="2946" y="501"/>
                    </a:lnTo>
                    <a:lnTo>
                      <a:pt x="2793" y="376"/>
                    </a:lnTo>
                    <a:lnTo>
                      <a:pt x="2626" y="279"/>
                    </a:lnTo>
                    <a:lnTo>
                      <a:pt x="2460" y="195"/>
                    </a:lnTo>
                    <a:lnTo>
                      <a:pt x="2293" y="126"/>
                    </a:lnTo>
                    <a:lnTo>
                      <a:pt x="2112" y="70"/>
                    </a:lnTo>
                    <a:lnTo>
                      <a:pt x="1932" y="29"/>
                    </a:lnTo>
                    <a:lnTo>
                      <a:pt x="175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296;p19">
                <a:extLst>
                  <a:ext uri="{FF2B5EF4-FFF2-40B4-BE49-F238E27FC236}">
                    <a16:creationId xmlns:a16="http://schemas.microsoft.com/office/drawing/2014/main" id="{856D233C-A84E-49E5-7ED7-465397FED463}"/>
                  </a:ext>
                </a:extLst>
              </p:cNvPr>
              <p:cNvSpPr/>
              <p:nvPr/>
            </p:nvSpPr>
            <p:spPr>
              <a:xfrm>
                <a:off x="3541325" y="1263775"/>
                <a:ext cx="87550" cy="34050"/>
              </a:xfrm>
              <a:custGeom>
                <a:avLst/>
                <a:gdLst/>
                <a:ahLst/>
                <a:cxnLst/>
                <a:rect l="l" t="t" r="r" b="b"/>
                <a:pathLst>
                  <a:path w="3502" h="1362" extrusionOk="0">
                    <a:moveTo>
                      <a:pt x="1404" y="0"/>
                    </a:moveTo>
                    <a:lnTo>
                      <a:pt x="1196" y="28"/>
                    </a:lnTo>
                    <a:lnTo>
                      <a:pt x="987" y="56"/>
                    </a:lnTo>
                    <a:lnTo>
                      <a:pt x="779" y="98"/>
                    </a:lnTo>
                    <a:lnTo>
                      <a:pt x="570" y="167"/>
                    </a:lnTo>
                    <a:lnTo>
                      <a:pt x="376" y="250"/>
                    </a:lnTo>
                    <a:lnTo>
                      <a:pt x="181" y="334"/>
                    </a:lnTo>
                    <a:lnTo>
                      <a:pt x="112" y="389"/>
                    </a:lnTo>
                    <a:lnTo>
                      <a:pt x="70" y="445"/>
                    </a:lnTo>
                    <a:lnTo>
                      <a:pt x="29" y="514"/>
                    </a:lnTo>
                    <a:lnTo>
                      <a:pt x="15" y="598"/>
                    </a:lnTo>
                    <a:lnTo>
                      <a:pt x="1" y="681"/>
                    </a:lnTo>
                    <a:lnTo>
                      <a:pt x="15" y="751"/>
                    </a:lnTo>
                    <a:lnTo>
                      <a:pt x="42" y="834"/>
                    </a:lnTo>
                    <a:lnTo>
                      <a:pt x="70" y="903"/>
                    </a:lnTo>
                    <a:lnTo>
                      <a:pt x="126" y="959"/>
                    </a:lnTo>
                    <a:lnTo>
                      <a:pt x="195" y="1015"/>
                    </a:lnTo>
                    <a:lnTo>
                      <a:pt x="279" y="1056"/>
                    </a:lnTo>
                    <a:lnTo>
                      <a:pt x="348" y="1070"/>
                    </a:lnTo>
                    <a:lnTo>
                      <a:pt x="431" y="1056"/>
                    </a:lnTo>
                    <a:lnTo>
                      <a:pt x="501" y="1042"/>
                    </a:lnTo>
                    <a:lnTo>
                      <a:pt x="654" y="1001"/>
                    </a:lnTo>
                    <a:lnTo>
                      <a:pt x="807" y="931"/>
                    </a:lnTo>
                    <a:lnTo>
                      <a:pt x="973" y="876"/>
                    </a:lnTo>
                    <a:lnTo>
                      <a:pt x="1154" y="848"/>
                    </a:lnTo>
                    <a:lnTo>
                      <a:pt x="1334" y="820"/>
                    </a:lnTo>
                    <a:lnTo>
                      <a:pt x="1515" y="806"/>
                    </a:lnTo>
                    <a:lnTo>
                      <a:pt x="1696" y="820"/>
                    </a:lnTo>
                    <a:lnTo>
                      <a:pt x="1862" y="834"/>
                    </a:lnTo>
                    <a:lnTo>
                      <a:pt x="2043" y="876"/>
                    </a:lnTo>
                    <a:lnTo>
                      <a:pt x="2210" y="917"/>
                    </a:lnTo>
                    <a:lnTo>
                      <a:pt x="2376" y="987"/>
                    </a:lnTo>
                    <a:lnTo>
                      <a:pt x="2543" y="1070"/>
                    </a:lnTo>
                    <a:lnTo>
                      <a:pt x="2696" y="1167"/>
                    </a:lnTo>
                    <a:lnTo>
                      <a:pt x="2835" y="1265"/>
                    </a:lnTo>
                    <a:lnTo>
                      <a:pt x="2891" y="1320"/>
                    </a:lnTo>
                    <a:lnTo>
                      <a:pt x="2974" y="1348"/>
                    </a:lnTo>
                    <a:lnTo>
                      <a:pt x="3043" y="1362"/>
                    </a:lnTo>
                    <a:lnTo>
                      <a:pt x="3127" y="1362"/>
                    </a:lnTo>
                    <a:lnTo>
                      <a:pt x="3196" y="1348"/>
                    </a:lnTo>
                    <a:lnTo>
                      <a:pt x="3280" y="1334"/>
                    </a:lnTo>
                    <a:lnTo>
                      <a:pt x="3335" y="1292"/>
                    </a:lnTo>
                    <a:lnTo>
                      <a:pt x="3405" y="1237"/>
                    </a:lnTo>
                    <a:lnTo>
                      <a:pt x="3446" y="1167"/>
                    </a:lnTo>
                    <a:lnTo>
                      <a:pt x="3474" y="1098"/>
                    </a:lnTo>
                    <a:lnTo>
                      <a:pt x="3488" y="1015"/>
                    </a:lnTo>
                    <a:lnTo>
                      <a:pt x="3502" y="945"/>
                    </a:lnTo>
                    <a:lnTo>
                      <a:pt x="3488" y="862"/>
                    </a:lnTo>
                    <a:lnTo>
                      <a:pt x="3460" y="792"/>
                    </a:lnTo>
                    <a:lnTo>
                      <a:pt x="3418" y="723"/>
                    </a:lnTo>
                    <a:lnTo>
                      <a:pt x="3363" y="667"/>
                    </a:lnTo>
                    <a:lnTo>
                      <a:pt x="3196" y="528"/>
                    </a:lnTo>
                    <a:lnTo>
                      <a:pt x="3016" y="403"/>
                    </a:lnTo>
                    <a:lnTo>
                      <a:pt x="2821" y="306"/>
                    </a:lnTo>
                    <a:lnTo>
                      <a:pt x="2627" y="223"/>
                    </a:lnTo>
                    <a:lnTo>
                      <a:pt x="2432" y="139"/>
                    </a:lnTo>
                    <a:lnTo>
                      <a:pt x="2238" y="84"/>
                    </a:lnTo>
                    <a:lnTo>
                      <a:pt x="2029" y="42"/>
                    </a:lnTo>
                    <a:lnTo>
                      <a:pt x="1821" y="14"/>
                    </a:lnTo>
                    <a:lnTo>
                      <a:pt x="161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297;p19">
                <a:extLst>
                  <a:ext uri="{FF2B5EF4-FFF2-40B4-BE49-F238E27FC236}">
                    <a16:creationId xmlns:a16="http://schemas.microsoft.com/office/drawing/2014/main" id="{755642FD-F580-1B5B-126F-6291E93A1E94}"/>
                  </a:ext>
                </a:extLst>
              </p:cNvPr>
              <p:cNvSpPr/>
              <p:nvPr/>
            </p:nvSpPr>
            <p:spPr>
              <a:xfrm>
                <a:off x="3476375" y="1369350"/>
                <a:ext cx="26425" cy="22950"/>
              </a:xfrm>
              <a:custGeom>
                <a:avLst/>
                <a:gdLst/>
                <a:ahLst/>
                <a:cxnLst/>
                <a:rect l="l" t="t" r="r" b="b"/>
                <a:pathLst>
                  <a:path w="1057" h="918" extrusionOk="0">
                    <a:moveTo>
                      <a:pt x="404" y="1"/>
                    </a:moveTo>
                    <a:lnTo>
                      <a:pt x="320" y="15"/>
                    </a:lnTo>
                    <a:lnTo>
                      <a:pt x="251" y="43"/>
                    </a:lnTo>
                    <a:lnTo>
                      <a:pt x="181" y="84"/>
                    </a:lnTo>
                    <a:lnTo>
                      <a:pt x="112" y="140"/>
                    </a:lnTo>
                    <a:lnTo>
                      <a:pt x="56" y="223"/>
                    </a:lnTo>
                    <a:lnTo>
                      <a:pt x="29" y="334"/>
                    </a:lnTo>
                    <a:lnTo>
                      <a:pt x="1" y="473"/>
                    </a:lnTo>
                    <a:lnTo>
                      <a:pt x="15" y="640"/>
                    </a:lnTo>
                    <a:lnTo>
                      <a:pt x="42" y="848"/>
                    </a:lnTo>
                    <a:lnTo>
                      <a:pt x="56" y="876"/>
                    </a:lnTo>
                    <a:lnTo>
                      <a:pt x="84" y="890"/>
                    </a:lnTo>
                    <a:lnTo>
                      <a:pt x="98" y="904"/>
                    </a:lnTo>
                    <a:lnTo>
                      <a:pt x="126" y="918"/>
                    </a:lnTo>
                    <a:lnTo>
                      <a:pt x="154" y="904"/>
                    </a:lnTo>
                    <a:lnTo>
                      <a:pt x="195" y="890"/>
                    </a:lnTo>
                    <a:lnTo>
                      <a:pt x="209" y="876"/>
                    </a:lnTo>
                    <a:lnTo>
                      <a:pt x="223" y="834"/>
                    </a:lnTo>
                    <a:lnTo>
                      <a:pt x="223" y="807"/>
                    </a:lnTo>
                    <a:lnTo>
                      <a:pt x="195" y="668"/>
                    </a:lnTo>
                    <a:lnTo>
                      <a:pt x="181" y="557"/>
                    </a:lnTo>
                    <a:lnTo>
                      <a:pt x="181" y="459"/>
                    </a:lnTo>
                    <a:lnTo>
                      <a:pt x="195" y="376"/>
                    </a:lnTo>
                    <a:lnTo>
                      <a:pt x="223" y="307"/>
                    </a:lnTo>
                    <a:lnTo>
                      <a:pt x="265" y="251"/>
                    </a:lnTo>
                    <a:lnTo>
                      <a:pt x="306" y="209"/>
                    </a:lnTo>
                    <a:lnTo>
                      <a:pt x="376" y="182"/>
                    </a:lnTo>
                    <a:lnTo>
                      <a:pt x="431" y="182"/>
                    </a:lnTo>
                    <a:lnTo>
                      <a:pt x="487" y="168"/>
                    </a:lnTo>
                    <a:lnTo>
                      <a:pt x="626" y="195"/>
                    </a:lnTo>
                    <a:lnTo>
                      <a:pt x="765" y="265"/>
                    </a:lnTo>
                    <a:lnTo>
                      <a:pt x="918" y="348"/>
                    </a:lnTo>
                    <a:lnTo>
                      <a:pt x="945" y="362"/>
                    </a:lnTo>
                    <a:lnTo>
                      <a:pt x="987" y="376"/>
                    </a:lnTo>
                    <a:lnTo>
                      <a:pt x="1015" y="362"/>
                    </a:lnTo>
                    <a:lnTo>
                      <a:pt x="1043" y="334"/>
                    </a:lnTo>
                    <a:lnTo>
                      <a:pt x="1057" y="307"/>
                    </a:lnTo>
                    <a:lnTo>
                      <a:pt x="1057" y="265"/>
                    </a:lnTo>
                    <a:lnTo>
                      <a:pt x="1043" y="237"/>
                    </a:lnTo>
                    <a:lnTo>
                      <a:pt x="1029" y="209"/>
                    </a:lnTo>
                    <a:lnTo>
                      <a:pt x="834" y="98"/>
                    </a:lnTo>
                    <a:lnTo>
                      <a:pt x="737" y="56"/>
                    </a:lnTo>
                    <a:lnTo>
                      <a:pt x="654" y="29"/>
                    </a:lnTo>
                    <a:lnTo>
                      <a:pt x="570" y="1"/>
                    </a:lnTo>
                    <a:close/>
                  </a:path>
                </a:pathLst>
              </a:custGeom>
              <a:solidFill>
                <a:srgbClr val="662D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298;p19">
                <a:extLst>
                  <a:ext uri="{FF2B5EF4-FFF2-40B4-BE49-F238E27FC236}">
                    <a16:creationId xmlns:a16="http://schemas.microsoft.com/office/drawing/2014/main" id="{1842A5D0-9131-4C2A-A9A4-45DC9566CF0F}"/>
                  </a:ext>
                </a:extLst>
              </p:cNvPr>
              <p:cNvSpPr/>
              <p:nvPr/>
            </p:nvSpPr>
            <p:spPr>
              <a:xfrm>
                <a:off x="3465950" y="1413475"/>
                <a:ext cx="80975" cy="31625"/>
              </a:xfrm>
              <a:custGeom>
                <a:avLst/>
                <a:gdLst/>
                <a:ahLst/>
                <a:cxnLst/>
                <a:rect l="l" t="t" r="r" b="b"/>
                <a:pathLst>
                  <a:path w="3239" h="1265" extrusionOk="0">
                    <a:moveTo>
                      <a:pt x="2543" y="0"/>
                    </a:moveTo>
                    <a:lnTo>
                      <a:pt x="2196" y="28"/>
                    </a:lnTo>
                    <a:lnTo>
                      <a:pt x="1849" y="84"/>
                    </a:lnTo>
                    <a:lnTo>
                      <a:pt x="1501" y="139"/>
                    </a:lnTo>
                    <a:lnTo>
                      <a:pt x="1168" y="223"/>
                    </a:lnTo>
                    <a:lnTo>
                      <a:pt x="835" y="334"/>
                    </a:lnTo>
                    <a:lnTo>
                      <a:pt x="501" y="459"/>
                    </a:lnTo>
                    <a:lnTo>
                      <a:pt x="182" y="598"/>
                    </a:lnTo>
                    <a:lnTo>
                      <a:pt x="126" y="639"/>
                    </a:lnTo>
                    <a:lnTo>
                      <a:pt x="70" y="681"/>
                    </a:lnTo>
                    <a:lnTo>
                      <a:pt x="43" y="737"/>
                    </a:lnTo>
                    <a:lnTo>
                      <a:pt x="15" y="806"/>
                    </a:lnTo>
                    <a:lnTo>
                      <a:pt x="1" y="876"/>
                    </a:lnTo>
                    <a:lnTo>
                      <a:pt x="1" y="959"/>
                    </a:lnTo>
                    <a:lnTo>
                      <a:pt x="15" y="1028"/>
                    </a:lnTo>
                    <a:lnTo>
                      <a:pt x="43" y="1084"/>
                    </a:lnTo>
                    <a:lnTo>
                      <a:pt x="98" y="1167"/>
                    </a:lnTo>
                    <a:lnTo>
                      <a:pt x="168" y="1223"/>
                    </a:lnTo>
                    <a:lnTo>
                      <a:pt x="251" y="1251"/>
                    </a:lnTo>
                    <a:lnTo>
                      <a:pt x="348" y="1265"/>
                    </a:lnTo>
                    <a:lnTo>
                      <a:pt x="432" y="1251"/>
                    </a:lnTo>
                    <a:lnTo>
                      <a:pt x="515" y="1223"/>
                    </a:lnTo>
                    <a:lnTo>
                      <a:pt x="793" y="1098"/>
                    </a:lnTo>
                    <a:lnTo>
                      <a:pt x="1071" y="987"/>
                    </a:lnTo>
                    <a:lnTo>
                      <a:pt x="1362" y="903"/>
                    </a:lnTo>
                    <a:lnTo>
                      <a:pt x="1654" y="820"/>
                    </a:lnTo>
                    <a:lnTo>
                      <a:pt x="1960" y="764"/>
                    </a:lnTo>
                    <a:lnTo>
                      <a:pt x="2266" y="723"/>
                    </a:lnTo>
                    <a:lnTo>
                      <a:pt x="2571" y="709"/>
                    </a:lnTo>
                    <a:lnTo>
                      <a:pt x="2891" y="695"/>
                    </a:lnTo>
                    <a:lnTo>
                      <a:pt x="2974" y="695"/>
                    </a:lnTo>
                    <a:lnTo>
                      <a:pt x="3057" y="667"/>
                    </a:lnTo>
                    <a:lnTo>
                      <a:pt x="3127" y="612"/>
                    </a:lnTo>
                    <a:lnTo>
                      <a:pt x="3182" y="542"/>
                    </a:lnTo>
                    <a:lnTo>
                      <a:pt x="3224" y="445"/>
                    </a:lnTo>
                    <a:lnTo>
                      <a:pt x="3238" y="348"/>
                    </a:lnTo>
                    <a:lnTo>
                      <a:pt x="3224" y="250"/>
                    </a:lnTo>
                    <a:lnTo>
                      <a:pt x="3182" y="167"/>
                    </a:lnTo>
                    <a:lnTo>
                      <a:pt x="3127" y="98"/>
                    </a:lnTo>
                    <a:lnTo>
                      <a:pt x="3057" y="42"/>
                    </a:lnTo>
                    <a:lnTo>
                      <a:pt x="29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299;p19">
                <a:extLst>
                  <a:ext uri="{FF2B5EF4-FFF2-40B4-BE49-F238E27FC236}">
                    <a16:creationId xmlns:a16="http://schemas.microsoft.com/office/drawing/2014/main" id="{D0496EEB-25C9-F5E1-D6B9-ABB4A2A6A888}"/>
                  </a:ext>
                </a:extLst>
              </p:cNvPr>
              <p:cNvSpPr/>
              <p:nvPr/>
            </p:nvSpPr>
            <p:spPr>
              <a:xfrm>
                <a:off x="3751475" y="1338450"/>
                <a:ext cx="115675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4627" h="4683" extrusionOk="0">
                    <a:moveTo>
                      <a:pt x="2723" y="0"/>
                    </a:moveTo>
                    <a:lnTo>
                      <a:pt x="2515" y="28"/>
                    </a:lnTo>
                    <a:lnTo>
                      <a:pt x="2292" y="70"/>
                    </a:lnTo>
                    <a:lnTo>
                      <a:pt x="2070" y="125"/>
                    </a:lnTo>
                    <a:lnTo>
                      <a:pt x="1848" y="209"/>
                    </a:lnTo>
                    <a:lnTo>
                      <a:pt x="1626" y="320"/>
                    </a:lnTo>
                    <a:lnTo>
                      <a:pt x="1417" y="445"/>
                    </a:lnTo>
                    <a:lnTo>
                      <a:pt x="1209" y="584"/>
                    </a:lnTo>
                    <a:lnTo>
                      <a:pt x="1014" y="751"/>
                    </a:lnTo>
                    <a:lnTo>
                      <a:pt x="820" y="945"/>
                    </a:lnTo>
                    <a:lnTo>
                      <a:pt x="653" y="1140"/>
                    </a:lnTo>
                    <a:lnTo>
                      <a:pt x="486" y="1348"/>
                    </a:lnTo>
                    <a:lnTo>
                      <a:pt x="361" y="1556"/>
                    </a:lnTo>
                    <a:lnTo>
                      <a:pt x="250" y="1779"/>
                    </a:lnTo>
                    <a:lnTo>
                      <a:pt x="153" y="2001"/>
                    </a:lnTo>
                    <a:lnTo>
                      <a:pt x="83" y="2223"/>
                    </a:lnTo>
                    <a:lnTo>
                      <a:pt x="28" y="2460"/>
                    </a:lnTo>
                    <a:lnTo>
                      <a:pt x="0" y="2682"/>
                    </a:lnTo>
                    <a:lnTo>
                      <a:pt x="0" y="2904"/>
                    </a:lnTo>
                    <a:lnTo>
                      <a:pt x="14" y="3112"/>
                    </a:lnTo>
                    <a:lnTo>
                      <a:pt x="42" y="3321"/>
                    </a:lnTo>
                    <a:lnTo>
                      <a:pt x="97" y="3529"/>
                    </a:lnTo>
                    <a:lnTo>
                      <a:pt x="181" y="3724"/>
                    </a:lnTo>
                    <a:lnTo>
                      <a:pt x="278" y="3904"/>
                    </a:lnTo>
                    <a:lnTo>
                      <a:pt x="389" y="4071"/>
                    </a:lnTo>
                    <a:lnTo>
                      <a:pt x="542" y="4224"/>
                    </a:lnTo>
                    <a:lnTo>
                      <a:pt x="695" y="4349"/>
                    </a:lnTo>
                    <a:lnTo>
                      <a:pt x="875" y="4460"/>
                    </a:lnTo>
                    <a:lnTo>
                      <a:pt x="1056" y="4557"/>
                    </a:lnTo>
                    <a:lnTo>
                      <a:pt x="1250" y="4627"/>
                    </a:lnTo>
                    <a:lnTo>
                      <a:pt x="1459" y="4669"/>
                    </a:lnTo>
                    <a:lnTo>
                      <a:pt x="1667" y="4682"/>
                    </a:lnTo>
                    <a:lnTo>
                      <a:pt x="1889" y="4682"/>
                    </a:lnTo>
                    <a:lnTo>
                      <a:pt x="2112" y="4669"/>
                    </a:lnTo>
                    <a:lnTo>
                      <a:pt x="2334" y="4627"/>
                    </a:lnTo>
                    <a:lnTo>
                      <a:pt x="2556" y="4557"/>
                    </a:lnTo>
                    <a:lnTo>
                      <a:pt x="2779" y="4474"/>
                    </a:lnTo>
                    <a:lnTo>
                      <a:pt x="2987" y="4377"/>
                    </a:lnTo>
                    <a:lnTo>
                      <a:pt x="3209" y="4252"/>
                    </a:lnTo>
                    <a:lnTo>
                      <a:pt x="3404" y="4099"/>
                    </a:lnTo>
                    <a:lnTo>
                      <a:pt x="3612" y="3932"/>
                    </a:lnTo>
                    <a:lnTo>
                      <a:pt x="3793" y="3752"/>
                    </a:lnTo>
                    <a:lnTo>
                      <a:pt x="3973" y="3557"/>
                    </a:lnTo>
                    <a:lnTo>
                      <a:pt x="4126" y="3349"/>
                    </a:lnTo>
                    <a:lnTo>
                      <a:pt x="4251" y="3126"/>
                    </a:lnTo>
                    <a:lnTo>
                      <a:pt x="4376" y="2904"/>
                    </a:lnTo>
                    <a:lnTo>
                      <a:pt x="4460" y="2682"/>
                    </a:lnTo>
                    <a:lnTo>
                      <a:pt x="4529" y="2460"/>
                    </a:lnTo>
                    <a:lnTo>
                      <a:pt x="4585" y="2237"/>
                    </a:lnTo>
                    <a:lnTo>
                      <a:pt x="4613" y="2015"/>
                    </a:lnTo>
                    <a:lnTo>
                      <a:pt x="4626" y="1793"/>
                    </a:lnTo>
                    <a:lnTo>
                      <a:pt x="4613" y="1570"/>
                    </a:lnTo>
                    <a:lnTo>
                      <a:pt x="4571" y="1362"/>
                    </a:lnTo>
                    <a:lnTo>
                      <a:pt x="4515" y="1167"/>
                    </a:lnTo>
                    <a:lnTo>
                      <a:pt x="4446" y="973"/>
                    </a:lnTo>
                    <a:lnTo>
                      <a:pt x="4349" y="792"/>
                    </a:lnTo>
                    <a:lnTo>
                      <a:pt x="4224" y="626"/>
                    </a:lnTo>
                    <a:lnTo>
                      <a:pt x="4085" y="473"/>
                    </a:lnTo>
                    <a:lnTo>
                      <a:pt x="3918" y="334"/>
                    </a:lnTo>
                    <a:lnTo>
                      <a:pt x="3737" y="223"/>
                    </a:lnTo>
                    <a:lnTo>
                      <a:pt x="3557" y="139"/>
                    </a:lnTo>
                    <a:lnTo>
                      <a:pt x="3362" y="70"/>
                    </a:lnTo>
                    <a:lnTo>
                      <a:pt x="3154" y="28"/>
                    </a:lnTo>
                    <a:lnTo>
                      <a:pt x="2945" y="0"/>
                    </a:lnTo>
                    <a:close/>
                  </a:path>
                </a:pathLst>
              </a:custGeom>
              <a:solidFill>
                <a:srgbClr val="8A49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300;p19">
                <a:extLst>
                  <a:ext uri="{FF2B5EF4-FFF2-40B4-BE49-F238E27FC236}">
                    <a16:creationId xmlns:a16="http://schemas.microsoft.com/office/drawing/2014/main" id="{1C057033-ABBF-AA77-6EEE-F1B447D44D8B}"/>
                  </a:ext>
                </a:extLst>
              </p:cNvPr>
              <p:cNvSpPr/>
              <p:nvPr/>
            </p:nvSpPr>
            <p:spPr>
              <a:xfrm>
                <a:off x="3779950" y="1357900"/>
                <a:ext cx="70875" cy="72950"/>
              </a:xfrm>
              <a:custGeom>
                <a:avLst/>
                <a:gdLst/>
                <a:ahLst/>
                <a:cxnLst/>
                <a:rect l="l" t="t" r="r" b="b"/>
                <a:pathLst>
                  <a:path w="2835" h="2918" extrusionOk="0">
                    <a:moveTo>
                      <a:pt x="1487" y="0"/>
                    </a:moveTo>
                    <a:lnTo>
                      <a:pt x="1292" y="28"/>
                    </a:lnTo>
                    <a:lnTo>
                      <a:pt x="1112" y="70"/>
                    </a:lnTo>
                    <a:lnTo>
                      <a:pt x="931" y="139"/>
                    </a:lnTo>
                    <a:lnTo>
                      <a:pt x="750" y="209"/>
                    </a:lnTo>
                    <a:lnTo>
                      <a:pt x="612" y="306"/>
                    </a:lnTo>
                    <a:lnTo>
                      <a:pt x="473" y="403"/>
                    </a:lnTo>
                    <a:lnTo>
                      <a:pt x="375" y="514"/>
                    </a:lnTo>
                    <a:lnTo>
                      <a:pt x="320" y="598"/>
                    </a:lnTo>
                    <a:lnTo>
                      <a:pt x="264" y="681"/>
                    </a:lnTo>
                    <a:lnTo>
                      <a:pt x="223" y="778"/>
                    </a:lnTo>
                    <a:lnTo>
                      <a:pt x="209" y="862"/>
                    </a:lnTo>
                    <a:lnTo>
                      <a:pt x="195" y="959"/>
                    </a:lnTo>
                    <a:lnTo>
                      <a:pt x="181" y="1056"/>
                    </a:lnTo>
                    <a:lnTo>
                      <a:pt x="195" y="1140"/>
                    </a:lnTo>
                    <a:lnTo>
                      <a:pt x="223" y="1237"/>
                    </a:lnTo>
                    <a:lnTo>
                      <a:pt x="250" y="1306"/>
                    </a:lnTo>
                    <a:lnTo>
                      <a:pt x="278" y="1376"/>
                    </a:lnTo>
                    <a:lnTo>
                      <a:pt x="361" y="1501"/>
                    </a:lnTo>
                    <a:lnTo>
                      <a:pt x="473" y="1612"/>
                    </a:lnTo>
                    <a:lnTo>
                      <a:pt x="570" y="1709"/>
                    </a:lnTo>
                    <a:lnTo>
                      <a:pt x="709" y="1834"/>
                    </a:lnTo>
                    <a:lnTo>
                      <a:pt x="764" y="1904"/>
                    </a:lnTo>
                    <a:lnTo>
                      <a:pt x="806" y="1973"/>
                    </a:lnTo>
                    <a:lnTo>
                      <a:pt x="834" y="2029"/>
                    </a:lnTo>
                    <a:lnTo>
                      <a:pt x="848" y="2098"/>
                    </a:lnTo>
                    <a:lnTo>
                      <a:pt x="848" y="2154"/>
                    </a:lnTo>
                    <a:lnTo>
                      <a:pt x="848" y="2223"/>
                    </a:lnTo>
                    <a:lnTo>
                      <a:pt x="834" y="2279"/>
                    </a:lnTo>
                    <a:lnTo>
                      <a:pt x="806" y="2348"/>
                    </a:lnTo>
                    <a:lnTo>
                      <a:pt x="778" y="2404"/>
                    </a:lnTo>
                    <a:lnTo>
                      <a:pt x="737" y="2446"/>
                    </a:lnTo>
                    <a:lnTo>
                      <a:pt x="681" y="2487"/>
                    </a:lnTo>
                    <a:lnTo>
                      <a:pt x="625" y="2515"/>
                    </a:lnTo>
                    <a:lnTo>
                      <a:pt x="570" y="2543"/>
                    </a:lnTo>
                    <a:lnTo>
                      <a:pt x="514" y="2557"/>
                    </a:lnTo>
                    <a:lnTo>
                      <a:pt x="375" y="2557"/>
                    </a:lnTo>
                    <a:lnTo>
                      <a:pt x="320" y="2543"/>
                    </a:lnTo>
                    <a:lnTo>
                      <a:pt x="264" y="2515"/>
                    </a:lnTo>
                    <a:lnTo>
                      <a:pt x="195" y="2487"/>
                    </a:lnTo>
                    <a:lnTo>
                      <a:pt x="125" y="2501"/>
                    </a:lnTo>
                    <a:lnTo>
                      <a:pt x="70" y="2529"/>
                    </a:lnTo>
                    <a:lnTo>
                      <a:pt x="14" y="2585"/>
                    </a:lnTo>
                    <a:lnTo>
                      <a:pt x="0" y="2654"/>
                    </a:lnTo>
                    <a:lnTo>
                      <a:pt x="0" y="2723"/>
                    </a:lnTo>
                    <a:lnTo>
                      <a:pt x="42" y="2779"/>
                    </a:lnTo>
                    <a:lnTo>
                      <a:pt x="98" y="2821"/>
                    </a:lnTo>
                    <a:lnTo>
                      <a:pt x="167" y="2862"/>
                    </a:lnTo>
                    <a:lnTo>
                      <a:pt x="236" y="2890"/>
                    </a:lnTo>
                    <a:lnTo>
                      <a:pt x="320" y="2904"/>
                    </a:lnTo>
                    <a:lnTo>
                      <a:pt x="403" y="2918"/>
                    </a:lnTo>
                    <a:lnTo>
                      <a:pt x="556" y="2904"/>
                    </a:lnTo>
                    <a:lnTo>
                      <a:pt x="709" y="2862"/>
                    </a:lnTo>
                    <a:lnTo>
                      <a:pt x="792" y="2835"/>
                    </a:lnTo>
                    <a:lnTo>
                      <a:pt x="862" y="2793"/>
                    </a:lnTo>
                    <a:lnTo>
                      <a:pt x="917" y="2751"/>
                    </a:lnTo>
                    <a:lnTo>
                      <a:pt x="987" y="2696"/>
                    </a:lnTo>
                    <a:lnTo>
                      <a:pt x="1056" y="2612"/>
                    </a:lnTo>
                    <a:lnTo>
                      <a:pt x="1126" y="2501"/>
                    </a:lnTo>
                    <a:lnTo>
                      <a:pt x="1167" y="2390"/>
                    </a:lnTo>
                    <a:lnTo>
                      <a:pt x="1195" y="2279"/>
                    </a:lnTo>
                    <a:lnTo>
                      <a:pt x="1209" y="2168"/>
                    </a:lnTo>
                    <a:lnTo>
                      <a:pt x="1195" y="2043"/>
                    </a:lnTo>
                    <a:lnTo>
                      <a:pt x="1181" y="1932"/>
                    </a:lnTo>
                    <a:lnTo>
                      <a:pt x="1126" y="1807"/>
                    </a:lnTo>
                    <a:lnTo>
                      <a:pt x="1056" y="1709"/>
                    </a:lnTo>
                    <a:lnTo>
                      <a:pt x="987" y="1612"/>
                    </a:lnTo>
                    <a:lnTo>
                      <a:pt x="806" y="1445"/>
                    </a:lnTo>
                    <a:lnTo>
                      <a:pt x="653" y="1292"/>
                    </a:lnTo>
                    <a:lnTo>
                      <a:pt x="598" y="1209"/>
                    </a:lnTo>
                    <a:lnTo>
                      <a:pt x="556" y="1126"/>
                    </a:lnTo>
                    <a:lnTo>
                      <a:pt x="542" y="1029"/>
                    </a:lnTo>
                    <a:lnTo>
                      <a:pt x="556" y="931"/>
                    </a:lnTo>
                    <a:lnTo>
                      <a:pt x="598" y="834"/>
                    </a:lnTo>
                    <a:lnTo>
                      <a:pt x="653" y="737"/>
                    </a:lnTo>
                    <a:lnTo>
                      <a:pt x="723" y="667"/>
                    </a:lnTo>
                    <a:lnTo>
                      <a:pt x="792" y="612"/>
                    </a:lnTo>
                    <a:lnTo>
                      <a:pt x="931" y="626"/>
                    </a:lnTo>
                    <a:lnTo>
                      <a:pt x="1070" y="667"/>
                    </a:lnTo>
                    <a:lnTo>
                      <a:pt x="1195" y="737"/>
                    </a:lnTo>
                    <a:lnTo>
                      <a:pt x="1251" y="765"/>
                    </a:lnTo>
                    <a:lnTo>
                      <a:pt x="1292" y="820"/>
                    </a:lnTo>
                    <a:lnTo>
                      <a:pt x="1376" y="931"/>
                    </a:lnTo>
                    <a:lnTo>
                      <a:pt x="1417" y="1070"/>
                    </a:lnTo>
                    <a:lnTo>
                      <a:pt x="1431" y="1209"/>
                    </a:lnTo>
                    <a:lnTo>
                      <a:pt x="1417" y="1348"/>
                    </a:lnTo>
                    <a:lnTo>
                      <a:pt x="1417" y="1418"/>
                    </a:lnTo>
                    <a:lnTo>
                      <a:pt x="1445" y="1487"/>
                    </a:lnTo>
                    <a:lnTo>
                      <a:pt x="1487" y="1529"/>
                    </a:lnTo>
                    <a:lnTo>
                      <a:pt x="1556" y="1556"/>
                    </a:lnTo>
                    <a:lnTo>
                      <a:pt x="1584" y="1570"/>
                    </a:lnTo>
                    <a:lnTo>
                      <a:pt x="1654" y="1556"/>
                    </a:lnTo>
                    <a:lnTo>
                      <a:pt x="1695" y="1529"/>
                    </a:lnTo>
                    <a:lnTo>
                      <a:pt x="1751" y="1487"/>
                    </a:lnTo>
                    <a:lnTo>
                      <a:pt x="1765" y="1431"/>
                    </a:lnTo>
                    <a:lnTo>
                      <a:pt x="1792" y="1320"/>
                    </a:lnTo>
                    <a:lnTo>
                      <a:pt x="1792" y="1209"/>
                    </a:lnTo>
                    <a:lnTo>
                      <a:pt x="1792" y="1098"/>
                    </a:lnTo>
                    <a:lnTo>
                      <a:pt x="1765" y="987"/>
                    </a:lnTo>
                    <a:lnTo>
                      <a:pt x="1737" y="876"/>
                    </a:lnTo>
                    <a:lnTo>
                      <a:pt x="1695" y="778"/>
                    </a:lnTo>
                    <a:lnTo>
                      <a:pt x="1640" y="681"/>
                    </a:lnTo>
                    <a:lnTo>
                      <a:pt x="1570" y="584"/>
                    </a:lnTo>
                    <a:lnTo>
                      <a:pt x="1515" y="528"/>
                    </a:lnTo>
                    <a:lnTo>
                      <a:pt x="1459" y="473"/>
                    </a:lnTo>
                    <a:lnTo>
                      <a:pt x="1320" y="389"/>
                    </a:lnTo>
                    <a:lnTo>
                      <a:pt x="1431" y="376"/>
                    </a:lnTo>
                    <a:lnTo>
                      <a:pt x="1542" y="362"/>
                    </a:lnTo>
                    <a:lnTo>
                      <a:pt x="1654" y="362"/>
                    </a:lnTo>
                    <a:lnTo>
                      <a:pt x="1751" y="376"/>
                    </a:lnTo>
                    <a:lnTo>
                      <a:pt x="1848" y="389"/>
                    </a:lnTo>
                    <a:lnTo>
                      <a:pt x="1945" y="417"/>
                    </a:lnTo>
                    <a:lnTo>
                      <a:pt x="2043" y="445"/>
                    </a:lnTo>
                    <a:lnTo>
                      <a:pt x="2126" y="501"/>
                    </a:lnTo>
                    <a:lnTo>
                      <a:pt x="2223" y="570"/>
                    </a:lnTo>
                    <a:lnTo>
                      <a:pt x="2307" y="653"/>
                    </a:lnTo>
                    <a:lnTo>
                      <a:pt x="2376" y="765"/>
                    </a:lnTo>
                    <a:lnTo>
                      <a:pt x="2432" y="876"/>
                    </a:lnTo>
                    <a:lnTo>
                      <a:pt x="2473" y="1001"/>
                    </a:lnTo>
                    <a:lnTo>
                      <a:pt x="2487" y="1112"/>
                    </a:lnTo>
                    <a:lnTo>
                      <a:pt x="2473" y="1237"/>
                    </a:lnTo>
                    <a:lnTo>
                      <a:pt x="2418" y="1362"/>
                    </a:lnTo>
                    <a:lnTo>
                      <a:pt x="2404" y="1418"/>
                    </a:lnTo>
                    <a:lnTo>
                      <a:pt x="2418" y="1487"/>
                    </a:lnTo>
                    <a:lnTo>
                      <a:pt x="2445" y="1556"/>
                    </a:lnTo>
                    <a:lnTo>
                      <a:pt x="2501" y="1598"/>
                    </a:lnTo>
                    <a:lnTo>
                      <a:pt x="2570" y="1612"/>
                    </a:lnTo>
                    <a:lnTo>
                      <a:pt x="2640" y="1612"/>
                    </a:lnTo>
                    <a:lnTo>
                      <a:pt x="2696" y="1584"/>
                    </a:lnTo>
                    <a:lnTo>
                      <a:pt x="2737" y="1529"/>
                    </a:lnTo>
                    <a:lnTo>
                      <a:pt x="2779" y="1445"/>
                    </a:lnTo>
                    <a:lnTo>
                      <a:pt x="2807" y="1348"/>
                    </a:lnTo>
                    <a:lnTo>
                      <a:pt x="2834" y="1265"/>
                    </a:lnTo>
                    <a:lnTo>
                      <a:pt x="2834" y="1167"/>
                    </a:lnTo>
                    <a:lnTo>
                      <a:pt x="2834" y="1070"/>
                    </a:lnTo>
                    <a:lnTo>
                      <a:pt x="2834" y="987"/>
                    </a:lnTo>
                    <a:lnTo>
                      <a:pt x="2821" y="890"/>
                    </a:lnTo>
                    <a:lnTo>
                      <a:pt x="2793" y="792"/>
                    </a:lnTo>
                    <a:lnTo>
                      <a:pt x="2751" y="709"/>
                    </a:lnTo>
                    <a:lnTo>
                      <a:pt x="2709" y="626"/>
                    </a:lnTo>
                    <a:lnTo>
                      <a:pt x="2668" y="542"/>
                    </a:lnTo>
                    <a:lnTo>
                      <a:pt x="2612" y="459"/>
                    </a:lnTo>
                    <a:lnTo>
                      <a:pt x="2543" y="376"/>
                    </a:lnTo>
                    <a:lnTo>
                      <a:pt x="2473" y="306"/>
                    </a:lnTo>
                    <a:lnTo>
                      <a:pt x="2404" y="251"/>
                    </a:lnTo>
                    <a:lnTo>
                      <a:pt x="2307" y="195"/>
                    </a:lnTo>
                    <a:lnTo>
                      <a:pt x="2168" y="112"/>
                    </a:lnTo>
                    <a:lnTo>
                      <a:pt x="2001" y="56"/>
                    </a:lnTo>
                    <a:lnTo>
                      <a:pt x="1834" y="14"/>
                    </a:lnTo>
                    <a:lnTo>
                      <a:pt x="1667" y="0"/>
                    </a:lnTo>
                    <a:close/>
                  </a:path>
                </a:pathLst>
              </a:custGeom>
              <a:solidFill>
                <a:srgbClr val="662D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301;p19">
                <a:extLst>
                  <a:ext uri="{FF2B5EF4-FFF2-40B4-BE49-F238E27FC236}">
                    <a16:creationId xmlns:a16="http://schemas.microsoft.com/office/drawing/2014/main" id="{C1769588-59DE-7453-52D0-47F7CF2A90DE}"/>
                  </a:ext>
                </a:extLst>
              </p:cNvPr>
              <p:cNvSpPr/>
              <p:nvPr/>
            </p:nvSpPr>
            <p:spPr>
              <a:xfrm>
                <a:off x="4607275" y="1446475"/>
                <a:ext cx="322675" cy="286900"/>
              </a:xfrm>
              <a:custGeom>
                <a:avLst/>
                <a:gdLst/>
                <a:ahLst/>
                <a:cxnLst/>
                <a:rect l="l" t="t" r="r" b="b"/>
                <a:pathLst>
                  <a:path w="12907" h="11476" extrusionOk="0">
                    <a:moveTo>
                      <a:pt x="8225" y="0"/>
                    </a:moveTo>
                    <a:lnTo>
                      <a:pt x="8086" y="42"/>
                    </a:lnTo>
                    <a:lnTo>
                      <a:pt x="7933" y="97"/>
                    </a:lnTo>
                    <a:lnTo>
                      <a:pt x="7767" y="195"/>
                    </a:lnTo>
                    <a:lnTo>
                      <a:pt x="7572" y="320"/>
                    </a:lnTo>
                    <a:lnTo>
                      <a:pt x="7391" y="459"/>
                    </a:lnTo>
                    <a:lnTo>
                      <a:pt x="7183" y="625"/>
                    </a:lnTo>
                    <a:lnTo>
                      <a:pt x="6975" y="806"/>
                    </a:lnTo>
                    <a:lnTo>
                      <a:pt x="6752" y="1014"/>
                    </a:lnTo>
                    <a:lnTo>
                      <a:pt x="6294" y="1459"/>
                    </a:lnTo>
                    <a:lnTo>
                      <a:pt x="5835" y="1959"/>
                    </a:lnTo>
                    <a:lnTo>
                      <a:pt x="5377" y="2473"/>
                    </a:lnTo>
                    <a:lnTo>
                      <a:pt x="4919" y="2987"/>
                    </a:lnTo>
                    <a:lnTo>
                      <a:pt x="4488" y="3501"/>
                    </a:lnTo>
                    <a:lnTo>
                      <a:pt x="3738" y="4418"/>
                    </a:lnTo>
                    <a:lnTo>
                      <a:pt x="3210" y="5057"/>
                    </a:lnTo>
                    <a:lnTo>
                      <a:pt x="3057" y="5238"/>
                    </a:lnTo>
                    <a:lnTo>
                      <a:pt x="3001" y="5293"/>
                    </a:lnTo>
                    <a:lnTo>
                      <a:pt x="2918" y="5141"/>
                    </a:lnTo>
                    <a:lnTo>
                      <a:pt x="2751" y="4752"/>
                    </a:lnTo>
                    <a:lnTo>
                      <a:pt x="2487" y="4251"/>
                    </a:lnTo>
                    <a:lnTo>
                      <a:pt x="2334" y="3974"/>
                    </a:lnTo>
                    <a:lnTo>
                      <a:pt x="2154" y="3696"/>
                    </a:lnTo>
                    <a:lnTo>
                      <a:pt x="1973" y="3418"/>
                    </a:lnTo>
                    <a:lnTo>
                      <a:pt x="1765" y="3168"/>
                    </a:lnTo>
                    <a:lnTo>
                      <a:pt x="1556" y="2959"/>
                    </a:lnTo>
                    <a:lnTo>
                      <a:pt x="1459" y="2862"/>
                    </a:lnTo>
                    <a:lnTo>
                      <a:pt x="1348" y="2779"/>
                    </a:lnTo>
                    <a:lnTo>
                      <a:pt x="1237" y="2709"/>
                    </a:lnTo>
                    <a:lnTo>
                      <a:pt x="1126" y="2654"/>
                    </a:lnTo>
                    <a:lnTo>
                      <a:pt x="1015" y="2612"/>
                    </a:lnTo>
                    <a:lnTo>
                      <a:pt x="903" y="2584"/>
                    </a:lnTo>
                    <a:lnTo>
                      <a:pt x="778" y="2584"/>
                    </a:lnTo>
                    <a:lnTo>
                      <a:pt x="667" y="2598"/>
                    </a:lnTo>
                    <a:lnTo>
                      <a:pt x="556" y="2640"/>
                    </a:lnTo>
                    <a:lnTo>
                      <a:pt x="445" y="2695"/>
                    </a:lnTo>
                    <a:lnTo>
                      <a:pt x="334" y="2765"/>
                    </a:lnTo>
                    <a:lnTo>
                      <a:pt x="250" y="2834"/>
                    </a:lnTo>
                    <a:lnTo>
                      <a:pt x="181" y="2904"/>
                    </a:lnTo>
                    <a:lnTo>
                      <a:pt x="125" y="2987"/>
                    </a:lnTo>
                    <a:lnTo>
                      <a:pt x="70" y="3057"/>
                    </a:lnTo>
                    <a:lnTo>
                      <a:pt x="42" y="3140"/>
                    </a:lnTo>
                    <a:lnTo>
                      <a:pt x="14" y="3223"/>
                    </a:lnTo>
                    <a:lnTo>
                      <a:pt x="0" y="3307"/>
                    </a:lnTo>
                    <a:lnTo>
                      <a:pt x="0" y="3390"/>
                    </a:lnTo>
                    <a:lnTo>
                      <a:pt x="0" y="3487"/>
                    </a:lnTo>
                    <a:lnTo>
                      <a:pt x="42" y="3668"/>
                    </a:lnTo>
                    <a:lnTo>
                      <a:pt x="98" y="3862"/>
                    </a:lnTo>
                    <a:lnTo>
                      <a:pt x="181" y="4071"/>
                    </a:lnTo>
                    <a:lnTo>
                      <a:pt x="376" y="4515"/>
                    </a:lnTo>
                    <a:lnTo>
                      <a:pt x="473" y="4766"/>
                    </a:lnTo>
                    <a:lnTo>
                      <a:pt x="570" y="5016"/>
                    </a:lnTo>
                    <a:lnTo>
                      <a:pt x="639" y="5280"/>
                    </a:lnTo>
                    <a:lnTo>
                      <a:pt x="695" y="5557"/>
                    </a:lnTo>
                    <a:lnTo>
                      <a:pt x="737" y="5849"/>
                    </a:lnTo>
                    <a:lnTo>
                      <a:pt x="737" y="5988"/>
                    </a:lnTo>
                    <a:lnTo>
                      <a:pt x="737" y="6141"/>
                    </a:lnTo>
                    <a:lnTo>
                      <a:pt x="695" y="6516"/>
                    </a:lnTo>
                    <a:lnTo>
                      <a:pt x="626" y="7044"/>
                    </a:lnTo>
                    <a:lnTo>
                      <a:pt x="556" y="7669"/>
                    </a:lnTo>
                    <a:lnTo>
                      <a:pt x="542" y="8003"/>
                    </a:lnTo>
                    <a:lnTo>
                      <a:pt x="528" y="8350"/>
                    </a:lnTo>
                    <a:lnTo>
                      <a:pt x="542" y="8697"/>
                    </a:lnTo>
                    <a:lnTo>
                      <a:pt x="570" y="9045"/>
                    </a:lnTo>
                    <a:lnTo>
                      <a:pt x="626" y="9392"/>
                    </a:lnTo>
                    <a:lnTo>
                      <a:pt x="695" y="9711"/>
                    </a:lnTo>
                    <a:lnTo>
                      <a:pt x="751" y="9878"/>
                    </a:lnTo>
                    <a:lnTo>
                      <a:pt x="806" y="10031"/>
                    </a:lnTo>
                    <a:lnTo>
                      <a:pt x="876" y="10170"/>
                    </a:lnTo>
                    <a:lnTo>
                      <a:pt x="945" y="10309"/>
                    </a:lnTo>
                    <a:lnTo>
                      <a:pt x="1042" y="10434"/>
                    </a:lnTo>
                    <a:lnTo>
                      <a:pt x="1140" y="10559"/>
                    </a:lnTo>
                    <a:lnTo>
                      <a:pt x="1237" y="10684"/>
                    </a:lnTo>
                    <a:lnTo>
                      <a:pt x="1362" y="10781"/>
                    </a:lnTo>
                    <a:lnTo>
                      <a:pt x="1459" y="10837"/>
                    </a:lnTo>
                    <a:lnTo>
                      <a:pt x="1723" y="10976"/>
                    </a:lnTo>
                    <a:lnTo>
                      <a:pt x="1918" y="11073"/>
                    </a:lnTo>
                    <a:lnTo>
                      <a:pt x="2154" y="11156"/>
                    </a:lnTo>
                    <a:lnTo>
                      <a:pt x="2404" y="11254"/>
                    </a:lnTo>
                    <a:lnTo>
                      <a:pt x="2696" y="11337"/>
                    </a:lnTo>
                    <a:lnTo>
                      <a:pt x="3001" y="11406"/>
                    </a:lnTo>
                    <a:lnTo>
                      <a:pt x="3335" y="11448"/>
                    </a:lnTo>
                    <a:lnTo>
                      <a:pt x="3682" y="11476"/>
                    </a:lnTo>
                    <a:lnTo>
                      <a:pt x="4029" y="11476"/>
                    </a:lnTo>
                    <a:lnTo>
                      <a:pt x="4210" y="11462"/>
                    </a:lnTo>
                    <a:lnTo>
                      <a:pt x="4404" y="11448"/>
                    </a:lnTo>
                    <a:lnTo>
                      <a:pt x="4585" y="11406"/>
                    </a:lnTo>
                    <a:lnTo>
                      <a:pt x="4766" y="11365"/>
                    </a:lnTo>
                    <a:lnTo>
                      <a:pt x="4960" y="11309"/>
                    </a:lnTo>
                    <a:lnTo>
                      <a:pt x="5141" y="11240"/>
                    </a:lnTo>
                    <a:lnTo>
                      <a:pt x="5335" y="11156"/>
                    </a:lnTo>
                    <a:lnTo>
                      <a:pt x="5516" y="11073"/>
                    </a:lnTo>
                    <a:lnTo>
                      <a:pt x="5863" y="10865"/>
                    </a:lnTo>
                    <a:lnTo>
                      <a:pt x="6183" y="10642"/>
                    </a:lnTo>
                    <a:lnTo>
                      <a:pt x="6447" y="10420"/>
                    </a:lnTo>
                    <a:lnTo>
                      <a:pt x="6697" y="10184"/>
                    </a:lnTo>
                    <a:lnTo>
                      <a:pt x="6905" y="9948"/>
                    </a:lnTo>
                    <a:lnTo>
                      <a:pt x="7072" y="9711"/>
                    </a:lnTo>
                    <a:lnTo>
                      <a:pt x="7225" y="9489"/>
                    </a:lnTo>
                    <a:lnTo>
                      <a:pt x="7364" y="9267"/>
                    </a:lnTo>
                    <a:lnTo>
                      <a:pt x="7461" y="9072"/>
                    </a:lnTo>
                    <a:lnTo>
                      <a:pt x="7544" y="8878"/>
                    </a:lnTo>
                    <a:lnTo>
                      <a:pt x="7614" y="8711"/>
                    </a:lnTo>
                    <a:lnTo>
                      <a:pt x="7655" y="8558"/>
                    </a:lnTo>
                    <a:lnTo>
                      <a:pt x="7711" y="8350"/>
                    </a:lnTo>
                    <a:lnTo>
                      <a:pt x="7725" y="8280"/>
                    </a:lnTo>
                    <a:lnTo>
                      <a:pt x="8211" y="8531"/>
                    </a:lnTo>
                    <a:lnTo>
                      <a:pt x="8711" y="8781"/>
                    </a:lnTo>
                    <a:lnTo>
                      <a:pt x="9309" y="9045"/>
                    </a:lnTo>
                    <a:lnTo>
                      <a:pt x="9614" y="9184"/>
                    </a:lnTo>
                    <a:lnTo>
                      <a:pt x="9934" y="9295"/>
                    </a:lnTo>
                    <a:lnTo>
                      <a:pt x="10240" y="9406"/>
                    </a:lnTo>
                    <a:lnTo>
                      <a:pt x="10531" y="9489"/>
                    </a:lnTo>
                    <a:lnTo>
                      <a:pt x="10795" y="9545"/>
                    </a:lnTo>
                    <a:lnTo>
                      <a:pt x="11018" y="9573"/>
                    </a:lnTo>
                    <a:lnTo>
                      <a:pt x="11129" y="9573"/>
                    </a:lnTo>
                    <a:lnTo>
                      <a:pt x="11212" y="9559"/>
                    </a:lnTo>
                    <a:lnTo>
                      <a:pt x="11295" y="9531"/>
                    </a:lnTo>
                    <a:lnTo>
                      <a:pt x="11365" y="9503"/>
                    </a:lnTo>
                    <a:lnTo>
                      <a:pt x="11407" y="9461"/>
                    </a:lnTo>
                    <a:lnTo>
                      <a:pt x="11434" y="9406"/>
                    </a:lnTo>
                    <a:lnTo>
                      <a:pt x="11448" y="9336"/>
                    </a:lnTo>
                    <a:lnTo>
                      <a:pt x="11434" y="9267"/>
                    </a:lnTo>
                    <a:lnTo>
                      <a:pt x="11407" y="9184"/>
                    </a:lnTo>
                    <a:lnTo>
                      <a:pt x="11365" y="9100"/>
                    </a:lnTo>
                    <a:lnTo>
                      <a:pt x="11226" y="8920"/>
                    </a:lnTo>
                    <a:lnTo>
                      <a:pt x="11045" y="8711"/>
                    </a:lnTo>
                    <a:lnTo>
                      <a:pt x="10823" y="8489"/>
                    </a:lnTo>
                    <a:lnTo>
                      <a:pt x="10587" y="8267"/>
                    </a:lnTo>
                    <a:lnTo>
                      <a:pt x="10323" y="8030"/>
                    </a:lnTo>
                    <a:lnTo>
                      <a:pt x="9781" y="7600"/>
                    </a:lnTo>
                    <a:lnTo>
                      <a:pt x="9295" y="7225"/>
                    </a:lnTo>
                    <a:lnTo>
                      <a:pt x="8809" y="6877"/>
                    </a:lnTo>
                    <a:lnTo>
                      <a:pt x="9420" y="6947"/>
                    </a:lnTo>
                    <a:lnTo>
                      <a:pt x="10073" y="7002"/>
                    </a:lnTo>
                    <a:lnTo>
                      <a:pt x="10809" y="7044"/>
                    </a:lnTo>
                    <a:lnTo>
                      <a:pt x="11184" y="7058"/>
                    </a:lnTo>
                    <a:lnTo>
                      <a:pt x="11559" y="7058"/>
                    </a:lnTo>
                    <a:lnTo>
                      <a:pt x="11907" y="7044"/>
                    </a:lnTo>
                    <a:lnTo>
                      <a:pt x="12212" y="7030"/>
                    </a:lnTo>
                    <a:lnTo>
                      <a:pt x="12490" y="6988"/>
                    </a:lnTo>
                    <a:lnTo>
                      <a:pt x="12601" y="6961"/>
                    </a:lnTo>
                    <a:lnTo>
                      <a:pt x="12699" y="6919"/>
                    </a:lnTo>
                    <a:lnTo>
                      <a:pt x="12782" y="6877"/>
                    </a:lnTo>
                    <a:lnTo>
                      <a:pt x="12838" y="6836"/>
                    </a:lnTo>
                    <a:lnTo>
                      <a:pt x="12893" y="6780"/>
                    </a:lnTo>
                    <a:lnTo>
                      <a:pt x="12907" y="6724"/>
                    </a:lnTo>
                    <a:lnTo>
                      <a:pt x="12907" y="6669"/>
                    </a:lnTo>
                    <a:lnTo>
                      <a:pt x="12879" y="6599"/>
                    </a:lnTo>
                    <a:lnTo>
                      <a:pt x="12838" y="6544"/>
                    </a:lnTo>
                    <a:lnTo>
                      <a:pt x="12768" y="6474"/>
                    </a:lnTo>
                    <a:lnTo>
                      <a:pt x="12685" y="6419"/>
                    </a:lnTo>
                    <a:lnTo>
                      <a:pt x="12587" y="6349"/>
                    </a:lnTo>
                    <a:lnTo>
                      <a:pt x="12324" y="6224"/>
                    </a:lnTo>
                    <a:lnTo>
                      <a:pt x="12018" y="6099"/>
                    </a:lnTo>
                    <a:lnTo>
                      <a:pt x="11671" y="5974"/>
                    </a:lnTo>
                    <a:lnTo>
                      <a:pt x="11309" y="5849"/>
                    </a:lnTo>
                    <a:lnTo>
                      <a:pt x="10920" y="5738"/>
                    </a:lnTo>
                    <a:lnTo>
                      <a:pt x="10156" y="5544"/>
                    </a:lnTo>
                    <a:lnTo>
                      <a:pt x="9489" y="5377"/>
                    </a:lnTo>
                    <a:lnTo>
                      <a:pt x="8836" y="5238"/>
                    </a:lnTo>
                    <a:lnTo>
                      <a:pt x="9017" y="5182"/>
                    </a:lnTo>
                    <a:lnTo>
                      <a:pt x="9475" y="5016"/>
                    </a:lnTo>
                    <a:lnTo>
                      <a:pt x="10142" y="4766"/>
                    </a:lnTo>
                    <a:lnTo>
                      <a:pt x="10504" y="4613"/>
                    </a:lnTo>
                    <a:lnTo>
                      <a:pt x="10893" y="4446"/>
                    </a:lnTo>
                    <a:lnTo>
                      <a:pt x="11268" y="4279"/>
                    </a:lnTo>
                    <a:lnTo>
                      <a:pt x="11615" y="4099"/>
                    </a:lnTo>
                    <a:lnTo>
                      <a:pt x="11948" y="3904"/>
                    </a:lnTo>
                    <a:lnTo>
                      <a:pt x="12240" y="3724"/>
                    </a:lnTo>
                    <a:lnTo>
                      <a:pt x="12365" y="3626"/>
                    </a:lnTo>
                    <a:lnTo>
                      <a:pt x="12476" y="3529"/>
                    </a:lnTo>
                    <a:lnTo>
                      <a:pt x="12574" y="3446"/>
                    </a:lnTo>
                    <a:lnTo>
                      <a:pt x="12643" y="3348"/>
                    </a:lnTo>
                    <a:lnTo>
                      <a:pt x="12699" y="3265"/>
                    </a:lnTo>
                    <a:lnTo>
                      <a:pt x="12740" y="3182"/>
                    </a:lnTo>
                    <a:lnTo>
                      <a:pt x="12740" y="3098"/>
                    </a:lnTo>
                    <a:lnTo>
                      <a:pt x="12726" y="3015"/>
                    </a:lnTo>
                    <a:lnTo>
                      <a:pt x="12699" y="2946"/>
                    </a:lnTo>
                    <a:lnTo>
                      <a:pt x="12629" y="2876"/>
                    </a:lnTo>
                    <a:lnTo>
                      <a:pt x="12532" y="2834"/>
                    </a:lnTo>
                    <a:lnTo>
                      <a:pt x="12421" y="2807"/>
                    </a:lnTo>
                    <a:lnTo>
                      <a:pt x="12282" y="2779"/>
                    </a:lnTo>
                    <a:lnTo>
                      <a:pt x="11768" y="2779"/>
                    </a:lnTo>
                    <a:lnTo>
                      <a:pt x="11351" y="2834"/>
                    </a:lnTo>
                    <a:lnTo>
                      <a:pt x="10893" y="2904"/>
                    </a:lnTo>
                    <a:lnTo>
                      <a:pt x="10406" y="3001"/>
                    </a:lnTo>
                    <a:lnTo>
                      <a:pt x="9906" y="3112"/>
                    </a:lnTo>
                    <a:lnTo>
                      <a:pt x="9406" y="3237"/>
                    </a:lnTo>
                    <a:lnTo>
                      <a:pt x="8934" y="3362"/>
                    </a:lnTo>
                    <a:lnTo>
                      <a:pt x="8100" y="3599"/>
                    </a:lnTo>
                    <a:lnTo>
                      <a:pt x="7517" y="3779"/>
                    </a:lnTo>
                    <a:lnTo>
                      <a:pt x="7280" y="3849"/>
                    </a:lnTo>
                    <a:lnTo>
                      <a:pt x="7572" y="3307"/>
                    </a:lnTo>
                    <a:lnTo>
                      <a:pt x="7836" y="2751"/>
                    </a:lnTo>
                    <a:lnTo>
                      <a:pt x="8142" y="2098"/>
                    </a:lnTo>
                    <a:lnTo>
                      <a:pt x="8267" y="1765"/>
                    </a:lnTo>
                    <a:lnTo>
                      <a:pt x="8392" y="1431"/>
                    </a:lnTo>
                    <a:lnTo>
                      <a:pt x="8503" y="1112"/>
                    </a:lnTo>
                    <a:lnTo>
                      <a:pt x="8572" y="806"/>
                    </a:lnTo>
                    <a:lnTo>
                      <a:pt x="8614" y="542"/>
                    </a:lnTo>
                    <a:lnTo>
                      <a:pt x="8614" y="431"/>
                    </a:lnTo>
                    <a:lnTo>
                      <a:pt x="8600" y="320"/>
                    </a:lnTo>
                    <a:lnTo>
                      <a:pt x="8586" y="236"/>
                    </a:lnTo>
                    <a:lnTo>
                      <a:pt x="8558" y="153"/>
                    </a:lnTo>
                    <a:lnTo>
                      <a:pt x="8517" y="97"/>
                    </a:lnTo>
                    <a:lnTo>
                      <a:pt x="8447" y="42"/>
                    </a:lnTo>
                    <a:lnTo>
                      <a:pt x="8406" y="28"/>
                    </a:lnTo>
                    <a:lnTo>
                      <a:pt x="8350" y="14"/>
                    </a:lnTo>
                    <a:lnTo>
                      <a:pt x="8295" y="0"/>
                    </a:lnTo>
                    <a:close/>
                  </a:path>
                </a:pathLst>
              </a:custGeom>
              <a:solidFill>
                <a:srgbClr val="8A49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302;p19">
                <a:extLst>
                  <a:ext uri="{FF2B5EF4-FFF2-40B4-BE49-F238E27FC236}">
                    <a16:creationId xmlns:a16="http://schemas.microsoft.com/office/drawing/2014/main" id="{DBBA5EF0-3B0F-EA5E-B764-E1421EA4C75A}"/>
                  </a:ext>
                </a:extLst>
              </p:cNvPr>
              <p:cNvSpPr/>
              <p:nvPr/>
            </p:nvSpPr>
            <p:spPr>
              <a:xfrm>
                <a:off x="4609000" y="1674325"/>
                <a:ext cx="159800" cy="74000"/>
              </a:xfrm>
              <a:custGeom>
                <a:avLst/>
                <a:gdLst/>
                <a:ahLst/>
                <a:cxnLst/>
                <a:rect l="l" t="t" r="r" b="b"/>
                <a:pathLst>
                  <a:path w="6392" h="2960" extrusionOk="0">
                    <a:moveTo>
                      <a:pt x="834" y="0"/>
                    </a:moveTo>
                    <a:lnTo>
                      <a:pt x="668" y="14"/>
                    </a:lnTo>
                    <a:lnTo>
                      <a:pt x="529" y="28"/>
                    </a:lnTo>
                    <a:lnTo>
                      <a:pt x="390" y="56"/>
                    </a:lnTo>
                    <a:lnTo>
                      <a:pt x="279" y="83"/>
                    </a:lnTo>
                    <a:lnTo>
                      <a:pt x="209" y="139"/>
                    </a:lnTo>
                    <a:lnTo>
                      <a:pt x="140" y="195"/>
                    </a:lnTo>
                    <a:lnTo>
                      <a:pt x="84" y="264"/>
                    </a:lnTo>
                    <a:lnTo>
                      <a:pt x="43" y="347"/>
                    </a:lnTo>
                    <a:lnTo>
                      <a:pt x="29" y="445"/>
                    </a:lnTo>
                    <a:lnTo>
                      <a:pt x="1" y="528"/>
                    </a:lnTo>
                    <a:lnTo>
                      <a:pt x="1" y="723"/>
                    </a:lnTo>
                    <a:lnTo>
                      <a:pt x="1" y="903"/>
                    </a:lnTo>
                    <a:lnTo>
                      <a:pt x="29" y="1056"/>
                    </a:lnTo>
                    <a:lnTo>
                      <a:pt x="56" y="1195"/>
                    </a:lnTo>
                    <a:lnTo>
                      <a:pt x="5794" y="2959"/>
                    </a:lnTo>
                    <a:lnTo>
                      <a:pt x="5892" y="2848"/>
                    </a:lnTo>
                    <a:lnTo>
                      <a:pt x="6003" y="2723"/>
                    </a:lnTo>
                    <a:lnTo>
                      <a:pt x="6114" y="2570"/>
                    </a:lnTo>
                    <a:lnTo>
                      <a:pt x="6239" y="2390"/>
                    </a:lnTo>
                    <a:lnTo>
                      <a:pt x="6281" y="2292"/>
                    </a:lnTo>
                    <a:lnTo>
                      <a:pt x="6322" y="2195"/>
                    </a:lnTo>
                    <a:lnTo>
                      <a:pt x="6364" y="2098"/>
                    </a:lnTo>
                    <a:lnTo>
                      <a:pt x="6378" y="2001"/>
                    </a:lnTo>
                    <a:lnTo>
                      <a:pt x="6392" y="1903"/>
                    </a:lnTo>
                    <a:lnTo>
                      <a:pt x="6378" y="1806"/>
                    </a:lnTo>
                    <a:lnTo>
                      <a:pt x="6350" y="1737"/>
                    </a:lnTo>
                    <a:lnTo>
                      <a:pt x="6308" y="1667"/>
                    </a:lnTo>
                    <a:lnTo>
                      <a:pt x="6225" y="1584"/>
                    </a:lnTo>
                    <a:lnTo>
                      <a:pt x="6128" y="1514"/>
                    </a:lnTo>
                    <a:lnTo>
                      <a:pt x="6003" y="1431"/>
                    </a:lnTo>
                    <a:lnTo>
                      <a:pt x="5864" y="1348"/>
                    </a:lnTo>
                    <a:lnTo>
                      <a:pt x="5516" y="1181"/>
                    </a:lnTo>
                    <a:lnTo>
                      <a:pt x="5113" y="1014"/>
                    </a:lnTo>
                    <a:lnTo>
                      <a:pt x="4669" y="834"/>
                    </a:lnTo>
                    <a:lnTo>
                      <a:pt x="4183" y="667"/>
                    </a:lnTo>
                    <a:lnTo>
                      <a:pt x="3669" y="514"/>
                    </a:lnTo>
                    <a:lnTo>
                      <a:pt x="3155" y="375"/>
                    </a:lnTo>
                    <a:lnTo>
                      <a:pt x="2641" y="250"/>
                    </a:lnTo>
                    <a:lnTo>
                      <a:pt x="2126" y="153"/>
                    </a:lnTo>
                    <a:lnTo>
                      <a:pt x="1654" y="70"/>
                    </a:lnTo>
                    <a:lnTo>
                      <a:pt x="1223" y="14"/>
                    </a:lnTo>
                    <a:lnTo>
                      <a:pt x="1029" y="0"/>
                    </a:lnTo>
                    <a:close/>
                  </a:path>
                </a:pathLst>
              </a:custGeom>
              <a:solidFill>
                <a:srgbClr val="3C4D8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303;p19">
                <a:extLst>
                  <a:ext uri="{FF2B5EF4-FFF2-40B4-BE49-F238E27FC236}">
                    <a16:creationId xmlns:a16="http://schemas.microsoft.com/office/drawing/2014/main" id="{03764270-08DC-65B1-38D6-4BB2CB36BD48}"/>
                  </a:ext>
                </a:extLst>
              </p:cNvPr>
              <p:cNvSpPr/>
              <p:nvPr/>
            </p:nvSpPr>
            <p:spPr>
              <a:xfrm>
                <a:off x="3891100" y="1695500"/>
                <a:ext cx="877000" cy="806875"/>
              </a:xfrm>
              <a:custGeom>
                <a:avLst/>
                <a:gdLst/>
                <a:ahLst/>
                <a:cxnLst/>
                <a:rect l="l" t="t" r="r" b="b"/>
                <a:pathLst>
                  <a:path w="35080" h="32275" extrusionOk="0">
                    <a:moveTo>
                      <a:pt x="29467" y="1"/>
                    </a:moveTo>
                    <a:lnTo>
                      <a:pt x="29231" y="14"/>
                    </a:lnTo>
                    <a:lnTo>
                      <a:pt x="29009" y="28"/>
                    </a:lnTo>
                    <a:lnTo>
                      <a:pt x="28814" y="70"/>
                    </a:lnTo>
                    <a:lnTo>
                      <a:pt x="28634" y="112"/>
                    </a:lnTo>
                    <a:lnTo>
                      <a:pt x="28481" y="181"/>
                    </a:lnTo>
                    <a:lnTo>
                      <a:pt x="28342" y="251"/>
                    </a:lnTo>
                    <a:lnTo>
                      <a:pt x="28245" y="348"/>
                    </a:lnTo>
                    <a:lnTo>
                      <a:pt x="28147" y="459"/>
                    </a:lnTo>
                    <a:lnTo>
                      <a:pt x="28036" y="598"/>
                    </a:lnTo>
                    <a:lnTo>
                      <a:pt x="27814" y="931"/>
                    </a:lnTo>
                    <a:lnTo>
                      <a:pt x="27578" y="1348"/>
                    </a:lnTo>
                    <a:lnTo>
                      <a:pt x="27314" y="1834"/>
                    </a:lnTo>
                    <a:lnTo>
                      <a:pt x="27050" y="2376"/>
                    </a:lnTo>
                    <a:lnTo>
                      <a:pt x="26758" y="2988"/>
                    </a:lnTo>
                    <a:lnTo>
                      <a:pt x="26466" y="3654"/>
                    </a:lnTo>
                    <a:lnTo>
                      <a:pt x="26161" y="4349"/>
                    </a:lnTo>
                    <a:lnTo>
                      <a:pt x="25508" y="5891"/>
                    </a:lnTo>
                    <a:lnTo>
                      <a:pt x="24855" y="7545"/>
                    </a:lnTo>
                    <a:lnTo>
                      <a:pt x="24174" y="9267"/>
                    </a:lnTo>
                    <a:lnTo>
                      <a:pt x="23507" y="11004"/>
                    </a:lnTo>
                    <a:lnTo>
                      <a:pt x="22243" y="14366"/>
                    </a:lnTo>
                    <a:lnTo>
                      <a:pt x="21145" y="17256"/>
                    </a:lnTo>
                    <a:lnTo>
                      <a:pt x="20701" y="18395"/>
                    </a:lnTo>
                    <a:lnTo>
                      <a:pt x="20339" y="19270"/>
                    </a:lnTo>
                    <a:lnTo>
                      <a:pt x="20187" y="19590"/>
                    </a:lnTo>
                    <a:lnTo>
                      <a:pt x="20075" y="19826"/>
                    </a:lnTo>
                    <a:lnTo>
                      <a:pt x="19978" y="19979"/>
                    </a:lnTo>
                    <a:lnTo>
                      <a:pt x="19936" y="20021"/>
                    </a:lnTo>
                    <a:lnTo>
                      <a:pt x="19909" y="20034"/>
                    </a:lnTo>
                    <a:lnTo>
                      <a:pt x="19867" y="20021"/>
                    </a:lnTo>
                    <a:lnTo>
                      <a:pt x="19811" y="19993"/>
                    </a:lnTo>
                    <a:lnTo>
                      <a:pt x="19631" y="19854"/>
                    </a:lnTo>
                    <a:lnTo>
                      <a:pt x="19395" y="19618"/>
                    </a:lnTo>
                    <a:lnTo>
                      <a:pt x="19103" y="19312"/>
                    </a:lnTo>
                    <a:lnTo>
                      <a:pt x="18325" y="18478"/>
                    </a:lnTo>
                    <a:lnTo>
                      <a:pt x="17352" y="17381"/>
                    </a:lnTo>
                    <a:lnTo>
                      <a:pt x="16158" y="16033"/>
                    </a:lnTo>
                    <a:lnTo>
                      <a:pt x="14921" y="14644"/>
                    </a:lnTo>
                    <a:lnTo>
                      <a:pt x="13712" y="13310"/>
                    </a:lnTo>
                    <a:lnTo>
                      <a:pt x="12879" y="12407"/>
                    </a:lnTo>
                    <a:lnTo>
                      <a:pt x="12031" y="11490"/>
                    </a:lnTo>
                    <a:lnTo>
                      <a:pt x="11156" y="10573"/>
                    </a:lnTo>
                    <a:lnTo>
                      <a:pt x="10253" y="9642"/>
                    </a:lnTo>
                    <a:lnTo>
                      <a:pt x="9350" y="8739"/>
                    </a:lnTo>
                    <a:lnTo>
                      <a:pt x="8447" y="7850"/>
                    </a:lnTo>
                    <a:lnTo>
                      <a:pt x="7544" y="6989"/>
                    </a:lnTo>
                    <a:lnTo>
                      <a:pt x="6627" y="6155"/>
                    </a:lnTo>
                    <a:lnTo>
                      <a:pt x="5738" y="5377"/>
                    </a:lnTo>
                    <a:lnTo>
                      <a:pt x="5293" y="5002"/>
                    </a:lnTo>
                    <a:lnTo>
                      <a:pt x="4849" y="4655"/>
                    </a:lnTo>
                    <a:lnTo>
                      <a:pt x="4418" y="4307"/>
                    </a:lnTo>
                    <a:lnTo>
                      <a:pt x="3987" y="3988"/>
                    </a:lnTo>
                    <a:lnTo>
                      <a:pt x="3571" y="3682"/>
                    </a:lnTo>
                    <a:lnTo>
                      <a:pt x="3154" y="3390"/>
                    </a:lnTo>
                    <a:lnTo>
                      <a:pt x="2737" y="3113"/>
                    </a:lnTo>
                    <a:lnTo>
                      <a:pt x="2334" y="2863"/>
                    </a:lnTo>
                    <a:lnTo>
                      <a:pt x="1945" y="2640"/>
                    </a:lnTo>
                    <a:lnTo>
                      <a:pt x="1556" y="2432"/>
                    </a:lnTo>
                    <a:lnTo>
                      <a:pt x="1195" y="2251"/>
                    </a:lnTo>
                    <a:lnTo>
                      <a:pt x="820" y="2098"/>
                    </a:lnTo>
                    <a:lnTo>
                      <a:pt x="472" y="1973"/>
                    </a:lnTo>
                    <a:lnTo>
                      <a:pt x="125" y="1862"/>
                    </a:lnTo>
                    <a:lnTo>
                      <a:pt x="83" y="2265"/>
                    </a:lnTo>
                    <a:lnTo>
                      <a:pt x="56" y="2738"/>
                    </a:lnTo>
                    <a:lnTo>
                      <a:pt x="14" y="3390"/>
                    </a:lnTo>
                    <a:lnTo>
                      <a:pt x="0" y="4182"/>
                    </a:lnTo>
                    <a:lnTo>
                      <a:pt x="0" y="5127"/>
                    </a:lnTo>
                    <a:lnTo>
                      <a:pt x="0" y="5641"/>
                    </a:lnTo>
                    <a:lnTo>
                      <a:pt x="28" y="6183"/>
                    </a:lnTo>
                    <a:lnTo>
                      <a:pt x="56" y="6753"/>
                    </a:lnTo>
                    <a:lnTo>
                      <a:pt x="97" y="7364"/>
                    </a:lnTo>
                    <a:lnTo>
                      <a:pt x="153" y="7975"/>
                    </a:lnTo>
                    <a:lnTo>
                      <a:pt x="208" y="8628"/>
                    </a:lnTo>
                    <a:lnTo>
                      <a:pt x="292" y="9295"/>
                    </a:lnTo>
                    <a:lnTo>
                      <a:pt x="389" y="9976"/>
                    </a:lnTo>
                    <a:lnTo>
                      <a:pt x="500" y="10670"/>
                    </a:lnTo>
                    <a:lnTo>
                      <a:pt x="639" y="11393"/>
                    </a:lnTo>
                    <a:lnTo>
                      <a:pt x="792" y="12115"/>
                    </a:lnTo>
                    <a:lnTo>
                      <a:pt x="959" y="12852"/>
                    </a:lnTo>
                    <a:lnTo>
                      <a:pt x="1167" y="13602"/>
                    </a:lnTo>
                    <a:lnTo>
                      <a:pt x="1375" y="14366"/>
                    </a:lnTo>
                    <a:lnTo>
                      <a:pt x="1626" y="15130"/>
                    </a:lnTo>
                    <a:lnTo>
                      <a:pt x="1889" y="15894"/>
                    </a:lnTo>
                    <a:lnTo>
                      <a:pt x="2181" y="16672"/>
                    </a:lnTo>
                    <a:lnTo>
                      <a:pt x="2501" y="17436"/>
                    </a:lnTo>
                    <a:lnTo>
                      <a:pt x="2862" y="18201"/>
                    </a:lnTo>
                    <a:lnTo>
                      <a:pt x="3237" y="18979"/>
                    </a:lnTo>
                    <a:lnTo>
                      <a:pt x="3529" y="19507"/>
                    </a:lnTo>
                    <a:lnTo>
                      <a:pt x="3862" y="20062"/>
                    </a:lnTo>
                    <a:lnTo>
                      <a:pt x="4237" y="20632"/>
                    </a:lnTo>
                    <a:lnTo>
                      <a:pt x="4654" y="21215"/>
                    </a:lnTo>
                    <a:lnTo>
                      <a:pt x="5099" y="21827"/>
                    </a:lnTo>
                    <a:lnTo>
                      <a:pt x="5585" y="22438"/>
                    </a:lnTo>
                    <a:lnTo>
                      <a:pt x="6099" y="23049"/>
                    </a:lnTo>
                    <a:lnTo>
                      <a:pt x="6641" y="23674"/>
                    </a:lnTo>
                    <a:lnTo>
                      <a:pt x="7322" y="24425"/>
                    </a:lnTo>
                    <a:lnTo>
                      <a:pt x="8058" y="25175"/>
                    </a:lnTo>
                    <a:lnTo>
                      <a:pt x="8628" y="25731"/>
                    </a:lnTo>
                    <a:lnTo>
                      <a:pt x="9211" y="26272"/>
                    </a:lnTo>
                    <a:lnTo>
                      <a:pt x="9947" y="26925"/>
                    </a:lnTo>
                    <a:lnTo>
                      <a:pt x="10684" y="27551"/>
                    </a:lnTo>
                    <a:lnTo>
                      <a:pt x="11351" y="28079"/>
                    </a:lnTo>
                    <a:lnTo>
                      <a:pt x="12017" y="28579"/>
                    </a:lnTo>
                    <a:lnTo>
                      <a:pt x="12712" y="29065"/>
                    </a:lnTo>
                    <a:lnTo>
                      <a:pt x="13393" y="29523"/>
                    </a:lnTo>
                    <a:lnTo>
                      <a:pt x="14101" y="29954"/>
                    </a:lnTo>
                    <a:lnTo>
                      <a:pt x="14796" y="30357"/>
                    </a:lnTo>
                    <a:lnTo>
                      <a:pt x="15505" y="30732"/>
                    </a:lnTo>
                    <a:lnTo>
                      <a:pt x="16213" y="31066"/>
                    </a:lnTo>
                    <a:lnTo>
                      <a:pt x="16560" y="31232"/>
                    </a:lnTo>
                    <a:lnTo>
                      <a:pt x="16922" y="31371"/>
                    </a:lnTo>
                    <a:lnTo>
                      <a:pt x="17269" y="31510"/>
                    </a:lnTo>
                    <a:lnTo>
                      <a:pt x="17630" y="31635"/>
                    </a:lnTo>
                    <a:lnTo>
                      <a:pt x="17978" y="31746"/>
                    </a:lnTo>
                    <a:lnTo>
                      <a:pt x="18325" y="31857"/>
                    </a:lnTo>
                    <a:lnTo>
                      <a:pt x="18686" y="31955"/>
                    </a:lnTo>
                    <a:lnTo>
                      <a:pt x="19033" y="32038"/>
                    </a:lnTo>
                    <a:lnTo>
                      <a:pt x="19381" y="32108"/>
                    </a:lnTo>
                    <a:lnTo>
                      <a:pt x="19714" y="32163"/>
                    </a:lnTo>
                    <a:lnTo>
                      <a:pt x="20062" y="32219"/>
                    </a:lnTo>
                    <a:lnTo>
                      <a:pt x="20409" y="32246"/>
                    </a:lnTo>
                    <a:lnTo>
                      <a:pt x="20742" y="32274"/>
                    </a:lnTo>
                    <a:lnTo>
                      <a:pt x="21409" y="32274"/>
                    </a:lnTo>
                    <a:lnTo>
                      <a:pt x="21743" y="32260"/>
                    </a:lnTo>
                    <a:lnTo>
                      <a:pt x="21909" y="32233"/>
                    </a:lnTo>
                    <a:lnTo>
                      <a:pt x="22076" y="32205"/>
                    </a:lnTo>
                    <a:lnTo>
                      <a:pt x="22257" y="32177"/>
                    </a:lnTo>
                    <a:lnTo>
                      <a:pt x="22423" y="32121"/>
                    </a:lnTo>
                    <a:lnTo>
                      <a:pt x="22590" y="32066"/>
                    </a:lnTo>
                    <a:lnTo>
                      <a:pt x="22757" y="32010"/>
                    </a:lnTo>
                    <a:lnTo>
                      <a:pt x="23104" y="31857"/>
                    </a:lnTo>
                    <a:lnTo>
                      <a:pt x="23438" y="31677"/>
                    </a:lnTo>
                    <a:lnTo>
                      <a:pt x="23771" y="31455"/>
                    </a:lnTo>
                    <a:lnTo>
                      <a:pt x="24090" y="31205"/>
                    </a:lnTo>
                    <a:lnTo>
                      <a:pt x="24424" y="30927"/>
                    </a:lnTo>
                    <a:lnTo>
                      <a:pt x="24743" y="30621"/>
                    </a:lnTo>
                    <a:lnTo>
                      <a:pt x="25077" y="30288"/>
                    </a:lnTo>
                    <a:lnTo>
                      <a:pt x="25396" y="29926"/>
                    </a:lnTo>
                    <a:lnTo>
                      <a:pt x="25702" y="29551"/>
                    </a:lnTo>
                    <a:lnTo>
                      <a:pt x="26022" y="29134"/>
                    </a:lnTo>
                    <a:lnTo>
                      <a:pt x="26327" y="28704"/>
                    </a:lnTo>
                    <a:lnTo>
                      <a:pt x="26633" y="28245"/>
                    </a:lnTo>
                    <a:lnTo>
                      <a:pt x="26939" y="27773"/>
                    </a:lnTo>
                    <a:lnTo>
                      <a:pt x="27230" y="27287"/>
                    </a:lnTo>
                    <a:lnTo>
                      <a:pt x="27536" y="26773"/>
                    </a:lnTo>
                    <a:lnTo>
                      <a:pt x="27828" y="26231"/>
                    </a:lnTo>
                    <a:lnTo>
                      <a:pt x="28106" y="25689"/>
                    </a:lnTo>
                    <a:lnTo>
                      <a:pt x="28397" y="25133"/>
                    </a:lnTo>
                    <a:lnTo>
                      <a:pt x="28675" y="24550"/>
                    </a:lnTo>
                    <a:lnTo>
                      <a:pt x="28953" y="23966"/>
                    </a:lnTo>
                    <a:lnTo>
                      <a:pt x="29217" y="23355"/>
                    </a:lnTo>
                    <a:lnTo>
                      <a:pt x="29745" y="22118"/>
                    </a:lnTo>
                    <a:lnTo>
                      <a:pt x="30259" y="20854"/>
                    </a:lnTo>
                    <a:lnTo>
                      <a:pt x="30745" y="19562"/>
                    </a:lnTo>
                    <a:lnTo>
                      <a:pt x="31218" y="18242"/>
                    </a:lnTo>
                    <a:lnTo>
                      <a:pt x="31662" y="16922"/>
                    </a:lnTo>
                    <a:lnTo>
                      <a:pt x="32079" y="15603"/>
                    </a:lnTo>
                    <a:lnTo>
                      <a:pt x="32482" y="14297"/>
                    </a:lnTo>
                    <a:lnTo>
                      <a:pt x="32857" y="13005"/>
                    </a:lnTo>
                    <a:lnTo>
                      <a:pt x="33204" y="11754"/>
                    </a:lnTo>
                    <a:lnTo>
                      <a:pt x="33524" y="10518"/>
                    </a:lnTo>
                    <a:lnTo>
                      <a:pt x="33816" y="9351"/>
                    </a:lnTo>
                    <a:lnTo>
                      <a:pt x="34080" y="8225"/>
                    </a:lnTo>
                    <a:lnTo>
                      <a:pt x="34316" y="7156"/>
                    </a:lnTo>
                    <a:lnTo>
                      <a:pt x="34524" y="6169"/>
                    </a:lnTo>
                    <a:lnTo>
                      <a:pt x="34705" y="5252"/>
                    </a:lnTo>
                    <a:lnTo>
                      <a:pt x="34844" y="4432"/>
                    </a:lnTo>
                    <a:lnTo>
                      <a:pt x="34955" y="3724"/>
                    </a:lnTo>
                    <a:lnTo>
                      <a:pt x="35024" y="3113"/>
                    </a:lnTo>
                    <a:lnTo>
                      <a:pt x="35066" y="2612"/>
                    </a:lnTo>
                    <a:lnTo>
                      <a:pt x="35080" y="2404"/>
                    </a:lnTo>
                    <a:lnTo>
                      <a:pt x="35080" y="2237"/>
                    </a:lnTo>
                    <a:lnTo>
                      <a:pt x="35052" y="2112"/>
                    </a:lnTo>
                    <a:lnTo>
                      <a:pt x="34997" y="1973"/>
                    </a:lnTo>
                    <a:lnTo>
                      <a:pt x="34913" y="1834"/>
                    </a:lnTo>
                    <a:lnTo>
                      <a:pt x="34802" y="1709"/>
                    </a:lnTo>
                    <a:lnTo>
                      <a:pt x="34663" y="1570"/>
                    </a:lnTo>
                    <a:lnTo>
                      <a:pt x="34496" y="1445"/>
                    </a:lnTo>
                    <a:lnTo>
                      <a:pt x="34316" y="1320"/>
                    </a:lnTo>
                    <a:lnTo>
                      <a:pt x="34121" y="1195"/>
                    </a:lnTo>
                    <a:lnTo>
                      <a:pt x="33899" y="1070"/>
                    </a:lnTo>
                    <a:lnTo>
                      <a:pt x="33663" y="959"/>
                    </a:lnTo>
                    <a:lnTo>
                      <a:pt x="33399" y="848"/>
                    </a:lnTo>
                    <a:lnTo>
                      <a:pt x="33135" y="737"/>
                    </a:lnTo>
                    <a:lnTo>
                      <a:pt x="32871" y="640"/>
                    </a:lnTo>
                    <a:lnTo>
                      <a:pt x="32579" y="542"/>
                    </a:lnTo>
                    <a:lnTo>
                      <a:pt x="31996" y="362"/>
                    </a:lnTo>
                    <a:lnTo>
                      <a:pt x="31398" y="223"/>
                    </a:lnTo>
                    <a:lnTo>
                      <a:pt x="30815" y="112"/>
                    </a:lnTo>
                    <a:lnTo>
                      <a:pt x="30523" y="70"/>
                    </a:lnTo>
                    <a:lnTo>
                      <a:pt x="30245" y="28"/>
                    </a:lnTo>
                    <a:lnTo>
                      <a:pt x="29967" y="14"/>
                    </a:lnTo>
                    <a:lnTo>
                      <a:pt x="2970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304;p19">
                <a:extLst>
                  <a:ext uri="{FF2B5EF4-FFF2-40B4-BE49-F238E27FC236}">
                    <a16:creationId xmlns:a16="http://schemas.microsoft.com/office/drawing/2014/main" id="{44C7088D-CCD3-6710-4DA7-887E69CB2E68}"/>
                  </a:ext>
                </a:extLst>
              </p:cNvPr>
              <p:cNvSpPr/>
              <p:nvPr/>
            </p:nvSpPr>
            <p:spPr>
              <a:xfrm>
                <a:off x="4121375" y="2096325"/>
                <a:ext cx="203550" cy="287950"/>
              </a:xfrm>
              <a:custGeom>
                <a:avLst/>
                <a:gdLst/>
                <a:ahLst/>
                <a:cxnLst/>
                <a:rect l="l" t="t" r="r" b="b"/>
                <a:pathLst>
                  <a:path w="8142" h="11518" extrusionOk="0">
                    <a:moveTo>
                      <a:pt x="6947" y="0"/>
                    </a:moveTo>
                    <a:lnTo>
                      <a:pt x="6405" y="570"/>
                    </a:lnTo>
                    <a:lnTo>
                      <a:pt x="5863" y="1139"/>
                    </a:lnTo>
                    <a:lnTo>
                      <a:pt x="5335" y="1723"/>
                    </a:lnTo>
                    <a:lnTo>
                      <a:pt x="4807" y="2306"/>
                    </a:lnTo>
                    <a:lnTo>
                      <a:pt x="4307" y="2918"/>
                    </a:lnTo>
                    <a:lnTo>
                      <a:pt x="3807" y="3515"/>
                    </a:lnTo>
                    <a:lnTo>
                      <a:pt x="3321" y="4140"/>
                    </a:lnTo>
                    <a:lnTo>
                      <a:pt x="2862" y="4766"/>
                    </a:lnTo>
                    <a:lnTo>
                      <a:pt x="2417" y="5419"/>
                    </a:lnTo>
                    <a:lnTo>
                      <a:pt x="2001" y="6072"/>
                    </a:lnTo>
                    <a:lnTo>
                      <a:pt x="1598" y="6724"/>
                    </a:lnTo>
                    <a:lnTo>
                      <a:pt x="1223" y="7405"/>
                    </a:lnTo>
                    <a:lnTo>
                      <a:pt x="875" y="8100"/>
                    </a:lnTo>
                    <a:lnTo>
                      <a:pt x="556" y="8795"/>
                    </a:lnTo>
                    <a:lnTo>
                      <a:pt x="403" y="9156"/>
                    </a:lnTo>
                    <a:lnTo>
                      <a:pt x="264" y="9517"/>
                    </a:lnTo>
                    <a:lnTo>
                      <a:pt x="125" y="9878"/>
                    </a:lnTo>
                    <a:lnTo>
                      <a:pt x="0" y="10239"/>
                    </a:lnTo>
                    <a:lnTo>
                      <a:pt x="736" y="10892"/>
                    </a:lnTo>
                    <a:lnTo>
                      <a:pt x="1473" y="11518"/>
                    </a:lnTo>
                    <a:lnTo>
                      <a:pt x="1584" y="11143"/>
                    </a:lnTo>
                    <a:lnTo>
                      <a:pt x="1695" y="10781"/>
                    </a:lnTo>
                    <a:lnTo>
                      <a:pt x="1820" y="10420"/>
                    </a:lnTo>
                    <a:lnTo>
                      <a:pt x="1945" y="10073"/>
                    </a:lnTo>
                    <a:lnTo>
                      <a:pt x="2084" y="9712"/>
                    </a:lnTo>
                    <a:lnTo>
                      <a:pt x="2237" y="9364"/>
                    </a:lnTo>
                    <a:lnTo>
                      <a:pt x="2390" y="9017"/>
                    </a:lnTo>
                    <a:lnTo>
                      <a:pt x="2556" y="8683"/>
                    </a:lnTo>
                    <a:lnTo>
                      <a:pt x="2904" y="8003"/>
                    </a:lnTo>
                    <a:lnTo>
                      <a:pt x="3293" y="7336"/>
                    </a:lnTo>
                    <a:lnTo>
                      <a:pt x="3696" y="6697"/>
                    </a:lnTo>
                    <a:lnTo>
                      <a:pt x="4126" y="6058"/>
                    </a:lnTo>
                    <a:lnTo>
                      <a:pt x="4585" y="5432"/>
                    </a:lnTo>
                    <a:lnTo>
                      <a:pt x="5043" y="4807"/>
                    </a:lnTo>
                    <a:lnTo>
                      <a:pt x="5530" y="4210"/>
                    </a:lnTo>
                    <a:lnTo>
                      <a:pt x="6030" y="3612"/>
                    </a:lnTo>
                    <a:lnTo>
                      <a:pt x="6544" y="3029"/>
                    </a:lnTo>
                    <a:lnTo>
                      <a:pt x="7072" y="2459"/>
                    </a:lnTo>
                    <a:lnTo>
                      <a:pt x="7600" y="1904"/>
                    </a:lnTo>
                    <a:lnTo>
                      <a:pt x="8141" y="1348"/>
                    </a:lnTo>
                    <a:lnTo>
                      <a:pt x="694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305;p19">
                <a:extLst>
                  <a:ext uri="{FF2B5EF4-FFF2-40B4-BE49-F238E27FC236}">
                    <a16:creationId xmlns:a16="http://schemas.microsoft.com/office/drawing/2014/main" id="{385879EC-D541-DE20-33D1-EF00D59DD977}"/>
                  </a:ext>
                </a:extLst>
              </p:cNvPr>
              <p:cNvSpPr/>
              <p:nvPr/>
            </p:nvSpPr>
            <p:spPr>
              <a:xfrm>
                <a:off x="4057100" y="2028250"/>
                <a:ext cx="207050" cy="296625"/>
              </a:xfrm>
              <a:custGeom>
                <a:avLst/>
                <a:gdLst/>
                <a:ahLst/>
                <a:cxnLst/>
                <a:rect l="l" t="t" r="r" b="b"/>
                <a:pathLst>
                  <a:path w="8282" h="11865" extrusionOk="0">
                    <a:moveTo>
                      <a:pt x="7072" y="0"/>
                    </a:moveTo>
                    <a:lnTo>
                      <a:pt x="6517" y="570"/>
                    </a:lnTo>
                    <a:lnTo>
                      <a:pt x="5975" y="1153"/>
                    </a:lnTo>
                    <a:lnTo>
                      <a:pt x="5433" y="1737"/>
                    </a:lnTo>
                    <a:lnTo>
                      <a:pt x="4905" y="2334"/>
                    </a:lnTo>
                    <a:lnTo>
                      <a:pt x="4377" y="2946"/>
                    </a:lnTo>
                    <a:lnTo>
                      <a:pt x="3877" y="3557"/>
                    </a:lnTo>
                    <a:lnTo>
                      <a:pt x="3391" y="4196"/>
                    </a:lnTo>
                    <a:lnTo>
                      <a:pt x="2918" y="4821"/>
                    </a:lnTo>
                    <a:lnTo>
                      <a:pt x="2460" y="5474"/>
                    </a:lnTo>
                    <a:lnTo>
                      <a:pt x="2029" y="6141"/>
                    </a:lnTo>
                    <a:lnTo>
                      <a:pt x="1626" y="6808"/>
                    </a:lnTo>
                    <a:lnTo>
                      <a:pt x="1237" y="7489"/>
                    </a:lnTo>
                    <a:lnTo>
                      <a:pt x="876" y="8197"/>
                    </a:lnTo>
                    <a:lnTo>
                      <a:pt x="557" y="8906"/>
                    </a:lnTo>
                    <a:lnTo>
                      <a:pt x="404" y="9267"/>
                    </a:lnTo>
                    <a:lnTo>
                      <a:pt x="265" y="9628"/>
                    </a:lnTo>
                    <a:lnTo>
                      <a:pt x="126" y="9989"/>
                    </a:lnTo>
                    <a:lnTo>
                      <a:pt x="1" y="10364"/>
                    </a:lnTo>
                    <a:lnTo>
                      <a:pt x="682" y="11115"/>
                    </a:lnTo>
                    <a:lnTo>
                      <a:pt x="1418" y="11865"/>
                    </a:lnTo>
                    <a:lnTo>
                      <a:pt x="1515" y="11476"/>
                    </a:lnTo>
                    <a:lnTo>
                      <a:pt x="1626" y="11101"/>
                    </a:lnTo>
                    <a:lnTo>
                      <a:pt x="1751" y="10726"/>
                    </a:lnTo>
                    <a:lnTo>
                      <a:pt x="1876" y="10351"/>
                    </a:lnTo>
                    <a:lnTo>
                      <a:pt x="2029" y="9989"/>
                    </a:lnTo>
                    <a:lnTo>
                      <a:pt x="2168" y="9628"/>
                    </a:lnTo>
                    <a:lnTo>
                      <a:pt x="2335" y="9267"/>
                    </a:lnTo>
                    <a:lnTo>
                      <a:pt x="2502" y="8920"/>
                    </a:lnTo>
                    <a:lnTo>
                      <a:pt x="2682" y="8558"/>
                    </a:lnTo>
                    <a:lnTo>
                      <a:pt x="2863" y="8211"/>
                    </a:lnTo>
                    <a:lnTo>
                      <a:pt x="3252" y="7530"/>
                    </a:lnTo>
                    <a:lnTo>
                      <a:pt x="3669" y="6849"/>
                    </a:lnTo>
                    <a:lnTo>
                      <a:pt x="4113" y="6197"/>
                    </a:lnTo>
                    <a:lnTo>
                      <a:pt x="4586" y="5544"/>
                    </a:lnTo>
                    <a:lnTo>
                      <a:pt x="5072" y="4918"/>
                    </a:lnTo>
                    <a:lnTo>
                      <a:pt x="5572" y="4293"/>
                    </a:lnTo>
                    <a:lnTo>
                      <a:pt x="6100" y="3682"/>
                    </a:lnTo>
                    <a:lnTo>
                      <a:pt x="6628" y="3084"/>
                    </a:lnTo>
                    <a:lnTo>
                      <a:pt x="7170" y="2487"/>
                    </a:lnTo>
                    <a:lnTo>
                      <a:pt x="7725" y="1904"/>
                    </a:lnTo>
                    <a:lnTo>
                      <a:pt x="8281" y="1334"/>
                    </a:lnTo>
                    <a:lnTo>
                      <a:pt x="70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306;p19">
                <a:extLst>
                  <a:ext uri="{FF2B5EF4-FFF2-40B4-BE49-F238E27FC236}">
                    <a16:creationId xmlns:a16="http://schemas.microsoft.com/office/drawing/2014/main" id="{F10F5269-3089-9DC9-A05B-3E337E2731C7}"/>
                  </a:ext>
                </a:extLst>
              </p:cNvPr>
              <p:cNvSpPr/>
              <p:nvPr/>
            </p:nvSpPr>
            <p:spPr>
              <a:xfrm>
                <a:off x="3850450" y="238125"/>
                <a:ext cx="316775" cy="497725"/>
              </a:xfrm>
              <a:custGeom>
                <a:avLst/>
                <a:gdLst/>
                <a:ahLst/>
                <a:cxnLst/>
                <a:rect l="l" t="t" r="r" b="b"/>
                <a:pathLst>
                  <a:path w="12671" h="19909" extrusionOk="0">
                    <a:moveTo>
                      <a:pt x="5349" y="0"/>
                    </a:moveTo>
                    <a:lnTo>
                      <a:pt x="5030" y="14"/>
                    </a:lnTo>
                    <a:lnTo>
                      <a:pt x="4724" y="42"/>
                    </a:lnTo>
                    <a:lnTo>
                      <a:pt x="4419" y="69"/>
                    </a:lnTo>
                    <a:lnTo>
                      <a:pt x="4127" y="125"/>
                    </a:lnTo>
                    <a:lnTo>
                      <a:pt x="3835" y="195"/>
                    </a:lnTo>
                    <a:lnTo>
                      <a:pt x="3557" y="278"/>
                    </a:lnTo>
                    <a:lnTo>
                      <a:pt x="3279" y="361"/>
                    </a:lnTo>
                    <a:lnTo>
                      <a:pt x="3015" y="472"/>
                    </a:lnTo>
                    <a:lnTo>
                      <a:pt x="2765" y="597"/>
                    </a:lnTo>
                    <a:lnTo>
                      <a:pt x="2515" y="736"/>
                    </a:lnTo>
                    <a:lnTo>
                      <a:pt x="2279" y="875"/>
                    </a:lnTo>
                    <a:lnTo>
                      <a:pt x="2057" y="1042"/>
                    </a:lnTo>
                    <a:lnTo>
                      <a:pt x="1834" y="1209"/>
                    </a:lnTo>
                    <a:lnTo>
                      <a:pt x="1626" y="1389"/>
                    </a:lnTo>
                    <a:lnTo>
                      <a:pt x="1432" y="1584"/>
                    </a:lnTo>
                    <a:lnTo>
                      <a:pt x="1251" y="1792"/>
                    </a:lnTo>
                    <a:lnTo>
                      <a:pt x="1084" y="2015"/>
                    </a:lnTo>
                    <a:lnTo>
                      <a:pt x="917" y="2237"/>
                    </a:lnTo>
                    <a:lnTo>
                      <a:pt x="765" y="2487"/>
                    </a:lnTo>
                    <a:lnTo>
                      <a:pt x="626" y="2737"/>
                    </a:lnTo>
                    <a:lnTo>
                      <a:pt x="487" y="3001"/>
                    </a:lnTo>
                    <a:lnTo>
                      <a:pt x="376" y="3279"/>
                    </a:lnTo>
                    <a:lnTo>
                      <a:pt x="265" y="3571"/>
                    </a:lnTo>
                    <a:lnTo>
                      <a:pt x="167" y="3862"/>
                    </a:lnTo>
                    <a:lnTo>
                      <a:pt x="70" y="4182"/>
                    </a:lnTo>
                    <a:lnTo>
                      <a:pt x="1" y="4501"/>
                    </a:lnTo>
                    <a:lnTo>
                      <a:pt x="4460" y="5432"/>
                    </a:lnTo>
                    <a:lnTo>
                      <a:pt x="4530" y="5196"/>
                    </a:lnTo>
                    <a:lnTo>
                      <a:pt x="4613" y="4974"/>
                    </a:lnTo>
                    <a:lnTo>
                      <a:pt x="4696" y="4765"/>
                    </a:lnTo>
                    <a:lnTo>
                      <a:pt x="4794" y="4571"/>
                    </a:lnTo>
                    <a:lnTo>
                      <a:pt x="4905" y="4390"/>
                    </a:lnTo>
                    <a:lnTo>
                      <a:pt x="5030" y="4237"/>
                    </a:lnTo>
                    <a:lnTo>
                      <a:pt x="5169" y="4098"/>
                    </a:lnTo>
                    <a:lnTo>
                      <a:pt x="5308" y="3960"/>
                    </a:lnTo>
                    <a:lnTo>
                      <a:pt x="5460" y="3862"/>
                    </a:lnTo>
                    <a:lnTo>
                      <a:pt x="5627" y="3765"/>
                    </a:lnTo>
                    <a:lnTo>
                      <a:pt x="5794" y="3696"/>
                    </a:lnTo>
                    <a:lnTo>
                      <a:pt x="5961" y="3640"/>
                    </a:lnTo>
                    <a:lnTo>
                      <a:pt x="6141" y="3612"/>
                    </a:lnTo>
                    <a:lnTo>
                      <a:pt x="6516" y="3612"/>
                    </a:lnTo>
                    <a:lnTo>
                      <a:pt x="6711" y="3654"/>
                    </a:lnTo>
                    <a:lnTo>
                      <a:pt x="6919" y="3696"/>
                    </a:lnTo>
                    <a:lnTo>
                      <a:pt x="7114" y="3765"/>
                    </a:lnTo>
                    <a:lnTo>
                      <a:pt x="7280" y="3848"/>
                    </a:lnTo>
                    <a:lnTo>
                      <a:pt x="7433" y="3932"/>
                    </a:lnTo>
                    <a:lnTo>
                      <a:pt x="7572" y="4029"/>
                    </a:lnTo>
                    <a:lnTo>
                      <a:pt x="7697" y="4154"/>
                    </a:lnTo>
                    <a:lnTo>
                      <a:pt x="7808" y="4279"/>
                    </a:lnTo>
                    <a:lnTo>
                      <a:pt x="7892" y="4418"/>
                    </a:lnTo>
                    <a:lnTo>
                      <a:pt x="7975" y="4571"/>
                    </a:lnTo>
                    <a:lnTo>
                      <a:pt x="8031" y="4738"/>
                    </a:lnTo>
                    <a:lnTo>
                      <a:pt x="8072" y="4918"/>
                    </a:lnTo>
                    <a:lnTo>
                      <a:pt x="8086" y="5113"/>
                    </a:lnTo>
                    <a:lnTo>
                      <a:pt x="8100" y="5307"/>
                    </a:lnTo>
                    <a:lnTo>
                      <a:pt x="8086" y="5529"/>
                    </a:lnTo>
                    <a:lnTo>
                      <a:pt x="8058" y="5766"/>
                    </a:lnTo>
                    <a:lnTo>
                      <a:pt x="8017" y="6002"/>
                    </a:lnTo>
                    <a:lnTo>
                      <a:pt x="7961" y="6210"/>
                    </a:lnTo>
                    <a:lnTo>
                      <a:pt x="7906" y="6391"/>
                    </a:lnTo>
                    <a:lnTo>
                      <a:pt x="7822" y="6585"/>
                    </a:lnTo>
                    <a:lnTo>
                      <a:pt x="7725" y="6766"/>
                    </a:lnTo>
                    <a:lnTo>
                      <a:pt x="7614" y="6933"/>
                    </a:lnTo>
                    <a:lnTo>
                      <a:pt x="7489" y="7099"/>
                    </a:lnTo>
                    <a:lnTo>
                      <a:pt x="7350" y="7252"/>
                    </a:lnTo>
                    <a:lnTo>
                      <a:pt x="7197" y="7391"/>
                    </a:lnTo>
                    <a:lnTo>
                      <a:pt x="7030" y="7544"/>
                    </a:lnTo>
                    <a:lnTo>
                      <a:pt x="6836" y="7683"/>
                    </a:lnTo>
                    <a:lnTo>
                      <a:pt x="6419" y="7989"/>
                    </a:lnTo>
                    <a:lnTo>
                      <a:pt x="5947" y="8280"/>
                    </a:lnTo>
                    <a:lnTo>
                      <a:pt x="5391" y="8586"/>
                    </a:lnTo>
                    <a:lnTo>
                      <a:pt x="5113" y="8753"/>
                    </a:lnTo>
                    <a:lnTo>
                      <a:pt x="4849" y="8919"/>
                    </a:lnTo>
                    <a:lnTo>
                      <a:pt x="4599" y="9114"/>
                    </a:lnTo>
                    <a:lnTo>
                      <a:pt x="4363" y="9308"/>
                    </a:lnTo>
                    <a:lnTo>
                      <a:pt x="4155" y="9517"/>
                    </a:lnTo>
                    <a:lnTo>
                      <a:pt x="3946" y="9739"/>
                    </a:lnTo>
                    <a:lnTo>
                      <a:pt x="3752" y="9975"/>
                    </a:lnTo>
                    <a:lnTo>
                      <a:pt x="3585" y="10239"/>
                    </a:lnTo>
                    <a:lnTo>
                      <a:pt x="3418" y="10503"/>
                    </a:lnTo>
                    <a:lnTo>
                      <a:pt x="3265" y="10809"/>
                    </a:lnTo>
                    <a:lnTo>
                      <a:pt x="3113" y="11128"/>
                    </a:lnTo>
                    <a:lnTo>
                      <a:pt x="2974" y="11490"/>
                    </a:lnTo>
                    <a:lnTo>
                      <a:pt x="2849" y="11865"/>
                    </a:lnTo>
                    <a:lnTo>
                      <a:pt x="2724" y="12282"/>
                    </a:lnTo>
                    <a:lnTo>
                      <a:pt x="2612" y="12726"/>
                    </a:lnTo>
                    <a:lnTo>
                      <a:pt x="2515" y="13185"/>
                    </a:lnTo>
                    <a:lnTo>
                      <a:pt x="6294" y="13976"/>
                    </a:lnTo>
                    <a:lnTo>
                      <a:pt x="6419" y="13504"/>
                    </a:lnTo>
                    <a:lnTo>
                      <a:pt x="6489" y="13282"/>
                    </a:lnTo>
                    <a:lnTo>
                      <a:pt x="6572" y="13073"/>
                    </a:lnTo>
                    <a:lnTo>
                      <a:pt x="6641" y="12879"/>
                    </a:lnTo>
                    <a:lnTo>
                      <a:pt x="6725" y="12698"/>
                    </a:lnTo>
                    <a:lnTo>
                      <a:pt x="6822" y="12532"/>
                    </a:lnTo>
                    <a:lnTo>
                      <a:pt x="6919" y="12379"/>
                    </a:lnTo>
                    <a:lnTo>
                      <a:pt x="7017" y="12226"/>
                    </a:lnTo>
                    <a:lnTo>
                      <a:pt x="7128" y="12073"/>
                    </a:lnTo>
                    <a:lnTo>
                      <a:pt x="7253" y="11934"/>
                    </a:lnTo>
                    <a:lnTo>
                      <a:pt x="7406" y="11795"/>
                    </a:lnTo>
                    <a:lnTo>
                      <a:pt x="7544" y="11670"/>
                    </a:lnTo>
                    <a:lnTo>
                      <a:pt x="7711" y="11531"/>
                    </a:lnTo>
                    <a:lnTo>
                      <a:pt x="7892" y="11406"/>
                    </a:lnTo>
                    <a:lnTo>
                      <a:pt x="8072" y="11281"/>
                    </a:lnTo>
                    <a:lnTo>
                      <a:pt x="9892" y="10184"/>
                    </a:lnTo>
                    <a:lnTo>
                      <a:pt x="10170" y="10003"/>
                    </a:lnTo>
                    <a:lnTo>
                      <a:pt x="10434" y="9809"/>
                    </a:lnTo>
                    <a:lnTo>
                      <a:pt x="10684" y="9628"/>
                    </a:lnTo>
                    <a:lnTo>
                      <a:pt x="10920" y="9433"/>
                    </a:lnTo>
                    <a:lnTo>
                      <a:pt x="11129" y="9239"/>
                    </a:lnTo>
                    <a:lnTo>
                      <a:pt x="11323" y="9044"/>
                    </a:lnTo>
                    <a:lnTo>
                      <a:pt x="11504" y="8836"/>
                    </a:lnTo>
                    <a:lnTo>
                      <a:pt x="11671" y="8642"/>
                    </a:lnTo>
                    <a:lnTo>
                      <a:pt x="11823" y="8433"/>
                    </a:lnTo>
                    <a:lnTo>
                      <a:pt x="11962" y="8211"/>
                    </a:lnTo>
                    <a:lnTo>
                      <a:pt x="12087" y="7989"/>
                    </a:lnTo>
                    <a:lnTo>
                      <a:pt x="12199" y="7752"/>
                    </a:lnTo>
                    <a:lnTo>
                      <a:pt x="12296" y="7516"/>
                    </a:lnTo>
                    <a:lnTo>
                      <a:pt x="12393" y="7266"/>
                    </a:lnTo>
                    <a:lnTo>
                      <a:pt x="12463" y="7002"/>
                    </a:lnTo>
                    <a:lnTo>
                      <a:pt x="12532" y="6738"/>
                    </a:lnTo>
                    <a:lnTo>
                      <a:pt x="12588" y="6419"/>
                    </a:lnTo>
                    <a:lnTo>
                      <a:pt x="12629" y="6113"/>
                    </a:lnTo>
                    <a:lnTo>
                      <a:pt x="12657" y="5821"/>
                    </a:lnTo>
                    <a:lnTo>
                      <a:pt x="12671" y="5529"/>
                    </a:lnTo>
                    <a:lnTo>
                      <a:pt x="12671" y="5238"/>
                    </a:lnTo>
                    <a:lnTo>
                      <a:pt x="12657" y="4960"/>
                    </a:lnTo>
                    <a:lnTo>
                      <a:pt x="12629" y="4696"/>
                    </a:lnTo>
                    <a:lnTo>
                      <a:pt x="12588" y="4418"/>
                    </a:lnTo>
                    <a:lnTo>
                      <a:pt x="12518" y="4168"/>
                    </a:lnTo>
                    <a:lnTo>
                      <a:pt x="12449" y="3904"/>
                    </a:lnTo>
                    <a:lnTo>
                      <a:pt x="12365" y="3668"/>
                    </a:lnTo>
                    <a:lnTo>
                      <a:pt x="12268" y="3418"/>
                    </a:lnTo>
                    <a:lnTo>
                      <a:pt x="12143" y="3182"/>
                    </a:lnTo>
                    <a:lnTo>
                      <a:pt x="12018" y="2959"/>
                    </a:lnTo>
                    <a:lnTo>
                      <a:pt x="11865" y="2737"/>
                    </a:lnTo>
                    <a:lnTo>
                      <a:pt x="11712" y="2529"/>
                    </a:lnTo>
                    <a:lnTo>
                      <a:pt x="11532" y="2320"/>
                    </a:lnTo>
                    <a:lnTo>
                      <a:pt x="11351" y="2112"/>
                    </a:lnTo>
                    <a:lnTo>
                      <a:pt x="11157" y="1931"/>
                    </a:lnTo>
                    <a:lnTo>
                      <a:pt x="10948" y="1737"/>
                    </a:lnTo>
                    <a:lnTo>
                      <a:pt x="10712" y="1570"/>
                    </a:lnTo>
                    <a:lnTo>
                      <a:pt x="10476" y="1403"/>
                    </a:lnTo>
                    <a:lnTo>
                      <a:pt x="10226" y="1250"/>
                    </a:lnTo>
                    <a:lnTo>
                      <a:pt x="9976" y="1098"/>
                    </a:lnTo>
                    <a:lnTo>
                      <a:pt x="9698" y="959"/>
                    </a:lnTo>
                    <a:lnTo>
                      <a:pt x="9406" y="820"/>
                    </a:lnTo>
                    <a:lnTo>
                      <a:pt x="9114" y="695"/>
                    </a:lnTo>
                    <a:lnTo>
                      <a:pt x="8795" y="584"/>
                    </a:lnTo>
                    <a:lnTo>
                      <a:pt x="8475" y="486"/>
                    </a:lnTo>
                    <a:lnTo>
                      <a:pt x="8142" y="389"/>
                    </a:lnTo>
                    <a:lnTo>
                      <a:pt x="7795" y="292"/>
                    </a:lnTo>
                    <a:lnTo>
                      <a:pt x="7419" y="208"/>
                    </a:lnTo>
                    <a:lnTo>
                      <a:pt x="7058" y="139"/>
                    </a:lnTo>
                    <a:lnTo>
                      <a:pt x="6697" y="83"/>
                    </a:lnTo>
                    <a:lnTo>
                      <a:pt x="6350" y="42"/>
                    </a:lnTo>
                    <a:lnTo>
                      <a:pt x="6002" y="14"/>
                    </a:lnTo>
                    <a:lnTo>
                      <a:pt x="5669" y="0"/>
                    </a:lnTo>
                    <a:close/>
                    <a:moveTo>
                      <a:pt x="3307" y="15310"/>
                    </a:moveTo>
                    <a:lnTo>
                      <a:pt x="3071" y="15324"/>
                    </a:lnTo>
                    <a:lnTo>
                      <a:pt x="2835" y="15380"/>
                    </a:lnTo>
                    <a:lnTo>
                      <a:pt x="2612" y="15435"/>
                    </a:lnTo>
                    <a:lnTo>
                      <a:pt x="2390" y="15533"/>
                    </a:lnTo>
                    <a:lnTo>
                      <a:pt x="2182" y="15630"/>
                    </a:lnTo>
                    <a:lnTo>
                      <a:pt x="1973" y="15769"/>
                    </a:lnTo>
                    <a:lnTo>
                      <a:pt x="1793" y="15908"/>
                    </a:lnTo>
                    <a:lnTo>
                      <a:pt x="1640" y="16060"/>
                    </a:lnTo>
                    <a:lnTo>
                      <a:pt x="1501" y="16241"/>
                    </a:lnTo>
                    <a:lnTo>
                      <a:pt x="1376" y="16436"/>
                    </a:lnTo>
                    <a:lnTo>
                      <a:pt x="1279" y="16644"/>
                    </a:lnTo>
                    <a:lnTo>
                      <a:pt x="1195" y="16852"/>
                    </a:lnTo>
                    <a:lnTo>
                      <a:pt x="1140" y="17089"/>
                    </a:lnTo>
                    <a:lnTo>
                      <a:pt x="1098" y="17339"/>
                    </a:lnTo>
                    <a:lnTo>
                      <a:pt x="1084" y="17575"/>
                    </a:lnTo>
                    <a:lnTo>
                      <a:pt x="1098" y="17797"/>
                    </a:lnTo>
                    <a:lnTo>
                      <a:pt x="1126" y="18019"/>
                    </a:lnTo>
                    <a:lnTo>
                      <a:pt x="1181" y="18242"/>
                    </a:lnTo>
                    <a:lnTo>
                      <a:pt x="1265" y="18450"/>
                    </a:lnTo>
                    <a:lnTo>
                      <a:pt x="1376" y="18645"/>
                    </a:lnTo>
                    <a:lnTo>
                      <a:pt x="1515" y="18853"/>
                    </a:lnTo>
                    <a:lnTo>
                      <a:pt x="1654" y="19034"/>
                    </a:lnTo>
                    <a:lnTo>
                      <a:pt x="1821" y="19200"/>
                    </a:lnTo>
                    <a:lnTo>
                      <a:pt x="2015" y="19353"/>
                    </a:lnTo>
                    <a:lnTo>
                      <a:pt x="2210" y="19478"/>
                    </a:lnTo>
                    <a:lnTo>
                      <a:pt x="2418" y="19603"/>
                    </a:lnTo>
                    <a:lnTo>
                      <a:pt x="2640" y="19700"/>
                    </a:lnTo>
                    <a:lnTo>
                      <a:pt x="2890" y="19784"/>
                    </a:lnTo>
                    <a:lnTo>
                      <a:pt x="3140" y="19839"/>
                    </a:lnTo>
                    <a:lnTo>
                      <a:pt x="3404" y="19881"/>
                    </a:lnTo>
                    <a:lnTo>
                      <a:pt x="3654" y="19909"/>
                    </a:lnTo>
                    <a:lnTo>
                      <a:pt x="3904" y="19909"/>
                    </a:lnTo>
                    <a:lnTo>
                      <a:pt x="4141" y="19881"/>
                    </a:lnTo>
                    <a:lnTo>
                      <a:pt x="4377" y="19839"/>
                    </a:lnTo>
                    <a:lnTo>
                      <a:pt x="4599" y="19784"/>
                    </a:lnTo>
                    <a:lnTo>
                      <a:pt x="4821" y="19687"/>
                    </a:lnTo>
                    <a:lnTo>
                      <a:pt x="5044" y="19575"/>
                    </a:lnTo>
                    <a:lnTo>
                      <a:pt x="5238" y="19450"/>
                    </a:lnTo>
                    <a:lnTo>
                      <a:pt x="5419" y="19311"/>
                    </a:lnTo>
                    <a:lnTo>
                      <a:pt x="5572" y="19145"/>
                    </a:lnTo>
                    <a:lnTo>
                      <a:pt x="5711" y="18978"/>
                    </a:lnTo>
                    <a:lnTo>
                      <a:pt x="5836" y="18784"/>
                    </a:lnTo>
                    <a:lnTo>
                      <a:pt x="5933" y="18575"/>
                    </a:lnTo>
                    <a:lnTo>
                      <a:pt x="6016" y="18353"/>
                    </a:lnTo>
                    <a:lnTo>
                      <a:pt x="6086" y="18117"/>
                    </a:lnTo>
                    <a:lnTo>
                      <a:pt x="6113" y="17880"/>
                    </a:lnTo>
                    <a:lnTo>
                      <a:pt x="6127" y="17644"/>
                    </a:lnTo>
                    <a:lnTo>
                      <a:pt x="6127" y="17422"/>
                    </a:lnTo>
                    <a:lnTo>
                      <a:pt x="6086" y="17200"/>
                    </a:lnTo>
                    <a:lnTo>
                      <a:pt x="6030" y="16977"/>
                    </a:lnTo>
                    <a:lnTo>
                      <a:pt x="5947" y="16769"/>
                    </a:lnTo>
                    <a:lnTo>
                      <a:pt x="5836" y="16561"/>
                    </a:lnTo>
                    <a:lnTo>
                      <a:pt x="5711" y="16366"/>
                    </a:lnTo>
                    <a:lnTo>
                      <a:pt x="5558" y="16185"/>
                    </a:lnTo>
                    <a:lnTo>
                      <a:pt x="5391" y="16019"/>
                    </a:lnTo>
                    <a:lnTo>
                      <a:pt x="5210" y="15866"/>
                    </a:lnTo>
                    <a:lnTo>
                      <a:pt x="5002" y="15727"/>
                    </a:lnTo>
                    <a:lnTo>
                      <a:pt x="4794" y="15616"/>
                    </a:lnTo>
                    <a:lnTo>
                      <a:pt x="4571" y="15519"/>
                    </a:lnTo>
                    <a:lnTo>
                      <a:pt x="4321" y="15435"/>
                    </a:lnTo>
                    <a:lnTo>
                      <a:pt x="4071" y="15380"/>
                    </a:lnTo>
                    <a:lnTo>
                      <a:pt x="3807" y="15324"/>
                    </a:lnTo>
                    <a:lnTo>
                      <a:pt x="3557" y="1531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307;p19">
                <a:extLst>
                  <a:ext uri="{FF2B5EF4-FFF2-40B4-BE49-F238E27FC236}">
                    <a16:creationId xmlns:a16="http://schemas.microsoft.com/office/drawing/2014/main" id="{8A1E45E4-F71B-3ACB-38F4-2CEF038D6383}"/>
                  </a:ext>
                </a:extLst>
              </p:cNvPr>
              <p:cNvSpPr/>
              <p:nvPr/>
            </p:nvSpPr>
            <p:spPr>
              <a:xfrm>
                <a:off x="2918925" y="529875"/>
                <a:ext cx="333800" cy="348050"/>
              </a:xfrm>
              <a:custGeom>
                <a:avLst/>
                <a:gdLst/>
                <a:ahLst/>
                <a:cxnLst/>
                <a:rect l="l" t="t" r="r" b="b"/>
                <a:pathLst>
                  <a:path w="13352" h="13922" extrusionOk="0">
                    <a:moveTo>
                      <a:pt x="5488" y="0"/>
                    </a:moveTo>
                    <a:lnTo>
                      <a:pt x="5266" y="14"/>
                    </a:lnTo>
                    <a:lnTo>
                      <a:pt x="5058" y="28"/>
                    </a:lnTo>
                    <a:lnTo>
                      <a:pt x="4849" y="56"/>
                    </a:lnTo>
                    <a:lnTo>
                      <a:pt x="4641" y="97"/>
                    </a:lnTo>
                    <a:lnTo>
                      <a:pt x="4418" y="153"/>
                    </a:lnTo>
                    <a:lnTo>
                      <a:pt x="4210" y="223"/>
                    </a:lnTo>
                    <a:lnTo>
                      <a:pt x="4002" y="306"/>
                    </a:lnTo>
                    <a:lnTo>
                      <a:pt x="3779" y="389"/>
                    </a:lnTo>
                    <a:lnTo>
                      <a:pt x="3571" y="500"/>
                    </a:lnTo>
                    <a:lnTo>
                      <a:pt x="3363" y="612"/>
                    </a:lnTo>
                    <a:lnTo>
                      <a:pt x="3140" y="737"/>
                    </a:lnTo>
                    <a:lnTo>
                      <a:pt x="2932" y="875"/>
                    </a:lnTo>
                    <a:lnTo>
                      <a:pt x="2710" y="1028"/>
                    </a:lnTo>
                    <a:lnTo>
                      <a:pt x="2501" y="1195"/>
                    </a:lnTo>
                    <a:lnTo>
                      <a:pt x="2293" y="1362"/>
                    </a:lnTo>
                    <a:lnTo>
                      <a:pt x="2071" y="1556"/>
                    </a:lnTo>
                    <a:lnTo>
                      <a:pt x="1862" y="1751"/>
                    </a:lnTo>
                    <a:lnTo>
                      <a:pt x="1654" y="1959"/>
                    </a:lnTo>
                    <a:lnTo>
                      <a:pt x="1459" y="2168"/>
                    </a:lnTo>
                    <a:lnTo>
                      <a:pt x="1265" y="2376"/>
                    </a:lnTo>
                    <a:lnTo>
                      <a:pt x="1098" y="2584"/>
                    </a:lnTo>
                    <a:lnTo>
                      <a:pt x="945" y="2793"/>
                    </a:lnTo>
                    <a:lnTo>
                      <a:pt x="792" y="3001"/>
                    </a:lnTo>
                    <a:lnTo>
                      <a:pt x="653" y="3223"/>
                    </a:lnTo>
                    <a:lnTo>
                      <a:pt x="542" y="3432"/>
                    </a:lnTo>
                    <a:lnTo>
                      <a:pt x="431" y="3640"/>
                    </a:lnTo>
                    <a:lnTo>
                      <a:pt x="334" y="3863"/>
                    </a:lnTo>
                    <a:lnTo>
                      <a:pt x="251" y="4071"/>
                    </a:lnTo>
                    <a:lnTo>
                      <a:pt x="167" y="4293"/>
                    </a:lnTo>
                    <a:lnTo>
                      <a:pt x="112" y="4502"/>
                    </a:lnTo>
                    <a:lnTo>
                      <a:pt x="70" y="4724"/>
                    </a:lnTo>
                    <a:lnTo>
                      <a:pt x="28" y="4946"/>
                    </a:lnTo>
                    <a:lnTo>
                      <a:pt x="0" y="5168"/>
                    </a:lnTo>
                    <a:lnTo>
                      <a:pt x="0" y="5391"/>
                    </a:lnTo>
                    <a:lnTo>
                      <a:pt x="0" y="5599"/>
                    </a:lnTo>
                    <a:lnTo>
                      <a:pt x="14" y="5821"/>
                    </a:lnTo>
                    <a:lnTo>
                      <a:pt x="42" y="6044"/>
                    </a:lnTo>
                    <a:lnTo>
                      <a:pt x="70" y="6252"/>
                    </a:lnTo>
                    <a:lnTo>
                      <a:pt x="126" y="6461"/>
                    </a:lnTo>
                    <a:lnTo>
                      <a:pt x="195" y="6669"/>
                    </a:lnTo>
                    <a:lnTo>
                      <a:pt x="264" y="6877"/>
                    </a:lnTo>
                    <a:lnTo>
                      <a:pt x="362" y="7086"/>
                    </a:lnTo>
                    <a:lnTo>
                      <a:pt x="459" y="7294"/>
                    </a:lnTo>
                    <a:lnTo>
                      <a:pt x="570" y="7489"/>
                    </a:lnTo>
                    <a:lnTo>
                      <a:pt x="695" y="7697"/>
                    </a:lnTo>
                    <a:lnTo>
                      <a:pt x="834" y="7892"/>
                    </a:lnTo>
                    <a:lnTo>
                      <a:pt x="987" y="8100"/>
                    </a:lnTo>
                    <a:lnTo>
                      <a:pt x="1154" y="8294"/>
                    </a:lnTo>
                    <a:lnTo>
                      <a:pt x="1320" y="8489"/>
                    </a:lnTo>
                    <a:lnTo>
                      <a:pt x="3918" y="6002"/>
                    </a:lnTo>
                    <a:lnTo>
                      <a:pt x="3793" y="5849"/>
                    </a:lnTo>
                    <a:lnTo>
                      <a:pt x="3682" y="5710"/>
                    </a:lnTo>
                    <a:lnTo>
                      <a:pt x="3585" y="5557"/>
                    </a:lnTo>
                    <a:lnTo>
                      <a:pt x="3515" y="5405"/>
                    </a:lnTo>
                    <a:lnTo>
                      <a:pt x="3446" y="5252"/>
                    </a:lnTo>
                    <a:lnTo>
                      <a:pt x="3404" y="5113"/>
                    </a:lnTo>
                    <a:lnTo>
                      <a:pt x="3363" y="4960"/>
                    </a:lnTo>
                    <a:lnTo>
                      <a:pt x="3349" y="4807"/>
                    </a:lnTo>
                    <a:lnTo>
                      <a:pt x="3349" y="4654"/>
                    </a:lnTo>
                    <a:lnTo>
                      <a:pt x="3363" y="4502"/>
                    </a:lnTo>
                    <a:lnTo>
                      <a:pt x="3390" y="4363"/>
                    </a:lnTo>
                    <a:lnTo>
                      <a:pt x="3432" y="4238"/>
                    </a:lnTo>
                    <a:lnTo>
                      <a:pt x="3488" y="4113"/>
                    </a:lnTo>
                    <a:lnTo>
                      <a:pt x="3571" y="3988"/>
                    </a:lnTo>
                    <a:lnTo>
                      <a:pt x="3668" y="3863"/>
                    </a:lnTo>
                    <a:lnTo>
                      <a:pt x="3766" y="3751"/>
                    </a:lnTo>
                    <a:lnTo>
                      <a:pt x="3891" y="3640"/>
                    </a:lnTo>
                    <a:lnTo>
                      <a:pt x="4016" y="3543"/>
                    </a:lnTo>
                    <a:lnTo>
                      <a:pt x="4155" y="3474"/>
                    </a:lnTo>
                    <a:lnTo>
                      <a:pt x="4280" y="3404"/>
                    </a:lnTo>
                    <a:lnTo>
                      <a:pt x="4405" y="3362"/>
                    </a:lnTo>
                    <a:lnTo>
                      <a:pt x="4530" y="3335"/>
                    </a:lnTo>
                    <a:lnTo>
                      <a:pt x="4669" y="3321"/>
                    </a:lnTo>
                    <a:lnTo>
                      <a:pt x="4794" y="3321"/>
                    </a:lnTo>
                    <a:lnTo>
                      <a:pt x="4933" y="3348"/>
                    </a:lnTo>
                    <a:lnTo>
                      <a:pt x="5058" y="3390"/>
                    </a:lnTo>
                    <a:lnTo>
                      <a:pt x="5196" y="3446"/>
                    </a:lnTo>
                    <a:lnTo>
                      <a:pt x="5335" y="3515"/>
                    </a:lnTo>
                    <a:lnTo>
                      <a:pt x="5460" y="3599"/>
                    </a:lnTo>
                    <a:lnTo>
                      <a:pt x="5599" y="3696"/>
                    </a:lnTo>
                    <a:lnTo>
                      <a:pt x="5738" y="3821"/>
                    </a:lnTo>
                    <a:lnTo>
                      <a:pt x="5877" y="3960"/>
                    </a:lnTo>
                    <a:lnTo>
                      <a:pt x="5988" y="4085"/>
                    </a:lnTo>
                    <a:lnTo>
                      <a:pt x="6086" y="4210"/>
                    </a:lnTo>
                    <a:lnTo>
                      <a:pt x="6169" y="4349"/>
                    </a:lnTo>
                    <a:lnTo>
                      <a:pt x="6238" y="4488"/>
                    </a:lnTo>
                    <a:lnTo>
                      <a:pt x="6308" y="4627"/>
                    </a:lnTo>
                    <a:lnTo>
                      <a:pt x="6350" y="4779"/>
                    </a:lnTo>
                    <a:lnTo>
                      <a:pt x="6391" y="4946"/>
                    </a:lnTo>
                    <a:lnTo>
                      <a:pt x="6419" y="5113"/>
                    </a:lnTo>
                    <a:lnTo>
                      <a:pt x="6447" y="5474"/>
                    </a:lnTo>
                    <a:lnTo>
                      <a:pt x="6447" y="5877"/>
                    </a:lnTo>
                    <a:lnTo>
                      <a:pt x="6433" y="6322"/>
                    </a:lnTo>
                    <a:lnTo>
                      <a:pt x="6391" y="6808"/>
                    </a:lnTo>
                    <a:lnTo>
                      <a:pt x="6363" y="7058"/>
                    </a:lnTo>
                    <a:lnTo>
                      <a:pt x="6363" y="7308"/>
                    </a:lnTo>
                    <a:lnTo>
                      <a:pt x="6363" y="7558"/>
                    </a:lnTo>
                    <a:lnTo>
                      <a:pt x="6391" y="7794"/>
                    </a:lnTo>
                    <a:lnTo>
                      <a:pt x="6433" y="8030"/>
                    </a:lnTo>
                    <a:lnTo>
                      <a:pt x="6489" y="8267"/>
                    </a:lnTo>
                    <a:lnTo>
                      <a:pt x="6558" y="8503"/>
                    </a:lnTo>
                    <a:lnTo>
                      <a:pt x="6641" y="8725"/>
                    </a:lnTo>
                    <a:lnTo>
                      <a:pt x="6739" y="8947"/>
                    </a:lnTo>
                    <a:lnTo>
                      <a:pt x="6864" y="9184"/>
                    </a:lnTo>
                    <a:lnTo>
                      <a:pt x="7016" y="9420"/>
                    </a:lnTo>
                    <a:lnTo>
                      <a:pt x="7183" y="9670"/>
                    </a:lnTo>
                    <a:lnTo>
                      <a:pt x="7378" y="9934"/>
                    </a:lnTo>
                    <a:lnTo>
                      <a:pt x="7586" y="10184"/>
                    </a:lnTo>
                    <a:lnTo>
                      <a:pt x="7822" y="10462"/>
                    </a:lnTo>
                    <a:lnTo>
                      <a:pt x="8072" y="10740"/>
                    </a:lnTo>
                    <a:lnTo>
                      <a:pt x="10281" y="8642"/>
                    </a:lnTo>
                    <a:lnTo>
                      <a:pt x="10031" y="8336"/>
                    </a:lnTo>
                    <a:lnTo>
                      <a:pt x="9809" y="8058"/>
                    </a:lnTo>
                    <a:lnTo>
                      <a:pt x="9642" y="7780"/>
                    </a:lnTo>
                    <a:lnTo>
                      <a:pt x="9517" y="7516"/>
                    </a:lnTo>
                    <a:lnTo>
                      <a:pt x="9462" y="7377"/>
                    </a:lnTo>
                    <a:lnTo>
                      <a:pt x="9420" y="7239"/>
                    </a:lnTo>
                    <a:lnTo>
                      <a:pt x="9392" y="7100"/>
                    </a:lnTo>
                    <a:lnTo>
                      <a:pt x="9364" y="6947"/>
                    </a:lnTo>
                    <a:lnTo>
                      <a:pt x="9337" y="6794"/>
                    </a:lnTo>
                    <a:lnTo>
                      <a:pt x="9323" y="6627"/>
                    </a:lnTo>
                    <a:lnTo>
                      <a:pt x="9323" y="6280"/>
                    </a:lnTo>
                    <a:lnTo>
                      <a:pt x="9434" y="4613"/>
                    </a:lnTo>
                    <a:lnTo>
                      <a:pt x="9434" y="4349"/>
                    </a:lnTo>
                    <a:lnTo>
                      <a:pt x="9434" y="4085"/>
                    </a:lnTo>
                    <a:lnTo>
                      <a:pt x="9420" y="3849"/>
                    </a:lnTo>
                    <a:lnTo>
                      <a:pt x="9392" y="3612"/>
                    </a:lnTo>
                    <a:lnTo>
                      <a:pt x="9364" y="3376"/>
                    </a:lnTo>
                    <a:lnTo>
                      <a:pt x="9323" y="3168"/>
                    </a:lnTo>
                    <a:lnTo>
                      <a:pt x="9281" y="2959"/>
                    </a:lnTo>
                    <a:lnTo>
                      <a:pt x="9225" y="2765"/>
                    </a:lnTo>
                    <a:lnTo>
                      <a:pt x="9156" y="2570"/>
                    </a:lnTo>
                    <a:lnTo>
                      <a:pt x="9073" y="2390"/>
                    </a:lnTo>
                    <a:lnTo>
                      <a:pt x="8989" y="2209"/>
                    </a:lnTo>
                    <a:lnTo>
                      <a:pt x="8878" y="2029"/>
                    </a:lnTo>
                    <a:lnTo>
                      <a:pt x="8767" y="1862"/>
                    </a:lnTo>
                    <a:lnTo>
                      <a:pt x="8642" y="1681"/>
                    </a:lnTo>
                    <a:lnTo>
                      <a:pt x="8517" y="1528"/>
                    </a:lnTo>
                    <a:lnTo>
                      <a:pt x="8364" y="1362"/>
                    </a:lnTo>
                    <a:lnTo>
                      <a:pt x="8183" y="1181"/>
                    </a:lnTo>
                    <a:lnTo>
                      <a:pt x="8017" y="1014"/>
                    </a:lnTo>
                    <a:lnTo>
                      <a:pt x="7836" y="862"/>
                    </a:lnTo>
                    <a:lnTo>
                      <a:pt x="7656" y="723"/>
                    </a:lnTo>
                    <a:lnTo>
                      <a:pt x="7461" y="598"/>
                    </a:lnTo>
                    <a:lnTo>
                      <a:pt x="7280" y="486"/>
                    </a:lnTo>
                    <a:lnTo>
                      <a:pt x="7086" y="389"/>
                    </a:lnTo>
                    <a:lnTo>
                      <a:pt x="6891" y="292"/>
                    </a:lnTo>
                    <a:lnTo>
                      <a:pt x="6697" y="209"/>
                    </a:lnTo>
                    <a:lnTo>
                      <a:pt x="6502" y="153"/>
                    </a:lnTo>
                    <a:lnTo>
                      <a:pt x="6308" y="97"/>
                    </a:lnTo>
                    <a:lnTo>
                      <a:pt x="6100" y="56"/>
                    </a:lnTo>
                    <a:lnTo>
                      <a:pt x="5905" y="28"/>
                    </a:lnTo>
                    <a:lnTo>
                      <a:pt x="5697" y="0"/>
                    </a:lnTo>
                    <a:close/>
                    <a:moveTo>
                      <a:pt x="11559" y="10087"/>
                    </a:moveTo>
                    <a:lnTo>
                      <a:pt x="11379" y="10101"/>
                    </a:lnTo>
                    <a:lnTo>
                      <a:pt x="11198" y="10128"/>
                    </a:lnTo>
                    <a:lnTo>
                      <a:pt x="11018" y="10184"/>
                    </a:lnTo>
                    <a:lnTo>
                      <a:pt x="10837" y="10253"/>
                    </a:lnTo>
                    <a:lnTo>
                      <a:pt x="10670" y="10337"/>
                    </a:lnTo>
                    <a:lnTo>
                      <a:pt x="10504" y="10448"/>
                    </a:lnTo>
                    <a:lnTo>
                      <a:pt x="10351" y="10559"/>
                    </a:lnTo>
                    <a:lnTo>
                      <a:pt x="10198" y="10698"/>
                    </a:lnTo>
                    <a:lnTo>
                      <a:pt x="10045" y="10851"/>
                    </a:lnTo>
                    <a:lnTo>
                      <a:pt x="9920" y="11004"/>
                    </a:lnTo>
                    <a:lnTo>
                      <a:pt x="9809" y="11170"/>
                    </a:lnTo>
                    <a:lnTo>
                      <a:pt x="9712" y="11337"/>
                    </a:lnTo>
                    <a:lnTo>
                      <a:pt x="9642" y="11504"/>
                    </a:lnTo>
                    <a:lnTo>
                      <a:pt x="9573" y="11684"/>
                    </a:lnTo>
                    <a:lnTo>
                      <a:pt x="9545" y="11865"/>
                    </a:lnTo>
                    <a:lnTo>
                      <a:pt x="9517" y="12046"/>
                    </a:lnTo>
                    <a:lnTo>
                      <a:pt x="9503" y="12240"/>
                    </a:lnTo>
                    <a:lnTo>
                      <a:pt x="9517" y="12421"/>
                    </a:lnTo>
                    <a:lnTo>
                      <a:pt x="9559" y="12587"/>
                    </a:lnTo>
                    <a:lnTo>
                      <a:pt x="9601" y="12754"/>
                    </a:lnTo>
                    <a:lnTo>
                      <a:pt x="9670" y="12921"/>
                    </a:lnTo>
                    <a:lnTo>
                      <a:pt x="9767" y="13074"/>
                    </a:lnTo>
                    <a:lnTo>
                      <a:pt x="9865" y="13226"/>
                    </a:lnTo>
                    <a:lnTo>
                      <a:pt x="9990" y="13379"/>
                    </a:lnTo>
                    <a:lnTo>
                      <a:pt x="10128" y="13504"/>
                    </a:lnTo>
                    <a:lnTo>
                      <a:pt x="10281" y="13615"/>
                    </a:lnTo>
                    <a:lnTo>
                      <a:pt x="10434" y="13713"/>
                    </a:lnTo>
                    <a:lnTo>
                      <a:pt x="10587" y="13796"/>
                    </a:lnTo>
                    <a:lnTo>
                      <a:pt x="10754" y="13852"/>
                    </a:lnTo>
                    <a:lnTo>
                      <a:pt x="10934" y="13893"/>
                    </a:lnTo>
                    <a:lnTo>
                      <a:pt x="11115" y="13907"/>
                    </a:lnTo>
                    <a:lnTo>
                      <a:pt x="11296" y="13921"/>
                    </a:lnTo>
                    <a:lnTo>
                      <a:pt x="11490" y="13893"/>
                    </a:lnTo>
                    <a:lnTo>
                      <a:pt x="11671" y="13866"/>
                    </a:lnTo>
                    <a:lnTo>
                      <a:pt x="11851" y="13810"/>
                    </a:lnTo>
                    <a:lnTo>
                      <a:pt x="12018" y="13741"/>
                    </a:lnTo>
                    <a:lnTo>
                      <a:pt x="12199" y="13657"/>
                    </a:lnTo>
                    <a:lnTo>
                      <a:pt x="12351" y="13560"/>
                    </a:lnTo>
                    <a:lnTo>
                      <a:pt x="12518" y="13435"/>
                    </a:lnTo>
                    <a:lnTo>
                      <a:pt x="12671" y="13296"/>
                    </a:lnTo>
                    <a:lnTo>
                      <a:pt x="12824" y="13143"/>
                    </a:lnTo>
                    <a:lnTo>
                      <a:pt x="12949" y="12990"/>
                    </a:lnTo>
                    <a:lnTo>
                      <a:pt x="13060" y="12837"/>
                    </a:lnTo>
                    <a:lnTo>
                      <a:pt x="13143" y="12671"/>
                    </a:lnTo>
                    <a:lnTo>
                      <a:pt x="13227" y="12504"/>
                    </a:lnTo>
                    <a:lnTo>
                      <a:pt x="13282" y="12323"/>
                    </a:lnTo>
                    <a:lnTo>
                      <a:pt x="13324" y="12143"/>
                    </a:lnTo>
                    <a:lnTo>
                      <a:pt x="13352" y="11948"/>
                    </a:lnTo>
                    <a:lnTo>
                      <a:pt x="13352" y="11768"/>
                    </a:lnTo>
                    <a:lnTo>
                      <a:pt x="13338" y="11587"/>
                    </a:lnTo>
                    <a:lnTo>
                      <a:pt x="13310" y="11406"/>
                    </a:lnTo>
                    <a:lnTo>
                      <a:pt x="13254" y="11240"/>
                    </a:lnTo>
                    <a:lnTo>
                      <a:pt x="13185" y="11087"/>
                    </a:lnTo>
                    <a:lnTo>
                      <a:pt x="13102" y="10920"/>
                    </a:lnTo>
                    <a:lnTo>
                      <a:pt x="12990" y="10767"/>
                    </a:lnTo>
                    <a:lnTo>
                      <a:pt x="12865" y="10628"/>
                    </a:lnTo>
                    <a:lnTo>
                      <a:pt x="12726" y="10490"/>
                    </a:lnTo>
                    <a:lnTo>
                      <a:pt x="12588" y="10378"/>
                    </a:lnTo>
                    <a:lnTo>
                      <a:pt x="12435" y="10281"/>
                    </a:lnTo>
                    <a:lnTo>
                      <a:pt x="12268" y="10212"/>
                    </a:lnTo>
                    <a:lnTo>
                      <a:pt x="12101" y="10156"/>
                    </a:lnTo>
                    <a:lnTo>
                      <a:pt x="11935" y="10114"/>
                    </a:lnTo>
                    <a:lnTo>
                      <a:pt x="11754" y="1008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308;p19">
                <a:extLst>
                  <a:ext uri="{FF2B5EF4-FFF2-40B4-BE49-F238E27FC236}">
                    <a16:creationId xmlns:a16="http://schemas.microsoft.com/office/drawing/2014/main" id="{A7524754-4B4D-5750-1358-4EDADA875A1C}"/>
                  </a:ext>
                </a:extLst>
              </p:cNvPr>
              <p:cNvSpPr/>
              <p:nvPr/>
            </p:nvSpPr>
            <p:spPr>
              <a:xfrm>
                <a:off x="4107825" y="1077600"/>
                <a:ext cx="191050" cy="218500"/>
              </a:xfrm>
              <a:custGeom>
                <a:avLst/>
                <a:gdLst/>
                <a:ahLst/>
                <a:cxnLst/>
                <a:rect l="l" t="t" r="r" b="b"/>
                <a:pathLst>
                  <a:path w="7642" h="8740" extrusionOk="0">
                    <a:moveTo>
                      <a:pt x="4154" y="1"/>
                    </a:moveTo>
                    <a:lnTo>
                      <a:pt x="3890" y="15"/>
                    </a:lnTo>
                    <a:lnTo>
                      <a:pt x="3626" y="56"/>
                    </a:lnTo>
                    <a:lnTo>
                      <a:pt x="3376" y="140"/>
                    </a:lnTo>
                    <a:lnTo>
                      <a:pt x="3140" y="237"/>
                    </a:lnTo>
                    <a:lnTo>
                      <a:pt x="2904" y="376"/>
                    </a:lnTo>
                    <a:lnTo>
                      <a:pt x="2682" y="529"/>
                    </a:lnTo>
                    <a:lnTo>
                      <a:pt x="2473" y="723"/>
                    </a:lnTo>
                    <a:lnTo>
                      <a:pt x="2265" y="945"/>
                    </a:lnTo>
                    <a:lnTo>
                      <a:pt x="2070" y="1182"/>
                    </a:lnTo>
                    <a:lnTo>
                      <a:pt x="3849" y="2432"/>
                    </a:lnTo>
                    <a:lnTo>
                      <a:pt x="4001" y="2265"/>
                    </a:lnTo>
                    <a:lnTo>
                      <a:pt x="4154" y="2126"/>
                    </a:lnTo>
                    <a:lnTo>
                      <a:pt x="4238" y="2071"/>
                    </a:lnTo>
                    <a:lnTo>
                      <a:pt x="4321" y="2015"/>
                    </a:lnTo>
                    <a:lnTo>
                      <a:pt x="4404" y="1987"/>
                    </a:lnTo>
                    <a:lnTo>
                      <a:pt x="4502" y="1960"/>
                    </a:lnTo>
                    <a:lnTo>
                      <a:pt x="4585" y="1932"/>
                    </a:lnTo>
                    <a:lnTo>
                      <a:pt x="4849" y="1932"/>
                    </a:lnTo>
                    <a:lnTo>
                      <a:pt x="4932" y="1960"/>
                    </a:lnTo>
                    <a:lnTo>
                      <a:pt x="5016" y="1987"/>
                    </a:lnTo>
                    <a:lnTo>
                      <a:pt x="5099" y="2029"/>
                    </a:lnTo>
                    <a:lnTo>
                      <a:pt x="5168" y="2085"/>
                    </a:lnTo>
                    <a:lnTo>
                      <a:pt x="5321" y="2210"/>
                    </a:lnTo>
                    <a:lnTo>
                      <a:pt x="5391" y="2279"/>
                    </a:lnTo>
                    <a:lnTo>
                      <a:pt x="5432" y="2335"/>
                    </a:lnTo>
                    <a:lnTo>
                      <a:pt x="5474" y="2418"/>
                    </a:lnTo>
                    <a:lnTo>
                      <a:pt x="5516" y="2488"/>
                    </a:lnTo>
                    <a:lnTo>
                      <a:pt x="5530" y="2557"/>
                    </a:lnTo>
                    <a:lnTo>
                      <a:pt x="5544" y="2640"/>
                    </a:lnTo>
                    <a:lnTo>
                      <a:pt x="5544" y="2724"/>
                    </a:lnTo>
                    <a:lnTo>
                      <a:pt x="5544" y="2807"/>
                    </a:lnTo>
                    <a:lnTo>
                      <a:pt x="5530" y="2890"/>
                    </a:lnTo>
                    <a:lnTo>
                      <a:pt x="5502" y="2974"/>
                    </a:lnTo>
                    <a:lnTo>
                      <a:pt x="5419" y="3168"/>
                    </a:lnTo>
                    <a:lnTo>
                      <a:pt x="5293" y="3363"/>
                    </a:lnTo>
                    <a:lnTo>
                      <a:pt x="5168" y="3502"/>
                    </a:lnTo>
                    <a:lnTo>
                      <a:pt x="5030" y="3641"/>
                    </a:lnTo>
                    <a:lnTo>
                      <a:pt x="4863" y="3738"/>
                    </a:lnTo>
                    <a:lnTo>
                      <a:pt x="4682" y="3807"/>
                    </a:lnTo>
                    <a:lnTo>
                      <a:pt x="4460" y="3877"/>
                    </a:lnTo>
                    <a:lnTo>
                      <a:pt x="4224" y="3919"/>
                    </a:lnTo>
                    <a:lnTo>
                      <a:pt x="3960" y="3960"/>
                    </a:lnTo>
                    <a:lnTo>
                      <a:pt x="3668" y="3988"/>
                    </a:lnTo>
                    <a:lnTo>
                      <a:pt x="3515" y="4016"/>
                    </a:lnTo>
                    <a:lnTo>
                      <a:pt x="3362" y="4044"/>
                    </a:lnTo>
                    <a:lnTo>
                      <a:pt x="3223" y="4071"/>
                    </a:lnTo>
                    <a:lnTo>
                      <a:pt x="3085" y="4113"/>
                    </a:lnTo>
                    <a:lnTo>
                      <a:pt x="2946" y="4169"/>
                    </a:lnTo>
                    <a:lnTo>
                      <a:pt x="2807" y="4224"/>
                    </a:lnTo>
                    <a:lnTo>
                      <a:pt x="2682" y="4294"/>
                    </a:lnTo>
                    <a:lnTo>
                      <a:pt x="2557" y="4377"/>
                    </a:lnTo>
                    <a:lnTo>
                      <a:pt x="2432" y="4460"/>
                    </a:lnTo>
                    <a:lnTo>
                      <a:pt x="2307" y="4558"/>
                    </a:lnTo>
                    <a:lnTo>
                      <a:pt x="2181" y="4669"/>
                    </a:lnTo>
                    <a:lnTo>
                      <a:pt x="2056" y="4808"/>
                    </a:lnTo>
                    <a:lnTo>
                      <a:pt x="1792" y="5099"/>
                    </a:lnTo>
                    <a:lnTo>
                      <a:pt x="1528" y="5461"/>
                    </a:lnTo>
                    <a:lnTo>
                      <a:pt x="3043" y="6517"/>
                    </a:lnTo>
                    <a:lnTo>
                      <a:pt x="3182" y="6336"/>
                    </a:lnTo>
                    <a:lnTo>
                      <a:pt x="3335" y="6183"/>
                    </a:lnTo>
                    <a:lnTo>
                      <a:pt x="3474" y="6044"/>
                    </a:lnTo>
                    <a:lnTo>
                      <a:pt x="3612" y="5933"/>
                    </a:lnTo>
                    <a:lnTo>
                      <a:pt x="3765" y="5850"/>
                    </a:lnTo>
                    <a:lnTo>
                      <a:pt x="3932" y="5780"/>
                    </a:lnTo>
                    <a:lnTo>
                      <a:pt x="4126" y="5725"/>
                    </a:lnTo>
                    <a:lnTo>
                      <a:pt x="4335" y="5683"/>
                    </a:lnTo>
                    <a:lnTo>
                      <a:pt x="5335" y="5544"/>
                    </a:lnTo>
                    <a:lnTo>
                      <a:pt x="5641" y="5488"/>
                    </a:lnTo>
                    <a:lnTo>
                      <a:pt x="5919" y="5405"/>
                    </a:lnTo>
                    <a:lnTo>
                      <a:pt x="6183" y="5308"/>
                    </a:lnTo>
                    <a:lnTo>
                      <a:pt x="6405" y="5197"/>
                    </a:lnTo>
                    <a:lnTo>
                      <a:pt x="6613" y="5072"/>
                    </a:lnTo>
                    <a:lnTo>
                      <a:pt x="6794" y="4919"/>
                    </a:lnTo>
                    <a:lnTo>
                      <a:pt x="6975" y="4738"/>
                    </a:lnTo>
                    <a:lnTo>
                      <a:pt x="7141" y="4530"/>
                    </a:lnTo>
                    <a:lnTo>
                      <a:pt x="7294" y="4280"/>
                    </a:lnTo>
                    <a:lnTo>
                      <a:pt x="7419" y="4030"/>
                    </a:lnTo>
                    <a:lnTo>
                      <a:pt x="7530" y="3780"/>
                    </a:lnTo>
                    <a:lnTo>
                      <a:pt x="7600" y="3530"/>
                    </a:lnTo>
                    <a:lnTo>
                      <a:pt x="7641" y="3279"/>
                    </a:lnTo>
                    <a:lnTo>
                      <a:pt x="7641" y="3029"/>
                    </a:lnTo>
                    <a:lnTo>
                      <a:pt x="7628" y="2779"/>
                    </a:lnTo>
                    <a:lnTo>
                      <a:pt x="7572" y="2529"/>
                    </a:lnTo>
                    <a:lnTo>
                      <a:pt x="7489" y="2293"/>
                    </a:lnTo>
                    <a:lnTo>
                      <a:pt x="7391" y="2043"/>
                    </a:lnTo>
                    <a:lnTo>
                      <a:pt x="7252" y="1807"/>
                    </a:lnTo>
                    <a:lnTo>
                      <a:pt x="7086" y="1585"/>
                    </a:lnTo>
                    <a:lnTo>
                      <a:pt x="6891" y="1348"/>
                    </a:lnTo>
                    <a:lnTo>
                      <a:pt x="6669" y="1140"/>
                    </a:lnTo>
                    <a:lnTo>
                      <a:pt x="6419" y="918"/>
                    </a:lnTo>
                    <a:lnTo>
                      <a:pt x="6141" y="709"/>
                    </a:lnTo>
                    <a:lnTo>
                      <a:pt x="5835" y="515"/>
                    </a:lnTo>
                    <a:lnTo>
                      <a:pt x="5557" y="362"/>
                    </a:lnTo>
                    <a:lnTo>
                      <a:pt x="5266" y="223"/>
                    </a:lnTo>
                    <a:lnTo>
                      <a:pt x="4988" y="126"/>
                    </a:lnTo>
                    <a:lnTo>
                      <a:pt x="4710" y="56"/>
                    </a:lnTo>
                    <a:lnTo>
                      <a:pt x="4432" y="1"/>
                    </a:lnTo>
                    <a:close/>
                    <a:moveTo>
                      <a:pt x="1042" y="6461"/>
                    </a:moveTo>
                    <a:lnTo>
                      <a:pt x="917" y="6475"/>
                    </a:lnTo>
                    <a:lnTo>
                      <a:pt x="806" y="6489"/>
                    </a:lnTo>
                    <a:lnTo>
                      <a:pt x="709" y="6517"/>
                    </a:lnTo>
                    <a:lnTo>
                      <a:pt x="612" y="6558"/>
                    </a:lnTo>
                    <a:lnTo>
                      <a:pt x="514" y="6614"/>
                    </a:lnTo>
                    <a:lnTo>
                      <a:pt x="417" y="6669"/>
                    </a:lnTo>
                    <a:lnTo>
                      <a:pt x="334" y="6739"/>
                    </a:lnTo>
                    <a:lnTo>
                      <a:pt x="264" y="6822"/>
                    </a:lnTo>
                    <a:lnTo>
                      <a:pt x="195" y="6906"/>
                    </a:lnTo>
                    <a:lnTo>
                      <a:pt x="125" y="7017"/>
                    </a:lnTo>
                    <a:lnTo>
                      <a:pt x="84" y="7114"/>
                    </a:lnTo>
                    <a:lnTo>
                      <a:pt x="42" y="7211"/>
                    </a:lnTo>
                    <a:lnTo>
                      <a:pt x="14" y="7322"/>
                    </a:lnTo>
                    <a:lnTo>
                      <a:pt x="0" y="7420"/>
                    </a:lnTo>
                    <a:lnTo>
                      <a:pt x="0" y="7531"/>
                    </a:lnTo>
                    <a:lnTo>
                      <a:pt x="0" y="7642"/>
                    </a:lnTo>
                    <a:lnTo>
                      <a:pt x="28" y="7753"/>
                    </a:lnTo>
                    <a:lnTo>
                      <a:pt x="56" y="7864"/>
                    </a:lnTo>
                    <a:lnTo>
                      <a:pt x="98" y="7961"/>
                    </a:lnTo>
                    <a:lnTo>
                      <a:pt x="153" y="8059"/>
                    </a:lnTo>
                    <a:lnTo>
                      <a:pt x="209" y="8156"/>
                    </a:lnTo>
                    <a:lnTo>
                      <a:pt x="278" y="8253"/>
                    </a:lnTo>
                    <a:lnTo>
                      <a:pt x="361" y="8337"/>
                    </a:lnTo>
                    <a:lnTo>
                      <a:pt x="445" y="8420"/>
                    </a:lnTo>
                    <a:lnTo>
                      <a:pt x="556" y="8489"/>
                    </a:lnTo>
                    <a:lnTo>
                      <a:pt x="653" y="8559"/>
                    </a:lnTo>
                    <a:lnTo>
                      <a:pt x="764" y="8614"/>
                    </a:lnTo>
                    <a:lnTo>
                      <a:pt x="876" y="8670"/>
                    </a:lnTo>
                    <a:lnTo>
                      <a:pt x="987" y="8698"/>
                    </a:lnTo>
                    <a:lnTo>
                      <a:pt x="1098" y="8726"/>
                    </a:lnTo>
                    <a:lnTo>
                      <a:pt x="1209" y="8739"/>
                    </a:lnTo>
                    <a:lnTo>
                      <a:pt x="1431" y="8739"/>
                    </a:lnTo>
                    <a:lnTo>
                      <a:pt x="1542" y="8726"/>
                    </a:lnTo>
                    <a:lnTo>
                      <a:pt x="1654" y="8684"/>
                    </a:lnTo>
                    <a:lnTo>
                      <a:pt x="1751" y="8656"/>
                    </a:lnTo>
                    <a:lnTo>
                      <a:pt x="1848" y="8601"/>
                    </a:lnTo>
                    <a:lnTo>
                      <a:pt x="1931" y="8545"/>
                    </a:lnTo>
                    <a:lnTo>
                      <a:pt x="2015" y="8475"/>
                    </a:lnTo>
                    <a:lnTo>
                      <a:pt x="2084" y="8392"/>
                    </a:lnTo>
                    <a:lnTo>
                      <a:pt x="2168" y="8295"/>
                    </a:lnTo>
                    <a:lnTo>
                      <a:pt x="2223" y="8198"/>
                    </a:lnTo>
                    <a:lnTo>
                      <a:pt x="2279" y="8100"/>
                    </a:lnTo>
                    <a:lnTo>
                      <a:pt x="2320" y="7989"/>
                    </a:lnTo>
                    <a:lnTo>
                      <a:pt x="2334" y="7892"/>
                    </a:lnTo>
                    <a:lnTo>
                      <a:pt x="2362" y="7781"/>
                    </a:lnTo>
                    <a:lnTo>
                      <a:pt x="2362" y="7684"/>
                    </a:lnTo>
                    <a:lnTo>
                      <a:pt x="2348" y="7572"/>
                    </a:lnTo>
                    <a:lnTo>
                      <a:pt x="2334" y="7461"/>
                    </a:lnTo>
                    <a:lnTo>
                      <a:pt x="2293" y="7350"/>
                    </a:lnTo>
                    <a:lnTo>
                      <a:pt x="2251" y="7239"/>
                    </a:lnTo>
                    <a:lnTo>
                      <a:pt x="2209" y="7142"/>
                    </a:lnTo>
                    <a:lnTo>
                      <a:pt x="2140" y="7044"/>
                    </a:lnTo>
                    <a:lnTo>
                      <a:pt x="2070" y="6961"/>
                    </a:lnTo>
                    <a:lnTo>
                      <a:pt x="1987" y="6878"/>
                    </a:lnTo>
                    <a:lnTo>
                      <a:pt x="1904" y="6794"/>
                    </a:lnTo>
                    <a:lnTo>
                      <a:pt x="1806" y="6711"/>
                    </a:lnTo>
                    <a:lnTo>
                      <a:pt x="1695" y="6642"/>
                    </a:lnTo>
                    <a:lnTo>
                      <a:pt x="1584" y="6586"/>
                    </a:lnTo>
                    <a:lnTo>
                      <a:pt x="1487" y="6544"/>
                    </a:lnTo>
                    <a:lnTo>
                      <a:pt x="1376" y="6503"/>
                    </a:lnTo>
                    <a:lnTo>
                      <a:pt x="1265" y="6475"/>
                    </a:lnTo>
                    <a:lnTo>
                      <a:pt x="1153" y="646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E42983D5-2894-5788-68CF-2C91755194DC}"/>
              </a:ext>
            </a:extLst>
          </p:cNvPr>
          <p:cNvSpPr txBox="1"/>
          <p:nvPr/>
        </p:nvSpPr>
        <p:spPr>
          <a:xfrm>
            <a:off x="3252969" y="3585103"/>
            <a:ext cx="394951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“Boxplots revealed that features like family income and travel time contain significant outliers, while academic features such as GPA show low-end outliers representing struggling students. removing them could lead to loss of important information.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606E4A-DE87-A598-A042-D603C10A0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053" y="91807"/>
            <a:ext cx="2650273" cy="371400"/>
          </a:xfrm>
        </p:spPr>
        <p:txBody>
          <a:bodyPr>
            <a:normAutofit fontScale="90000"/>
          </a:bodyPr>
          <a:lstStyle/>
          <a:p>
            <a:r>
              <a:rPr lang="en-IN" dirty="0"/>
              <a:t>Preprocessing</a:t>
            </a:r>
          </a:p>
        </p:txBody>
      </p:sp>
      <p:grpSp>
        <p:nvGrpSpPr>
          <p:cNvPr id="4" name="Google Shape;2712;p70">
            <a:extLst>
              <a:ext uri="{FF2B5EF4-FFF2-40B4-BE49-F238E27FC236}">
                <a16:creationId xmlns:a16="http://schemas.microsoft.com/office/drawing/2014/main" id="{2911388D-26AD-4902-87BE-74F45C89CE2C}"/>
              </a:ext>
            </a:extLst>
          </p:cNvPr>
          <p:cNvGrpSpPr/>
          <p:nvPr/>
        </p:nvGrpSpPr>
        <p:grpSpPr>
          <a:xfrm>
            <a:off x="0" y="3750914"/>
            <a:ext cx="1953004" cy="1392586"/>
            <a:chOff x="692085" y="3121428"/>
            <a:chExt cx="2079213" cy="1482578"/>
          </a:xfrm>
        </p:grpSpPr>
        <p:sp>
          <p:nvSpPr>
            <p:cNvPr id="5" name="Google Shape;2713;p70">
              <a:extLst>
                <a:ext uri="{FF2B5EF4-FFF2-40B4-BE49-F238E27FC236}">
                  <a16:creationId xmlns:a16="http://schemas.microsoft.com/office/drawing/2014/main" id="{3EC67D10-AA2B-41EE-BF4E-99ADFABC260C}"/>
                </a:ext>
              </a:extLst>
            </p:cNvPr>
            <p:cNvSpPr/>
            <p:nvPr/>
          </p:nvSpPr>
          <p:spPr>
            <a:xfrm>
              <a:off x="780814" y="4039748"/>
              <a:ext cx="539900" cy="558942"/>
            </a:xfrm>
            <a:custGeom>
              <a:avLst/>
              <a:gdLst/>
              <a:ahLst/>
              <a:cxnLst/>
              <a:rect l="l" t="t" r="r" b="b"/>
              <a:pathLst>
                <a:path w="17664" h="18287" extrusionOk="0">
                  <a:moveTo>
                    <a:pt x="969" y="0"/>
                  </a:moveTo>
                  <a:cubicBezTo>
                    <a:pt x="425" y="0"/>
                    <a:pt x="1" y="472"/>
                    <a:pt x="59" y="1014"/>
                  </a:cubicBezTo>
                  <a:lnTo>
                    <a:pt x="1900" y="18286"/>
                  </a:lnTo>
                  <a:lnTo>
                    <a:pt x="17664" y="18286"/>
                  </a:lnTo>
                  <a:lnTo>
                    <a:pt x="13771" y="717"/>
                  </a:lnTo>
                  <a:cubicBezTo>
                    <a:pt x="13678" y="299"/>
                    <a:pt x="13306" y="0"/>
                    <a:pt x="128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714;p70">
              <a:extLst>
                <a:ext uri="{FF2B5EF4-FFF2-40B4-BE49-F238E27FC236}">
                  <a16:creationId xmlns:a16="http://schemas.microsoft.com/office/drawing/2014/main" id="{E5290CDD-BEAB-13C4-4413-113CF060D69B}"/>
                </a:ext>
              </a:extLst>
            </p:cNvPr>
            <p:cNvSpPr/>
            <p:nvPr/>
          </p:nvSpPr>
          <p:spPr>
            <a:xfrm>
              <a:off x="777543" y="4035652"/>
              <a:ext cx="547450" cy="567103"/>
            </a:xfrm>
            <a:custGeom>
              <a:avLst/>
              <a:gdLst/>
              <a:ahLst/>
              <a:cxnLst/>
              <a:rect l="l" t="t" r="r" b="b"/>
              <a:pathLst>
                <a:path w="17911" h="18554" extrusionOk="0">
                  <a:moveTo>
                    <a:pt x="12984" y="268"/>
                  </a:moveTo>
                  <a:cubicBezTo>
                    <a:pt x="13354" y="268"/>
                    <a:pt x="13668" y="520"/>
                    <a:pt x="13748" y="882"/>
                  </a:cubicBezTo>
                  <a:lnTo>
                    <a:pt x="17604" y="18287"/>
                  </a:lnTo>
                  <a:lnTo>
                    <a:pt x="2128" y="18287"/>
                  </a:lnTo>
                  <a:lnTo>
                    <a:pt x="298" y="1133"/>
                  </a:lnTo>
                  <a:cubicBezTo>
                    <a:pt x="274" y="913"/>
                    <a:pt x="346" y="693"/>
                    <a:pt x="494" y="526"/>
                  </a:cubicBezTo>
                  <a:cubicBezTo>
                    <a:pt x="642" y="363"/>
                    <a:pt x="854" y="268"/>
                    <a:pt x="1076" y="268"/>
                  </a:cubicBezTo>
                  <a:close/>
                  <a:moveTo>
                    <a:pt x="1076" y="0"/>
                  </a:moveTo>
                  <a:cubicBezTo>
                    <a:pt x="778" y="0"/>
                    <a:pt x="494" y="127"/>
                    <a:pt x="296" y="348"/>
                  </a:cubicBezTo>
                  <a:cubicBezTo>
                    <a:pt x="97" y="570"/>
                    <a:pt x="1" y="866"/>
                    <a:pt x="32" y="1161"/>
                  </a:cubicBezTo>
                  <a:lnTo>
                    <a:pt x="1874" y="18435"/>
                  </a:lnTo>
                  <a:cubicBezTo>
                    <a:pt x="1881" y="18502"/>
                    <a:pt x="1939" y="18554"/>
                    <a:pt x="2007" y="18554"/>
                  </a:cubicBezTo>
                  <a:lnTo>
                    <a:pt x="17771" y="18554"/>
                  </a:lnTo>
                  <a:cubicBezTo>
                    <a:pt x="17811" y="18554"/>
                    <a:pt x="17850" y="18536"/>
                    <a:pt x="17875" y="18503"/>
                  </a:cubicBezTo>
                  <a:cubicBezTo>
                    <a:pt x="17901" y="18472"/>
                    <a:pt x="17910" y="18431"/>
                    <a:pt x="17902" y="18391"/>
                  </a:cubicBezTo>
                  <a:lnTo>
                    <a:pt x="14009" y="823"/>
                  </a:lnTo>
                  <a:cubicBezTo>
                    <a:pt x="13902" y="339"/>
                    <a:pt x="13479" y="0"/>
                    <a:pt x="12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715;p70">
              <a:extLst>
                <a:ext uri="{FF2B5EF4-FFF2-40B4-BE49-F238E27FC236}">
                  <a16:creationId xmlns:a16="http://schemas.microsoft.com/office/drawing/2014/main" id="{DC9D15C0-43DC-E1A7-3708-B8F395ECBF74}"/>
                </a:ext>
              </a:extLst>
            </p:cNvPr>
            <p:cNvSpPr/>
            <p:nvPr/>
          </p:nvSpPr>
          <p:spPr>
            <a:xfrm>
              <a:off x="1022856" y="3703260"/>
              <a:ext cx="748415" cy="894607"/>
            </a:xfrm>
            <a:custGeom>
              <a:avLst/>
              <a:gdLst/>
              <a:ahLst/>
              <a:cxnLst/>
              <a:rect l="l" t="t" r="r" b="b"/>
              <a:pathLst>
                <a:path w="24486" h="29269" extrusionOk="0">
                  <a:moveTo>
                    <a:pt x="8542" y="0"/>
                  </a:moveTo>
                  <a:cubicBezTo>
                    <a:pt x="8542" y="0"/>
                    <a:pt x="1034" y="3996"/>
                    <a:pt x="827" y="5580"/>
                  </a:cubicBezTo>
                  <a:cubicBezTo>
                    <a:pt x="621" y="7165"/>
                    <a:pt x="1" y="29269"/>
                    <a:pt x="1" y="29269"/>
                  </a:cubicBezTo>
                  <a:lnTo>
                    <a:pt x="17704" y="29269"/>
                  </a:lnTo>
                  <a:lnTo>
                    <a:pt x="17650" y="22121"/>
                  </a:lnTo>
                  <a:lnTo>
                    <a:pt x="18561" y="20830"/>
                  </a:lnTo>
                  <a:lnTo>
                    <a:pt x="19648" y="23158"/>
                  </a:lnTo>
                  <a:lnTo>
                    <a:pt x="24486" y="20906"/>
                  </a:lnTo>
                  <a:lnTo>
                    <a:pt x="19795" y="5564"/>
                  </a:lnTo>
                  <a:cubicBezTo>
                    <a:pt x="19635" y="5018"/>
                    <a:pt x="19292" y="4545"/>
                    <a:pt x="18824" y="4223"/>
                  </a:cubicBezTo>
                  <a:cubicBezTo>
                    <a:pt x="17304" y="3172"/>
                    <a:pt x="13841" y="833"/>
                    <a:pt x="12883" y="620"/>
                  </a:cubicBezTo>
                  <a:cubicBezTo>
                    <a:pt x="11643" y="344"/>
                    <a:pt x="8542" y="0"/>
                    <a:pt x="85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716;p70">
              <a:extLst>
                <a:ext uri="{FF2B5EF4-FFF2-40B4-BE49-F238E27FC236}">
                  <a16:creationId xmlns:a16="http://schemas.microsoft.com/office/drawing/2014/main" id="{8DDCDCF2-9FE1-7243-5CA5-65676CDC4567}"/>
                </a:ext>
              </a:extLst>
            </p:cNvPr>
            <p:cNvSpPr/>
            <p:nvPr/>
          </p:nvSpPr>
          <p:spPr>
            <a:xfrm>
              <a:off x="1047186" y="3839121"/>
              <a:ext cx="600052" cy="97625"/>
            </a:xfrm>
            <a:custGeom>
              <a:avLst/>
              <a:gdLst/>
              <a:ahLst/>
              <a:cxnLst/>
              <a:rect l="l" t="t" r="r" b="b"/>
              <a:pathLst>
                <a:path w="19632" h="3194" extrusionOk="0">
                  <a:moveTo>
                    <a:pt x="1530" y="0"/>
                  </a:moveTo>
                  <a:cubicBezTo>
                    <a:pt x="1273" y="0"/>
                    <a:pt x="1036" y="15"/>
                    <a:pt x="813" y="39"/>
                  </a:cubicBezTo>
                  <a:cubicBezTo>
                    <a:pt x="363" y="460"/>
                    <a:pt x="69" y="839"/>
                    <a:pt x="31" y="1135"/>
                  </a:cubicBezTo>
                  <a:cubicBezTo>
                    <a:pt x="22" y="1206"/>
                    <a:pt x="11" y="1320"/>
                    <a:pt x="0" y="1468"/>
                  </a:cubicBezTo>
                  <a:cubicBezTo>
                    <a:pt x="408" y="1321"/>
                    <a:pt x="889" y="1229"/>
                    <a:pt x="1529" y="1229"/>
                  </a:cubicBezTo>
                  <a:cubicBezTo>
                    <a:pt x="2886" y="1229"/>
                    <a:pt x="3527" y="1640"/>
                    <a:pt x="4270" y="2114"/>
                  </a:cubicBezTo>
                  <a:cubicBezTo>
                    <a:pt x="5059" y="2621"/>
                    <a:pt x="5956" y="3194"/>
                    <a:pt x="7671" y="3194"/>
                  </a:cubicBezTo>
                  <a:cubicBezTo>
                    <a:pt x="9387" y="3194"/>
                    <a:pt x="10282" y="2621"/>
                    <a:pt x="11073" y="2114"/>
                  </a:cubicBezTo>
                  <a:cubicBezTo>
                    <a:pt x="11816" y="1640"/>
                    <a:pt x="12457" y="1229"/>
                    <a:pt x="13813" y="1229"/>
                  </a:cubicBezTo>
                  <a:cubicBezTo>
                    <a:pt x="15169" y="1229"/>
                    <a:pt x="15811" y="1640"/>
                    <a:pt x="16553" y="2114"/>
                  </a:cubicBezTo>
                  <a:cubicBezTo>
                    <a:pt x="17292" y="2587"/>
                    <a:pt x="18124" y="3119"/>
                    <a:pt x="19631" y="3187"/>
                  </a:cubicBezTo>
                  <a:lnTo>
                    <a:pt x="19245" y="1923"/>
                  </a:lnTo>
                  <a:cubicBezTo>
                    <a:pt x="18348" y="1805"/>
                    <a:pt x="17815" y="1464"/>
                    <a:pt x="17215" y="1080"/>
                  </a:cubicBezTo>
                  <a:cubicBezTo>
                    <a:pt x="16425" y="575"/>
                    <a:pt x="15528" y="0"/>
                    <a:pt x="13814" y="0"/>
                  </a:cubicBezTo>
                  <a:cubicBezTo>
                    <a:pt x="12099" y="0"/>
                    <a:pt x="11202" y="575"/>
                    <a:pt x="10411" y="1080"/>
                  </a:cubicBezTo>
                  <a:cubicBezTo>
                    <a:pt x="9668" y="1556"/>
                    <a:pt x="9027" y="1966"/>
                    <a:pt x="7671" y="1966"/>
                  </a:cubicBezTo>
                  <a:cubicBezTo>
                    <a:pt x="6316" y="1966"/>
                    <a:pt x="5675" y="1556"/>
                    <a:pt x="4932" y="1080"/>
                  </a:cubicBezTo>
                  <a:cubicBezTo>
                    <a:pt x="4141" y="575"/>
                    <a:pt x="3246" y="0"/>
                    <a:pt x="15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717;p70">
              <a:extLst>
                <a:ext uri="{FF2B5EF4-FFF2-40B4-BE49-F238E27FC236}">
                  <a16:creationId xmlns:a16="http://schemas.microsoft.com/office/drawing/2014/main" id="{19E2BD74-8C6C-CF62-8C17-A7F884BBEF25}"/>
                </a:ext>
              </a:extLst>
            </p:cNvPr>
            <p:cNvSpPr/>
            <p:nvPr/>
          </p:nvSpPr>
          <p:spPr>
            <a:xfrm>
              <a:off x="1022856" y="4559992"/>
              <a:ext cx="182748" cy="37870"/>
            </a:xfrm>
            <a:custGeom>
              <a:avLst/>
              <a:gdLst/>
              <a:ahLst/>
              <a:cxnLst/>
              <a:rect l="l" t="t" r="r" b="b"/>
              <a:pathLst>
                <a:path w="5979" h="1239" extrusionOk="0">
                  <a:moveTo>
                    <a:pt x="2326" y="0"/>
                  </a:moveTo>
                  <a:cubicBezTo>
                    <a:pt x="1327" y="0"/>
                    <a:pt x="606" y="195"/>
                    <a:pt x="22" y="458"/>
                  </a:cubicBezTo>
                  <a:cubicBezTo>
                    <a:pt x="8" y="956"/>
                    <a:pt x="1" y="1239"/>
                    <a:pt x="1" y="1239"/>
                  </a:cubicBezTo>
                  <a:lnTo>
                    <a:pt x="1988" y="1239"/>
                  </a:lnTo>
                  <a:cubicBezTo>
                    <a:pt x="2096" y="1233"/>
                    <a:pt x="2207" y="1228"/>
                    <a:pt x="2326" y="1228"/>
                  </a:cubicBezTo>
                  <a:cubicBezTo>
                    <a:pt x="2444" y="1228"/>
                    <a:pt x="2555" y="1233"/>
                    <a:pt x="2663" y="1239"/>
                  </a:cubicBezTo>
                  <a:lnTo>
                    <a:pt x="5978" y="1239"/>
                  </a:lnTo>
                  <a:cubicBezTo>
                    <a:pt x="5895" y="1187"/>
                    <a:pt x="5812" y="1133"/>
                    <a:pt x="5728" y="1080"/>
                  </a:cubicBezTo>
                  <a:cubicBezTo>
                    <a:pt x="4937" y="573"/>
                    <a:pt x="4040" y="0"/>
                    <a:pt x="2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718;p70">
              <a:extLst>
                <a:ext uri="{FF2B5EF4-FFF2-40B4-BE49-F238E27FC236}">
                  <a16:creationId xmlns:a16="http://schemas.microsoft.com/office/drawing/2014/main" id="{59A68734-2F7E-0C4C-81D0-C8590208EFEF}"/>
                </a:ext>
              </a:extLst>
            </p:cNvPr>
            <p:cNvSpPr/>
            <p:nvPr/>
          </p:nvSpPr>
          <p:spPr>
            <a:xfrm>
              <a:off x="1357724" y="4559992"/>
              <a:ext cx="206283" cy="37839"/>
            </a:xfrm>
            <a:custGeom>
              <a:avLst/>
              <a:gdLst/>
              <a:ahLst/>
              <a:cxnLst/>
              <a:rect l="l" t="t" r="r" b="b"/>
              <a:pathLst>
                <a:path w="6749" h="1238" extrusionOk="0">
                  <a:moveTo>
                    <a:pt x="3654" y="0"/>
                  </a:moveTo>
                  <a:cubicBezTo>
                    <a:pt x="1939" y="0"/>
                    <a:pt x="1042" y="573"/>
                    <a:pt x="251" y="1079"/>
                  </a:cubicBezTo>
                  <a:cubicBezTo>
                    <a:pt x="167" y="1133"/>
                    <a:pt x="84" y="1186"/>
                    <a:pt x="1" y="1238"/>
                  </a:cubicBezTo>
                  <a:lnTo>
                    <a:pt x="3316" y="1238"/>
                  </a:lnTo>
                  <a:cubicBezTo>
                    <a:pt x="3424" y="1232"/>
                    <a:pt x="3535" y="1228"/>
                    <a:pt x="3653" y="1228"/>
                  </a:cubicBezTo>
                  <a:cubicBezTo>
                    <a:pt x="3772" y="1228"/>
                    <a:pt x="3882" y="1232"/>
                    <a:pt x="3991" y="1238"/>
                  </a:cubicBezTo>
                  <a:lnTo>
                    <a:pt x="6748" y="1238"/>
                  </a:lnTo>
                  <a:lnTo>
                    <a:pt x="6746" y="884"/>
                  </a:lnTo>
                  <a:cubicBezTo>
                    <a:pt x="6023" y="436"/>
                    <a:pt x="5149" y="0"/>
                    <a:pt x="36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719;p70">
              <a:extLst>
                <a:ext uri="{FF2B5EF4-FFF2-40B4-BE49-F238E27FC236}">
                  <a16:creationId xmlns:a16="http://schemas.microsoft.com/office/drawing/2014/main" id="{62632AC7-C9D1-05D9-F301-0F89A8DB1293}"/>
                </a:ext>
              </a:extLst>
            </p:cNvPr>
            <p:cNvSpPr/>
            <p:nvPr/>
          </p:nvSpPr>
          <p:spPr>
            <a:xfrm>
              <a:off x="1041562" y="3959271"/>
              <a:ext cx="641987" cy="97625"/>
            </a:xfrm>
            <a:custGeom>
              <a:avLst/>
              <a:gdLst/>
              <a:ahLst/>
              <a:cxnLst/>
              <a:rect l="l" t="t" r="r" b="b"/>
              <a:pathLst>
                <a:path w="21004" h="3194" extrusionOk="0">
                  <a:moveTo>
                    <a:pt x="1714" y="1"/>
                  </a:moveTo>
                  <a:cubicBezTo>
                    <a:pt x="1051" y="1"/>
                    <a:pt x="512" y="86"/>
                    <a:pt x="52" y="221"/>
                  </a:cubicBezTo>
                  <a:cubicBezTo>
                    <a:pt x="35" y="631"/>
                    <a:pt x="18" y="1072"/>
                    <a:pt x="0" y="1540"/>
                  </a:cubicBezTo>
                  <a:cubicBezTo>
                    <a:pt x="447" y="1351"/>
                    <a:pt x="974" y="1228"/>
                    <a:pt x="1714" y="1228"/>
                  </a:cubicBezTo>
                  <a:cubicBezTo>
                    <a:pt x="3070" y="1228"/>
                    <a:pt x="3711" y="1639"/>
                    <a:pt x="4454" y="2114"/>
                  </a:cubicBezTo>
                  <a:cubicBezTo>
                    <a:pt x="5245" y="2620"/>
                    <a:pt x="6140" y="3194"/>
                    <a:pt x="7855" y="3194"/>
                  </a:cubicBezTo>
                  <a:cubicBezTo>
                    <a:pt x="9571" y="3194"/>
                    <a:pt x="10467" y="2620"/>
                    <a:pt x="11257" y="2114"/>
                  </a:cubicBezTo>
                  <a:cubicBezTo>
                    <a:pt x="12000" y="1639"/>
                    <a:pt x="12641" y="1228"/>
                    <a:pt x="13998" y="1228"/>
                  </a:cubicBezTo>
                  <a:cubicBezTo>
                    <a:pt x="15353" y="1228"/>
                    <a:pt x="15995" y="1639"/>
                    <a:pt x="16737" y="2114"/>
                  </a:cubicBezTo>
                  <a:cubicBezTo>
                    <a:pt x="17528" y="2620"/>
                    <a:pt x="18424" y="3194"/>
                    <a:pt x="20139" y="3194"/>
                  </a:cubicBezTo>
                  <a:cubicBezTo>
                    <a:pt x="20453" y="3194"/>
                    <a:pt x="20740" y="3175"/>
                    <a:pt x="21003" y="3140"/>
                  </a:cubicBezTo>
                  <a:lnTo>
                    <a:pt x="20637" y="1945"/>
                  </a:lnTo>
                  <a:cubicBezTo>
                    <a:pt x="20482" y="1958"/>
                    <a:pt x="20317" y="1965"/>
                    <a:pt x="20139" y="1965"/>
                  </a:cubicBezTo>
                  <a:cubicBezTo>
                    <a:pt x="18784" y="1965"/>
                    <a:pt x="18142" y="1555"/>
                    <a:pt x="17399" y="1080"/>
                  </a:cubicBezTo>
                  <a:cubicBezTo>
                    <a:pt x="16609" y="574"/>
                    <a:pt x="15713" y="1"/>
                    <a:pt x="13998" y="1"/>
                  </a:cubicBezTo>
                  <a:cubicBezTo>
                    <a:pt x="12283" y="1"/>
                    <a:pt x="11386" y="574"/>
                    <a:pt x="10595" y="1080"/>
                  </a:cubicBezTo>
                  <a:cubicBezTo>
                    <a:pt x="9852" y="1555"/>
                    <a:pt x="9211" y="1965"/>
                    <a:pt x="7855" y="1965"/>
                  </a:cubicBezTo>
                  <a:cubicBezTo>
                    <a:pt x="6500" y="1965"/>
                    <a:pt x="5859" y="1555"/>
                    <a:pt x="5116" y="1080"/>
                  </a:cubicBezTo>
                  <a:cubicBezTo>
                    <a:pt x="4325" y="574"/>
                    <a:pt x="3428" y="1"/>
                    <a:pt x="1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720;p70">
              <a:extLst>
                <a:ext uri="{FF2B5EF4-FFF2-40B4-BE49-F238E27FC236}">
                  <a16:creationId xmlns:a16="http://schemas.microsoft.com/office/drawing/2014/main" id="{4311CC8E-42E4-BDD6-D5EB-979112A33516}"/>
                </a:ext>
              </a:extLst>
            </p:cNvPr>
            <p:cNvSpPr/>
            <p:nvPr/>
          </p:nvSpPr>
          <p:spPr>
            <a:xfrm>
              <a:off x="1025821" y="4439841"/>
              <a:ext cx="537516" cy="97625"/>
            </a:xfrm>
            <a:custGeom>
              <a:avLst/>
              <a:gdLst/>
              <a:ahLst/>
              <a:cxnLst/>
              <a:rect l="l" t="t" r="r" b="b"/>
              <a:pathLst>
                <a:path w="17586" h="3194" extrusionOk="0">
                  <a:moveTo>
                    <a:pt x="2228" y="0"/>
                  </a:moveTo>
                  <a:cubicBezTo>
                    <a:pt x="1295" y="0"/>
                    <a:pt x="604" y="171"/>
                    <a:pt x="41" y="407"/>
                  </a:cubicBezTo>
                  <a:cubicBezTo>
                    <a:pt x="27" y="899"/>
                    <a:pt x="13" y="1364"/>
                    <a:pt x="0" y="1798"/>
                  </a:cubicBezTo>
                  <a:cubicBezTo>
                    <a:pt x="568" y="1471"/>
                    <a:pt x="1188" y="1228"/>
                    <a:pt x="2228" y="1228"/>
                  </a:cubicBezTo>
                  <a:cubicBezTo>
                    <a:pt x="3585" y="1229"/>
                    <a:pt x="4226" y="1639"/>
                    <a:pt x="4969" y="2114"/>
                  </a:cubicBezTo>
                  <a:cubicBezTo>
                    <a:pt x="5760" y="2620"/>
                    <a:pt x="6655" y="3193"/>
                    <a:pt x="8370" y="3193"/>
                  </a:cubicBezTo>
                  <a:cubicBezTo>
                    <a:pt x="10086" y="3193"/>
                    <a:pt x="10981" y="2620"/>
                    <a:pt x="11772" y="2114"/>
                  </a:cubicBezTo>
                  <a:cubicBezTo>
                    <a:pt x="12515" y="1639"/>
                    <a:pt x="13156" y="1229"/>
                    <a:pt x="14512" y="1229"/>
                  </a:cubicBezTo>
                  <a:cubicBezTo>
                    <a:pt x="15868" y="1229"/>
                    <a:pt x="16510" y="1639"/>
                    <a:pt x="17252" y="2114"/>
                  </a:cubicBezTo>
                  <a:cubicBezTo>
                    <a:pt x="17361" y="2183"/>
                    <a:pt x="17471" y="2254"/>
                    <a:pt x="17586" y="2324"/>
                  </a:cubicBezTo>
                  <a:lnTo>
                    <a:pt x="17575" y="865"/>
                  </a:lnTo>
                  <a:cubicBezTo>
                    <a:pt x="16858" y="425"/>
                    <a:pt x="15989" y="0"/>
                    <a:pt x="14512" y="0"/>
                  </a:cubicBezTo>
                  <a:cubicBezTo>
                    <a:pt x="12796" y="0"/>
                    <a:pt x="11901" y="574"/>
                    <a:pt x="11110" y="1080"/>
                  </a:cubicBezTo>
                  <a:cubicBezTo>
                    <a:pt x="10367" y="1555"/>
                    <a:pt x="9726" y="1966"/>
                    <a:pt x="8370" y="1966"/>
                  </a:cubicBezTo>
                  <a:cubicBezTo>
                    <a:pt x="7014" y="1966"/>
                    <a:pt x="6374" y="1555"/>
                    <a:pt x="5631" y="1080"/>
                  </a:cubicBezTo>
                  <a:cubicBezTo>
                    <a:pt x="4840" y="574"/>
                    <a:pt x="3943" y="0"/>
                    <a:pt x="22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721;p70">
              <a:extLst>
                <a:ext uri="{FF2B5EF4-FFF2-40B4-BE49-F238E27FC236}">
                  <a16:creationId xmlns:a16="http://schemas.microsoft.com/office/drawing/2014/main" id="{F463AD0B-CE14-663C-E086-CC57C7455329}"/>
                </a:ext>
              </a:extLst>
            </p:cNvPr>
            <p:cNvSpPr/>
            <p:nvPr/>
          </p:nvSpPr>
          <p:spPr>
            <a:xfrm>
              <a:off x="1037222" y="4079391"/>
              <a:ext cx="680499" cy="97686"/>
            </a:xfrm>
            <a:custGeom>
              <a:avLst/>
              <a:gdLst/>
              <a:ahLst/>
              <a:cxnLst/>
              <a:rect l="l" t="t" r="r" b="b"/>
              <a:pathLst>
                <a:path w="22264" h="3196" extrusionOk="0">
                  <a:moveTo>
                    <a:pt x="1856" y="1"/>
                  </a:moveTo>
                  <a:cubicBezTo>
                    <a:pt x="1121" y="1"/>
                    <a:pt x="536" y="107"/>
                    <a:pt x="46" y="268"/>
                  </a:cubicBezTo>
                  <a:cubicBezTo>
                    <a:pt x="30" y="704"/>
                    <a:pt x="16" y="1150"/>
                    <a:pt x="0" y="1604"/>
                  </a:cubicBezTo>
                  <a:cubicBezTo>
                    <a:pt x="478" y="1380"/>
                    <a:pt x="1035" y="1230"/>
                    <a:pt x="1856" y="1230"/>
                  </a:cubicBezTo>
                  <a:cubicBezTo>
                    <a:pt x="3212" y="1230"/>
                    <a:pt x="3853" y="1640"/>
                    <a:pt x="4596" y="2115"/>
                  </a:cubicBezTo>
                  <a:cubicBezTo>
                    <a:pt x="5387" y="2621"/>
                    <a:pt x="6282" y="3195"/>
                    <a:pt x="7997" y="3195"/>
                  </a:cubicBezTo>
                  <a:cubicBezTo>
                    <a:pt x="9713" y="3195"/>
                    <a:pt x="10609" y="2621"/>
                    <a:pt x="11399" y="2115"/>
                  </a:cubicBezTo>
                  <a:cubicBezTo>
                    <a:pt x="12142" y="1640"/>
                    <a:pt x="12783" y="1230"/>
                    <a:pt x="14140" y="1230"/>
                  </a:cubicBezTo>
                  <a:cubicBezTo>
                    <a:pt x="15495" y="1230"/>
                    <a:pt x="16137" y="1640"/>
                    <a:pt x="16879" y="2115"/>
                  </a:cubicBezTo>
                  <a:cubicBezTo>
                    <a:pt x="17670" y="2621"/>
                    <a:pt x="18566" y="3195"/>
                    <a:pt x="20281" y="3195"/>
                  </a:cubicBezTo>
                  <a:cubicBezTo>
                    <a:pt x="21105" y="3195"/>
                    <a:pt x="21739" y="3062"/>
                    <a:pt x="22263" y="2868"/>
                  </a:cubicBezTo>
                  <a:lnTo>
                    <a:pt x="21905" y="1692"/>
                  </a:lnTo>
                  <a:cubicBezTo>
                    <a:pt x="21476" y="1859"/>
                    <a:pt x="20972" y="1966"/>
                    <a:pt x="20281" y="1966"/>
                  </a:cubicBezTo>
                  <a:cubicBezTo>
                    <a:pt x="18926" y="1966"/>
                    <a:pt x="18284" y="1556"/>
                    <a:pt x="17541" y="1080"/>
                  </a:cubicBezTo>
                  <a:cubicBezTo>
                    <a:pt x="16751" y="575"/>
                    <a:pt x="15854" y="1"/>
                    <a:pt x="14140" y="1"/>
                  </a:cubicBezTo>
                  <a:cubicBezTo>
                    <a:pt x="12425" y="1"/>
                    <a:pt x="11528" y="575"/>
                    <a:pt x="10737" y="1080"/>
                  </a:cubicBezTo>
                  <a:cubicBezTo>
                    <a:pt x="9994" y="1556"/>
                    <a:pt x="9353" y="1966"/>
                    <a:pt x="7997" y="1966"/>
                  </a:cubicBezTo>
                  <a:cubicBezTo>
                    <a:pt x="6642" y="1966"/>
                    <a:pt x="6001" y="1556"/>
                    <a:pt x="5258" y="1080"/>
                  </a:cubicBezTo>
                  <a:cubicBezTo>
                    <a:pt x="4467" y="575"/>
                    <a:pt x="3572" y="1"/>
                    <a:pt x="18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722;p70">
              <a:extLst>
                <a:ext uri="{FF2B5EF4-FFF2-40B4-BE49-F238E27FC236}">
                  <a16:creationId xmlns:a16="http://schemas.microsoft.com/office/drawing/2014/main" id="{B03F6745-185B-24F3-4EDF-2536A09710C4}"/>
                </a:ext>
              </a:extLst>
            </p:cNvPr>
            <p:cNvSpPr/>
            <p:nvPr/>
          </p:nvSpPr>
          <p:spPr>
            <a:xfrm>
              <a:off x="1033248" y="4199541"/>
              <a:ext cx="716352" cy="97655"/>
            </a:xfrm>
            <a:custGeom>
              <a:avLst/>
              <a:gdLst/>
              <a:ahLst/>
              <a:cxnLst/>
              <a:rect l="l" t="t" r="r" b="b"/>
              <a:pathLst>
                <a:path w="23437" h="3195" extrusionOk="0">
                  <a:moveTo>
                    <a:pt x="1986" y="1"/>
                  </a:moveTo>
                  <a:cubicBezTo>
                    <a:pt x="1182" y="1"/>
                    <a:pt x="560" y="127"/>
                    <a:pt x="44" y="314"/>
                  </a:cubicBezTo>
                  <a:cubicBezTo>
                    <a:pt x="29" y="764"/>
                    <a:pt x="15" y="1217"/>
                    <a:pt x="0" y="1668"/>
                  </a:cubicBezTo>
                  <a:cubicBezTo>
                    <a:pt x="507" y="1409"/>
                    <a:pt x="1091" y="1230"/>
                    <a:pt x="1986" y="1230"/>
                  </a:cubicBezTo>
                  <a:cubicBezTo>
                    <a:pt x="1988" y="1230"/>
                    <a:pt x="1990" y="1230"/>
                    <a:pt x="1992" y="1230"/>
                  </a:cubicBezTo>
                  <a:cubicBezTo>
                    <a:pt x="3344" y="1230"/>
                    <a:pt x="3984" y="1640"/>
                    <a:pt x="4726" y="2114"/>
                  </a:cubicBezTo>
                  <a:cubicBezTo>
                    <a:pt x="5517" y="2621"/>
                    <a:pt x="6412" y="3194"/>
                    <a:pt x="8127" y="3194"/>
                  </a:cubicBezTo>
                  <a:cubicBezTo>
                    <a:pt x="9843" y="3194"/>
                    <a:pt x="10738" y="2621"/>
                    <a:pt x="11529" y="2114"/>
                  </a:cubicBezTo>
                  <a:cubicBezTo>
                    <a:pt x="12272" y="1639"/>
                    <a:pt x="12913" y="1229"/>
                    <a:pt x="14269" y="1229"/>
                  </a:cubicBezTo>
                  <a:cubicBezTo>
                    <a:pt x="15625" y="1229"/>
                    <a:pt x="16267" y="1639"/>
                    <a:pt x="17009" y="2114"/>
                  </a:cubicBezTo>
                  <a:cubicBezTo>
                    <a:pt x="17800" y="2621"/>
                    <a:pt x="18696" y="3194"/>
                    <a:pt x="20411" y="3194"/>
                  </a:cubicBezTo>
                  <a:cubicBezTo>
                    <a:pt x="21863" y="3194"/>
                    <a:pt x="22727" y="2784"/>
                    <a:pt x="23437" y="2352"/>
                  </a:cubicBezTo>
                  <a:lnTo>
                    <a:pt x="23065" y="1135"/>
                  </a:lnTo>
                  <a:cubicBezTo>
                    <a:pt x="22357" y="1587"/>
                    <a:pt x="21715" y="1966"/>
                    <a:pt x="20411" y="1966"/>
                  </a:cubicBezTo>
                  <a:cubicBezTo>
                    <a:pt x="19056" y="1966"/>
                    <a:pt x="18414" y="1556"/>
                    <a:pt x="17671" y="1081"/>
                  </a:cubicBezTo>
                  <a:cubicBezTo>
                    <a:pt x="16881" y="575"/>
                    <a:pt x="15984" y="1"/>
                    <a:pt x="14270" y="1"/>
                  </a:cubicBezTo>
                  <a:cubicBezTo>
                    <a:pt x="12555" y="1"/>
                    <a:pt x="11658" y="575"/>
                    <a:pt x="10867" y="1081"/>
                  </a:cubicBezTo>
                  <a:cubicBezTo>
                    <a:pt x="10124" y="1556"/>
                    <a:pt x="9483" y="1966"/>
                    <a:pt x="8127" y="1966"/>
                  </a:cubicBezTo>
                  <a:cubicBezTo>
                    <a:pt x="6772" y="1966"/>
                    <a:pt x="6131" y="1556"/>
                    <a:pt x="5388" y="1081"/>
                  </a:cubicBezTo>
                  <a:cubicBezTo>
                    <a:pt x="4597" y="575"/>
                    <a:pt x="3702" y="1"/>
                    <a:pt x="19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723;p70">
              <a:extLst>
                <a:ext uri="{FF2B5EF4-FFF2-40B4-BE49-F238E27FC236}">
                  <a16:creationId xmlns:a16="http://schemas.microsoft.com/office/drawing/2014/main" id="{401B792A-8540-11DB-CA04-B5999695ADB6}"/>
                </a:ext>
              </a:extLst>
            </p:cNvPr>
            <p:cNvSpPr/>
            <p:nvPr/>
          </p:nvSpPr>
          <p:spPr>
            <a:xfrm>
              <a:off x="1029458" y="4319660"/>
              <a:ext cx="549314" cy="97686"/>
            </a:xfrm>
            <a:custGeom>
              <a:avLst/>
              <a:gdLst/>
              <a:ahLst/>
              <a:cxnLst/>
              <a:rect l="l" t="t" r="r" b="b"/>
              <a:pathLst>
                <a:path w="17972" h="3196" extrusionOk="0">
                  <a:moveTo>
                    <a:pt x="2110" y="1"/>
                  </a:moveTo>
                  <a:cubicBezTo>
                    <a:pt x="1241" y="1"/>
                    <a:pt x="584" y="149"/>
                    <a:pt x="42" y="359"/>
                  </a:cubicBezTo>
                  <a:cubicBezTo>
                    <a:pt x="28" y="825"/>
                    <a:pt x="14" y="1284"/>
                    <a:pt x="0" y="1733"/>
                  </a:cubicBezTo>
                  <a:cubicBezTo>
                    <a:pt x="537" y="1440"/>
                    <a:pt x="1141" y="1230"/>
                    <a:pt x="2110" y="1230"/>
                  </a:cubicBezTo>
                  <a:cubicBezTo>
                    <a:pt x="3466" y="1230"/>
                    <a:pt x="4107" y="1640"/>
                    <a:pt x="4850" y="2116"/>
                  </a:cubicBezTo>
                  <a:cubicBezTo>
                    <a:pt x="5641" y="2621"/>
                    <a:pt x="6536" y="3195"/>
                    <a:pt x="8251" y="3195"/>
                  </a:cubicBezTo>
                  <a:cubicBezTo>
                    <a:pt x="9967" y="3195"/>
                    <a:pt x="10862" y="2621"/>
                    <a:pt x="11653" y="2116"/>
                  </a:cubicBezTo>
                  <a:cubicBezTo>
                    <a:pt x="12396" y="1640"/>
                    <a:pt x="13037" y="1230"/>
                    <a:pt x="14393" y="1230"/>
                  </a:cubicBezTo>
                  <a:cubicBezTo>
                    <a:pt x="15749" y="1230"/>
                    <a:pt x="16391" y="1640"/>
                    <a:pt x="17133" y="2116"/>
                  </a:cubicBezTo>
                  <a:cubicBezTo>
                    <a:pt x="17232" y="2179"/>
                    <a:pt x="17333" y="2243"/>
                    <a:pt x="17437" y="2308"/>
                  </a:cubicBezTo>
                  <a:lnTo>
                    <a:pt x="17434" y="1954"/>
                  </a:lnTo>
                  <a:lnTo>
                    <a:pt x="17971" y="1192"/>
                  </a:lnTo>
                  <a:cubicBezTo>
                    <a:pt x="17913" y="1156"/>
                    <a:pt x="17854" y="1119"/>
                    <a:pt x="17795" y="1080"/>
                  </a:cubicBezTo>
                  <a:cubicBezTo>
                    <a:pt x="17005" y="575"/>
                    <a:pt x="16108" y="1"/>
                    <a:pt x="14394" y="1"/>
                  </a:cubicBezTo>
                  <a:cubicBezTo>
                    <a:pt x="12679" y="1"/>
                    <a:pt x="11782" y="575"/>
                    <a:pt x="10991" y="1080"/>
                  </a:cubicBezTo>
                  <a:cubicBezTo>
                    <a:pt x="10248" y="1556"/>
                    <a:pt x="9607" y="1966"/>
                    <a:pt x="8251" y="1966"/>
                  </a:cubicBezTo>
                  <a:cubicBezTo>
                    <a:pt x="6896" y="1966"/>
                    <a:pt x="6255" y="1556"/>
                    <a:pt x="5512" y="1080"/>
                  </a:cubicBezTo>
                  <a:cubicBezTo>
                    <a:pt x="4721" y="575"/>
                    <a:pt x="3826" y="1"/>
                    <a:pt x="21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724;p70">
              <a:extLst>
                <a:ext uri="{FF2B5EF4-FFF2-40B4-BE49-F238E27FC236}">
                  <a16:creationId xmlns:a16="http://schemas.microsoft.com/office/drawing/2014/main" id="{61A7B590-43C8-0956-5D27-8F6089ACBC90}"/>
                </a:ext>
              </a:extLst>
            </p:cNvPr>
            <p:cNvSpPr/>
            <p:nvPr/>
          </p:nvSpPr>
          <p:spPr>
            <a:xfrm>
              <a:off x="1604260" y="4336043"/>
              <a:ext cx="167007" cy="75037"/>
            </a:xfrm>
            <a:custGeom>
              <a:avLst/>
              <a:gdLst/>
              <a:ahLst/>
              <a:cxnLst/>
              <a:rect l="l" t="t" r="r" b="b"/>
              <a:pathLst>
                <a:path w="5464" h="2455" extrusionOk="0">
                  <a:moveTo>
                    <a:pt x="5403" y="0"/>
                  </a:moveTo>
                  <a:cubicBezTo>
                    <a:pt x="5056" y="171"/>
                    <a:pt x="4755" y="363"/>
                    <a:pt x="4470" y="544"/>
                  </a:cubicBezTo>
                  <a:cubicBezTo>
                    <a:pt x="3726" y="1020"/>
                    <a:pt x="3085" y="1430"/>
                    <a:pt x="1729" y="1430"/>
                  </a:cubicBezTo>
                  <a:cubicBezTo>
                    <a:pt x="980" y="1430"/>
                    <a:pt x="451" y="1305"/>
                    <a:pt x="0" y="1114"/>
                  </a:cubicBezTo>
                  <a:lnTo>
                    <a:pt x="0" y="1114"/>
                  </a:lnTo>
                  <a:lnTo>
                    <a:pt x="626" y="2455"/>
                  </a:lnTo>
                  <a:lnTo>
                    <a:pt x="5464" y="203"/>
                  </a:lnTo>
                  <a:lnTo>
                    <a:pt x="54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725;p70">
              <a:extLst>
                <a:ext uri="{FF2B5EF4-FFF2-40B4-BE49-F238E27FC236}">
                  <a16:creationId xmlns:a16="http://schemas.microsoft.com/office/drawing/2014/main" id="{4D3106BB-7F56-CB87-80DA-4B1B0FA68E62}"/>
                </a:ext>
              </a:extLst>
            </p:cNvPr>
            <p:cNvSpPr/>
            <p:nvPr/>
          </p:nvSpPr>
          <p:spPr>
            <a:xfrm>
              <a:off x="1357724" y="4559992"/>
              <a:ext cx="206283" cy="37839"/>
            </a:xfrm>
            <a:custGeom>
              <a:avLst/>
              <a:gdLst/>
              <a:ahLst/>
              <a:cxnLst/>
              <a:rect l="l" t="t" r="r" b="b"/>
              <a:pathLst>
                <a:path w="6749" h="1238" extrusionOk="0">
                  <a:moveTo>
                    <a:pt x="3654" y="0"/>
                  </a:moveTo>
                  <a:cubicBezTo>
                    <a:pt x="1939" y="0"/>
                    <a:pt x="1042" y="573"/>
                    <a:pt x="251" y="1079"/>
                  </a:cubicBezTo>
                  <a:cubicBezTo>
                    <a:pt x="167" y="1133"/>
                    <a:pt x="84" y="1186"/>
                    <a:pt x="1" y="1238"/>
                  </a:cubicBezTo>
                  <a:lnTo>
                    <a:pt x="3316" y="1238"/>
                  </a:lnTo>
                  <a:cubicBezTo>
                    <a:pt x="3424" y="1232"/>
                    <a:pt x="3535" y="1228"/>
                    <a:pt x="3653" y="1228"/>
                  </a:cubicBezTo>
                  <a:cubicBezTo>
                    <a:pt x="3772" y="1228"/>
                    <a:pt x="3882" y="1232"/>
                    <a:pt x="3991" y="1238"/>
                  </a:cubicBezTo>
                  <a:lnTo>
                    <a:pt x="6748" y="1238"/>
                  </a:lnTo>
                  <a:lnTo>
                    <a:pt x="6746" y="884"/>
                  </a:lnTo>
                  <a:cubicBezTo>
                    <a:pt x="6023" y="436"/>
                    <a:pt x="5149" y="0"/>
                    <a:pt x="36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726;p70">
              <a:extLst>
                <a:ext uri="{FF2B5EF4-FFF2-40B4-BE49-F238E27FC236}">
                  <a16:creationId xmlns:a16="http://schemas.microsoft.com/office/drawing/2014/main" id="{9BB42E66-28FD-2340-2768-58E959002C64}"/>
                </a:ext>
              </a:extLst>
            </p:cNvPr>
            <p:cNvSpPr/>
            <p:nvPr/>
          </p:nvSpPr>
          <p:spPr>
            <a:xfrm>
              <a:off x="1604260" y="4336043"/>
              <a:ext cx="167007" cy="75037"/>
            </a:xfrm>
            <a:custGeom>
              <a:avLst/>
              <a:gdLst/>
              <a:ahLst/>
              <a:cxnLst/>
              <a:rect l="l" t="t" r="r" b="b"/>
              <a:pathLst>
                <a:path w="5464" h="2455" extrusionOk="0">
                  <a:moveTo>
                    <a:pt x="5403" y="0"/>
                  </a:moveTo>
                  <a:cubicBezTo>
                    <a:pt x="5056" y="171"/>
                    <a:pt x="4755" y="363"/>
                    <a:pt x="4470" y="544"/>
                  </a:cubicBezTo>
                  <a:cubicBezTo>
                    <a:pt x="3726" y="1020"/>
                    <a:pt x="3085" y="1430"/>
                    <a:pt x="1729" y="1430"/>
                  </a:cubicBezTo>
                  <a:cubicBezTo>
                    <a:pt x="980" y="1430"/>
                    <a:pt x="451" y="1305"/>
                    <a:pt x="0" y="1114"/>
                  </a:cubicBezTo>
                  <a:lnTo>
                    <a:pt x="0" y="1114"/>
                  </a:lnTo>
                  <a:lnTo>
                    <a:pt x="626" y="2455"/>
                  </a:lnTo>
                  <a:lnTo>
                    <a:pt x="5464" y="203"/>
                  </a:lnTo>
                  <a:lnTo>
                    <a:pt x="54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727;p70">
              <a:extLst>
                <a:ext uri="{FF2B5EF4-FFF2-40B4-BE49-F238E27FC236}">
                  <a16:creationId xmlns:a16="http://schemas.microsoft.com/office/drawing/2014/main" id="{216C4D0B-FAD9-4B5B-4654-155F460A227F}"/>
                </a:ext>
              </a:extLst>
            </p:cNvPr>
            <p:cNvSpPr/>
            <p:nvPr/>
          </p:nvSpPr>
          <p:spPr>
            <a:xfrm>
              <a:off x="1018761" y="3699195"/>
              <a:ext cx="757034" cy="902768"/>
            </a:xfrm>
            <a:custGeom>
              <a:avLst/>
              <a:gdLst/>
              <a:ahLst/>
              <a:cxnLst/>
              <a:rect l="l" t="t" r="r" b="b"/>
              <a:pathLst>
                <a:path w="24768" h="29536" extrusionOk="0">
                  <a:moveTo>
                    <a:pt x="8703" y="270"/>
                  </a:moveTo>
                  <a:cubicBezTo>
                    <a:pt x="9073" y="313"/>
                    <a:pt x="11845" y="630"/>
                    <a:pt x="12988" y="884"/>
                  </a:cubicBezTo>
                  <a:cubicBezTo>
                    <a:pt x="13928" y="1093"/>
                    <a:pt x="17423" y="3458"/>
                    <a:pt x="18882" y="4465"/>
                  </a:cubicBezTo>
                  <a:cubicBezTo>
                    <a:pt x="19324" y="4770"/>
                    <a:pt x="19650" y="5221"/>
                    <a:pt x="19802" y="5736"/>
                  </a:cubicBezTo>
                  <a:lnTo>
                    <a:pt x="24459" y="20966"/>
                  </a:lnTo>
                  <a:lnTo>
                    <a:pt x="19847" y="23113"/>
                  </a:lnTo>
                  <a:lnTo>
                    <a:pt x="18817" y="20906"/>
                  </a:lnTo>
                  <a:cubicBezTo>
                    <a:pt x="18797" y="20863"/>
                    <a:pt x="18754" y="20834"/>
                    <a:pt x="18707" y="20829"/>
                  </a:cubicBezTo>
                  <a:cubicBezTo>
                    <a:pt x="18704" y="20829"/>
                    <a:pt x="18700" y="20829"/>
                    <a:pt x="18696" y="20829"/>
                  </a:cubicBezTo>
                  <a:cubicBezTo>
                    <a:pt x="18652" y="20829"/>
                    <a:pt x="18612" y="20849"/>
                    <a:pt x="18586" y="20886"/>
                  </a:cubicBezTo>
                  <a:lnTo>
                    <a:pt x="17675" y="22177"/>
                  </a:lnTo>
                  <a:cubicBezTo>
                    <a:pt x="17659" y="22199"/>
                    <a:pt x="17651" y="22227"/>
                    <a:pt x="17651" y="22254"/>
                  </a:cubicBezTo>
                  <a:lnTo>
                    <a:pt x="17704" y="29267"/>
                  </a:lnTo>
                  <a:lnTo>
                    <a:pt x="272" y="29267"/>
                  </a:lnTo>
                  <a:cubicBezTo>
                    <a:pt x="325" y="27394"/>
                    <a:pt x="898" y="7225"/>
                    <a:pt x="1094" y="5730"/>
                  </a:cubicBezTo>
                  <a:cubicBezTo>
                    <a:pt x="1255" y="4494"/>
                    <a:pt x="6605" y="1390"/>
                    <a:pt x="8703" y="270"/>
                  </a:cubicBezTo>
                  <a:close/>
                  <a:moveTo>
                    <a:pt x="8676" y="0"/>
                  </a:moveTo>
                  <a:cubicBezTo>
                    <a:pt x="8654" y="0"/>
                    <a:pt x="8633" y="5"/>
                    <a:pt x="8613" y="15"/>
                  </a:cubicBezTo>
                  <a:cubicBezTo>
                    <a:pt x="8304" y="180"/>
                    <a:pt x="1041" y="4062"/>
                    <a:pt x="828" y="5695"/>
                  </a:cubicBezTo>
                  <a:cubicBezTo>
                    <a:pt x="624" y="7269"/>
                    <a:pt x="25" y="28494"/>
                    <a:pt x="0" y="29397"/>
                  </a:cubicBezTo>
                  <a:cubicBezTo>
                    <a:pt x="0" y="29433"/>
                    <a:pt x="13" y="29468"/>
                    <a:pt x="39" y="29494"/>
                  </a:cubicBezTo>
                  <a:cubicBezTo>
                    <a:pt x="64" y="29521"/>
                    <a:pt x="97" y="29535"/>
                    <a:pt x="135" y="29535"/>
                  </a:cubicBezTo>
                  <a:lnTo>
                    <a:pt x="17838" y="29535"/>
                  </a:lnTo>
                  <a:cubicBezTo>
                    <a:pt x="17873" y="29535"/>
                    <a:pt x="17908" y="29521"/>
                    <a:pt x="17934" y="29496"/>
                  </a:cubicBezTo>
                  <a:cubicBezTo>
                    <a:pt x="17958" y="29470"/>
                    <a:pt x="17972" y="29435"/>
                    <a:pt x="17972" y="29401"/>
                  </a:cubicBezTo>
                  <a:lnTo>
                    <a:pt x="17918" y="22295"/>
                  </a:lnTo>
                  <a:lnTo>
                    <a:pt x="18671" y="21228"/>
                  </a:lnTo>
                  <a:lnTo>
                    <a:pt x="19661" y="23347"/>
                  </a:lnTo>
                  <a:cubicBezTo>
                    <a:pt x="19683" y="23395"/>
                    <a:pt x="19731" y="23424"/>
                    <a:pt x="19782" y="23424"/>
                  </a:cubicBezTo>
                  <a:cubicBezTo>
                    <a:pt x="19801" y="23424"/>
                    <a:pt x="19820" y="23420"/>
                    <a:pt x="19839" y="23411"/>
                  </a:cubicBezTo>
                  <a:lnTo>
                    <a:pt x="24677" y="21160"/>
                  </a:lnTo>
                  <a:cubicBezTo>
                    <a:pt x="24737" y="21131"/>
                    <a:pt x="24768" y="21064"/>
                    <a:pt x="24748" y="21000"/>
                  </a:cubicBezTo>
                  <a:lnTo>
                    <a:pt x="20057" y="5659"/>
                  </a:lnTo>
                  <a:cubicBezTo>
                    <a:pt x="19888" y="5086"/>
                    <a:pt x="19526" y="4584"/>
                    <a:pt x="19034" y="4245"/>
                  </a:cubicBezTo>
                  <a:cubicBezTo>
                    <a:pt x="17205" y="2984"/>
                    <a:pt x="13996" y="834"/>
                    <a:pt x="13045" y="623"/>
                  </a:cubicBezTo>
                  <a:cubicBezTo>
                    <a:pt x="11812" y="349"/>
                    <a:pt x="8722" y="4"/>
                    <a:pt x="8691" y="1"/>
                  </a:cubicBezTo>
                  <a:cubicBezTo>
                    <a:pt x="8686" y="0"/>
                    <a:pt x="8681" y="0"/>
                    <a:pt x="86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728;p70">
              <a:extLst>
                <a:ext uri="{FF2B5EF4-FFF2-40B4-BE49-F238E27FC236}">
                  <a16:creationId xmlns:a16="http://schemas.microsoft.com/office/drawing/2014/main" id="{871E2012-828F-D20D-11FD-FC4B7E326F5F}"/>
                </a:ext>
              </a:extLst>
            </p:cNvPr>
            <p:cNvSpPr/>
            <p:nvPr/>
          </p:nvSpPr>
          <p:spPr>
            <a:xfrm>
              <a:off x="1216820" y="4029264"/>
              <a:ext cx="25338" cy="30962"/>
            </a:xfrm>
            <a:custGeom>
              <a:avLst/>
              <a:gdLst/>
              <a:ahLst/>
              <a:cxnLst/>
              <a:rect l="l" t="t" r="r" b="b"/>
              <a:pathLst>
                <a:path w="829" h="1013" extrusionOk="0">
                  <a:moveTo>
                    <a:pt x="677" y="1"/>
                  </a:moveTo>
                  <a:cubicBezTo>
                    <a:pt x="635" y="1"/>
                    <a:pt x="593" y="21"/>
                    <a:pt x="568" y="58"/>
                  </a:cubicBezTo>
                  <a:lnTo>
                    <a:pt x="44" y="802"/>
                  </a:lnTo>
                  <a:cubicBezTo>
                    <a:pt x="1" y="862"/>
                    <a:pt x="15" y="946"/>
                    <a:pt x="76" y="988"/>
                  </a:cubicBezTo>
                  <a:cubicBezTo>
                    <a:pt x="99" y="1005"/>
                    <a:pt x="126" y="1012"/>
                    <a:pt x="152" y="1012"/>
                  </a:cubicBezTo>
                  <a:cubicBezTo>
                    <a:pt x="194" y="1012"/>
                    <a:pt x="237" y="993"/>
                    <a:pt x="262" y="956"/>
                  </a:cubicBezTo>
                  <a:lnTo>
                    <a:pt x="785" y="212"/>
                  </a:lnTo>
                  <a:cubicBezTo>
                    <a:pt x="829" y="150"/>
                    <a:pt x="814" y="67"/>
                    <a:pt x="753" y="25"/>
                  </a:cubicBezTo>
                  <a:cubicBezTo>
                    <a:pt x="730" y="9"/>
                    <a:pt x="703" y="1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729;p70">
              <a:extLst>
                <a:ext uri="{FF2B5EF4-FFF2-40B4-BE49-F238E27FC236}">
                  <a16:creationId xmlns:a16="http://schemas.microsoft.com/office/drawing/2014/main" id="{3A6EB30C-C740-6F03-33FB-4B21538F7EF4}"/>
                </a:ext>
              </a:extLst>
            </p:cNvPr>
            <p:cNvSpPr/>
            <p:nvPr/>
          </p:nvSpPr>
          <p:spPr>
            <a:xfrm>
              <a:off x="1152084" y="4074867"/>
              <a:ext cx="58012" cy="77391"/>
            </a:xfrm>
            <a:custGeom>
              <a:avLst/>
              <a:gdLst/>
              <a:ahLst/>
              <a:cxnLst/>
              <a:rect l="l" t="t" r="r" b="b"/>
              <a:pathLst>
                <a:path w="1898" h="2532" extrusionOk="0">
                  <a:moveTo>
                    <a:pt x="1745" y="1"/>
                  </a:moveTo>
                  <a:cubicBezTo>
                    <a:pt x="1703" y="1"/>
                    <a:pt x="1662" y="20"/>
                    <a:pt x="1636" y="57"/>
                  </a:cubicBezTo>
                  <a:lnTo>
                    <a:pt x="42" y="2321"/>
                  </a:lnTo>
                  <a:cubicBezTo>
                    <a:pt x="0" y="2381"/>
                    <a:pt x="15" y="2464"/>
                    <a:pt x="75" y="2508"/>
                  </a:cubicBezTo>
                  <a:cubicBezTo>
                    <a:pt x="98" y="2523"/>
                    <a:pt x="125" y="2532"/>
                    <a:pt x="152" y="2532"/>
                  </a:cubicBezTo>
                  <a:cubicBezTo>
                    <a:pt x="194" y="2532"/>
                    <a:pt x="235" y="2511"/>
                    <a:pt x="261" y="2475"/>
                  </a:cubicBezTo>
                  <a:lnTo>
                    <a:pt x="1854" y="211"/>
                  </a:lnTo>
                  <a:cubicBezTo>
                    <a:pt x="1897" y="151"/>
                    <a:pt x="1883" y="68"/>
                    <a:pt x="1821" y="25"/>
                  </a:cubicBezTo>
                  <a:cubicBezTo>
                    <a:pt x="1798" y="8"/>
                    <a:pt x="1771" y="1"/>
                    <a:pt x="17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730;p70">
              <a:extLst>
                <a:ext uri="{FF2B5EF4-FFF2-40B4-BE49-F238E27FC236}">
                  <a16:creationId xmlns:a16="http://schemas.microsoft.com/office/drawing/2014/main" id="{2FBD5CA6-549E-776D-CA47-2CDF0E8D11E3}"/>
                </a:ext>
              </a:extLst>
            </p:cNvPr>
            <p:cNvSpPr/>
            <p:nvPr/>
          </p:nvSpPr>
          <p:spPr>
            <a:xfrm>
              <a:off x="875442" y="3814822"/>
              <a:ext cx="324295" cy="694895"/>
            </a:xfrm>
            <a:custGeom>
              <a:avLst/>
              <a:gdLst/>
              <a:ahLst/>
              <a:cxnLst/>
              <a:rect l="l" t="t" r="r" b="b"/>
              <a:pathLst>
                <a:path w="10610" h="22735" extrusionOk="0">
                  <a:moveTo>
                    <a:pt x="7579" y="1"/>
                  </a:moveTo>
                  <a:cubicBezTo>
                    <a:pt x="7579" y="1"/>
                    <a:pt x="4961" y="1448"/>
                    <a:pt x="4892" y="2206"/>
                  </a:cubicBezTo>
                  <a:cubicBezTo>
                    <a:pt x="4824" y="2963"/>
                    <a:pt x="1" y="19910"/>
                    <a:pt x="483" y="21218"/>
                  </a:cubicBezTo>
                  <a:cubicBezTo>
                    <a:pt x="966" y="22528"/>
                    <a:pt x="3239" y="22735"/>
                    <a:pt x="3239" y="22735"/>
                  </a:cubicBezTo>
                  <a:cubicBezTo>
                    <a:pt x="3239" y="22735"/>
                    <a:pt x="5374" y="19221"/>
                    <a:pt x="6545" y="18601"/>
                  </a:cubicBezTo>
                  <a:cubicBezTo>
                    <a:pt x="7716" y="17981"/>
                    <a:pt x="8130" y="17843"/>
                    <a:pt x="8130" y="17843"/>
                  </a:cubicBezTo>
                  <a:lnTo>
                    <a:pt x="10610" y="6064"/>
                  </a:lnTo>
                  <a:lnTo>
                    <a:pt x="757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731;p70">
              <a:extLst>
                <a:ext uri="{FF2B5EF4-FFF2-40B4-BE49-F238E27FC236}">
                  <a16:creationId xmlns:a16="http://schemas.microsoft.com/office/drawing/2014/main" id="{5DBA4EEC-F94F-AD6D-3BCA-45767E7AF7BC}"/>
                </a:ext>
              </a:extLst>
            </p:cNvPr>
            <p:cNvSpPr/>
            <p:nvPr/>
          </p:nvSpPr>
          <p:spPr>
            <a:xfrm>
              <a:off x="1021909" y="3839121"/>
              <a:ext cx="119968" cy="57309"/>
            </a:xfrm>
            <a:custGeom>
              <a:avLst/>
              <a:gdLst/>
              <a:ahLst/>
              <a:cxnLst/>
              <a:rect l="l" t="t" r="r" b="b"/>
              <a:pathLst>
                <a:path w="3925" h="1875" extrusionOk="0">
                  <a:moveTo>
                    <a:pt x="2356" y="0"/>
                  </a:moveTo>
                  <a:cubicBezTo>
                    <a:pt x="2008" y="0"/>
                    <a:pt x="1695" y="24"/>
                    <a:pt x="1408" y="67"/>
                  </a:cubicBezTo>
                  <a:cubicBezTo>
                    <a:pt x="765" y="514"/>
                    <a:pt x="133" y="1044"/>
                    <a:pt x="100" y="1411"/>
                  </a:cubicBezTo>
                  <a:cubicBezTo>
                    <a:pt x="94" y="1470"/>
                    <a:pt x="59" y="1630"/>
                    <a:pt x="1" y="1875"/>
                  </a:cubicBezTo>
                  <a:cubicBezTo>
                    <a:pt x="605" y="1509"/>
                    <a:pt x="1238" y="1228"/>
                    <a:pt x="2356" y="1228"/>
                  </a:cubicBezTo>
                  <a:cubicBezTo>
                    <a:pt x="3018" y="1228"/>
                    <a:pt x="3509" y="1327"/>
                    <a:pt x="3924" y="1482"/>
                  </a:cubicBezTo>
                  <a:lnTo>
                    <a:pt x="3211" y="53"/>
                  </a:lnTo>
                  <a:cubicBezTo>
                    <a:pt x="2950" y="20"/>
                    <a:pt x="2667" y="0"/>
                    <a:pt x="23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732;p70">
              <a:extLst>
                <a:ext uri="{FF2B5EF4-FFF2-40B4-BE49-F238E27FC236}">
                  <a16:creationId xmlns:a16="http://schemas.microsoft.com/office/drawing/2014/main" id="{7A28841B-51A3-614D-8325-71562EE70CBE}"/>
                </a:ext>
              </a:extLst>
            </p:cNvPr>
            <p:cNvSpPr/>
            <p:nvPr/>
          </p:nvSpPr>
          <p:spPr>
            <a:xfrm>
              <a:off x="918906" y="4199541"/>
              <a:ext cx="236695" cy="97227"/>
            </a:xfrm>
            <a:custGeom>
              <a:avLst/>
              <a:gdLst/>
              <a:ahLst/>
              <a:cxnLst/>
              <a:rect l="l" t="t" r="r" b="b"/>
              <a:pathLst>
                <a:path w="7744" h="3181" extrusionOk="0">
                  <a:moveTo>
                    <a:pt x="5726" y="1"/>
                  </a:moveTo>
                  <a:cubicBezTo>
                    <a:pt x="4012" y="1"/>
                    <a:pt x="3115" y="574"/>
                    <a:pt x="2325" y="1081"/>
                  </a:cubicBezTo>
                  <a:cubicBezTo>
                    <a:pt x="1728" y="1462"/>
                    <a:pt x="1195" y="1803"/>
                    <a:pt x="305" y="1921"/>
                  </a:cubicBezTo>
                  <a:cubicBezTo>
                    <a:pt x="199" y="2350"/>
                    <a:pt x="98" y="2772"/>
                    <a:pt x="0" y="3181"/>
                  </a:cubicBezTo>
                  <a:cubicBezTo>
                    <a:pt x="1449" y="3097"/>
                    <a:pt x="2263" y="2578"/>
                    <a:pt x="2987" y="2114"/>
                  </a:cubicBezTo>
                  <a:cubicBezTo>
                    <a:pt x="3729" y="1639"/>
                    <a:pt x="4371" y="1229"/>
                    <a:pt x="5726" y="1229"/>
                  </a:cubicBezTo>
                  <a:cubicBezTo>
                    <a:pt x="6492" y="1229"/>
                    <a:pt x="7030" y="1360"/>
                    <a:pt x="7486" y="1560"/>
                  </a:cubicBezTo>
                  <a:lnTo>
                    <a:pt x="7743" y="339"/>
                  </a:lnTo>
                  <a:cubicBezTo>
                    <a:pt x="7211" y="139"/>
                    <a:pt x="6567" y="1"/>
                    <a:pt x="5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733;p70">
              <a:extLst>
                <a:ext uri="{FF2B5EF4-FFF2-40B4-BE49-F238E27FC236}">
                  <a16:creationId xmlns:a16="http://schemas.microsoft.com/office/drawing/2014/main" id="{0070D2C7-FA1A-9DFC-588F-975C894D790C}"/>
                </a:ext>
              </a:extLst>
            </p:cNvPr>
            <p:cNvSpPr/>
            <p:nvPr/>
          </p:nvSpPr>
          <p:spPr>
            <a:xfrm>
              <a:off x="893415" y="4319660"/>
              <a:ext cx="238315" cy="97686"/>
            </a:xfrm>
            <a:custGeom>
              <a:avLst/>
              <a:gdLst/>
              <a:ahLst/>
              <a:cxnLst/>
              <a:rect l="l" t="t" r="r" b="b"/>
              <a:pathLst>
                <a:path w="7797" h="3196" extrusionOk="0">
                  <a:moveTo>
                    <a:pt x="6560" y="1"/>
                  </a:moveTo>
                  <a:cubicBezTo>
                    <a:pt x="4846" y="1"/>
                    <a:pt x="3949" y="575"/>
                    <a:pt x="3159" y="1080"/>
                  </a:cubicBezTo>
                  <a:cubicBezTo>
                    <a:pt x="2416" y="1556"/>
                    <a:pt x="1776" y="1966"/>
                    <a:pt x="419" y="1966"/>
                  </a:cubicBezTo>
                  <a:cubicBezTo>
                    <a:pt x="354" y="1966"/>
                    <a:pt x="291" y="1965"/>
                    <a:pt x="229" y="1963"/>
                  </a:cubicBezTo>
                  <a:cubicBezTo>
                    <a:pt x="136" y="2414"/>
                    <a:pt x="60" y="2822"/>
                    <a:pt x="0" y="3181"/>
                  </a:cubicBezTo>
                  <a:cubicBezTo>
                    <a:pt x="135" y="3189"/>
                    <a:pt x="273" y="3195"/>
                    <a:pt x="419" y="3195"/>
                  </a:cubicBezTo>
                  <a:cubicBezTo>
                    <a:pt x="2134" y="3195"/>
                    <a:pt x="3031" y="2621"/>
                    <a:pt x="3821" y="2116"/>
                  </a:cubicBezTo>
                  <a:cubicBezTo>
                    <a:pt x="4563" y="1640"/>
                    <a:pt x="5205" y="1230"/>
                    <a:pt x="6560" y="1230"/>
                  </a:cubicBezTo>
                  <a:cubicBezTo>
                    <a:pt x="6938" y="1230"/>
                    <a:pt x="7259" y="1262"/>
                    <a:pt x="7544" y="1319"/>
                  </a:cubicBezTo>
                  <a:lnTo>
                    <a:pt x="7796" y="118"/>
                  </a:lnTo>
                  <a:cubicBezTo>
                    <a:pt x="7435" y="45"/>
                    <a:pt x="7030" y="1"/>
                    <a:pt x="65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734;p70">
              <a:extLst>
                <a:ext uri="{FF2B5EF4-FFF2-40B4-BE49-F238E27FC236}">
                  <a16:creationId xmlns:a16="http://schemas.microsoft.com/office/drawing/2014/main" id="{E5CE341A-F5CF-5A78-901C-413793EC9F7E}"/>
                </a:ext>
              </a:extLst>
            </p:cNvPr>
            <p:cNvSpPr/>
            <p:nvPr/>
          </p:nvSpPr>
          <p:spPr>
            <a:xfrm>
              <a:off x="949807" y="4079391"/>
              <a:ext cx="228779" cy="92856"/>
            </a:xfrm>
            <a:custGeom>
              <a:avLst/>
              <a:gdLst/>
              <a:ahLst/>
              <a:cxnLst/>
              <a:rect l="l" t="t" r="r" b="b"/>
              <a:pathLst>
                <a:path w="7485" h="3038" extrusionOk="0">
                  <a:moveTo>
                    <a:pt x="4715" y="1"/>
                  </a:moveTo>
                  <a:cubicBezTo>
                    <a:pt x="3001" y="1"/>
                    <a:pt x="2104" y="575"/>
                    <a:pt x="1314" y="1080"/>
                  </a:cubicBezTo>
                  <a:cubicBezTo>
                    <a:pt x="1001" y="1281"/>
                    <a:pt x="704" y="1470"/>
                    <a:pt x="365" y="1622"/>
                  </a:cubicBezTo>
                  <a:cubicBezTo>
                    <a:pt x="243" y="2090"/>
                    <a:pt x="122" y="2563"/>
                    <a:pt x="0" y="3037"/>
                  </a:cubicBezTo>
                  <a:cubicBezTo>
                    <a:pt x="855" y="2832"/>
                    <a:pt x="1440" y="2459"/>
                    <a:pt x="1977" y="2115"/>
                  </a:cubicBezTo>
                  <a:cubicBezTo>
                    <a:pt x="2718" y="1640"/>
                    <a:pt x="3360" y="1230"/>
                    <a:pt x="4715" y="1230"/>
                  </a:cubicBezTo>
                  <a:cubicBezTo>
                    <a:pt x="5925" y="1230"/>
                    <a:pt x="6566" y="1556"/>
                    <a:pt x="7218" y="1964"/>
                  </a:cubicBezTo>
                  <a:lnTo>
                    <a:pt x="7485" y="694"/>
                  </a:lnTo>
                  <a:cubicBezTo>
                    <a:pt x="6820" y="321"/>
                    <a:pt x="5997" y="1"/>
                    <a:pt x="47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35;p70">
              <a:extLst>
                <a:ext uri="{FF2B5EF4-FFF2-40B4-BE49-F238E27FC236}">
                  <a16:creationId xmlns:a16="http://schemas.microsoft.com/office/drawing/2014/main" id="{B6367E88-A968-3C53-7527-D9CF6B6442D9}"/>
                </a:ext>
              </a:extLst>
            </p:cNvPr>
            <p:cNvSpPr/>
            <p:nvPr/>
          </p:nvSpPr>
          <p:spPr>
            <a:xfrm>
              <a:off x="984528" y="3959271"/>
              <a:ext cx="215208" cy="79836"/>
            </a:xfrm>
            <a:custGeom>
              <a:avLst/>
              <a:gdLst/>
              <a:ahLst/>
              <a:cxnLst/>
              <a:rect l="l" t="t" r="r" b="b"/>
              <a:pathLst>
                <a:path w="7041" h="2612" extrusionOk="0">
                  <a:moveTo>
                    <a:pt x="3579" y="1"/>
                  </a:moveTo>
                  <a:cubicBezTo>
                    <a:pt x="2059" y="1"/>
                    <a:pt x="1183" y="451"/>
                    <a:pt x="453" y="906"/>
                  </a:cubicBezTo>
                  <a:cubicBezTo>
                    <a:pt x="312" y="1435"/>
                    <a:pt x="161" y="2010"/>
                    <a:pt x="1" y="2611"/>
                  </a:cubicBezTo>
                  <a:cubicBezTo>
                    <a:pt x="309" y="2454"/>
                    <a:pt x="581" y="2280"/>
                    <a:pt x="840" y="2114"/>
                  </a:cubicBezTo>
                  <a:cubicBezTo>
                    <a:pt x="1582" y="1639"/>
                    <a:pt x="2224" y="1228"/>
                    <a:pt x="3579" y="1228"/>
                  </a:cubicBezTo>
                  <a:cubicBezTo>
                    <a:pt x="4936" y="1228"/>
                    <a:pt x="5577" y="1639"/>
                    <a:pt x="6320" y="2114"/>
                  </a:cubicBezTo>
                  <a:cubicBezTo>
                    <a:pt x="6478" y="2215"/>
                    <a:pt x="6640" y="2319"/>
                    <a:pt x="6812" y="2421"/>
                  </a:cubicBezTo>
                  <a:lnTo>
                    <a:pt x="7041" y="1338"/>
                  </a:lnTo>
                  <a:lnTo>
                    <a:pt x="6880" y="1014"/>
                  </a:lnTo>
                  <a:cubicBezTo>
                    <a:pt x="6113" y="525"/>
                    <a:pt x="5222" y="1"/>
                    <a:pt x="35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736;p70">
              <a:extLst>
                <a:ext uri="{FF2B5EF4-FFF2-40B4-BE49-F238E27FC236}">
                  <a16:creationId xmlns:a16="http://schemas.microsoft.com/office/drawing/2014/main" id="{D1134C9C-3A8F-0BB6-1BB6-D49D7FEC8393}"/>
                </a:ext>
              </a:extLst>
            </p:cNvPr>
            <p:cNvSpPr/>
            <p:nvPr/>
          </p:nvSpPr>
          <p:spPr>
            <a:xfrm>
              <a:off x="929481" y="4463865"/>
              <a:ext cx="74915" cy="45847"/>
            </a:xfrm>
            <a:custGeom>
              <a:avLst/>
              <a:gdLst/>
              <a:ahLst/>
              <a:cxnLst/>
              <a:rect l="l" t="t" r="r" b="b"/>
              <a:pathLst>
                <a:path w="2451" h="1500" extrusionOk="0">
                  <a:moveTo>
                    <a:pt x="2450" y="0"/>
                  </a:moveTo>
                  <a:lnTo>
                    <a:pt x="2450" y="0"/>
                  </a:lnTo>
                  <a:cubicBezTo>
                    <a:pt x="2285" y="97"/>
                    <a:pt x="2130" y="196"/>
                    <a:pt x="1979" y="294"/>
                  </a:cubicBezTo>
                  <a:cubicBezTo>
                    <a:pt x="1391" y="669"/>
                    <a:pt x="866" y="1004"/>
                    <a:pt x="1" y="1128"/>
                  </a:cubicBezTo>
                  <a:cubicBezTo>
                    <a:pt x="728" y="1431"/>
                    <a:pt x="1471" y="1500"/>
                    <a:pt x="1471" y="1500"/>
                  </a:cubicBezTo>
                  <a:cubicBezTo>
                    <a:pt x="1471" y="1500"/>
                    <a:pt x="1886" y="816"/>
                    <a:pt x="2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737;p70">
              <a:extLst>
                <a:ext uri="{FF2B5EF4-FFF2-40B4-BE49-F238E27FC236}">
                  <a16:creationId xmlns:a16="http://schemas.microsoft.com/office/drawing/2014/main" id="{7058B0F2-D65A-B893-5E66-68409CD41A21}"/>
                </a:ext>
              </a:extLst>
            </p:cNvPr>
            <p:cNvSpPr/>
            <p:nvPr/>
          </p:nvSpPr>
          <p:spPr>
            <a:xfrm>
              <a:off x="929481" y="4463865"/>
              <a:ext cx="74915" cy="45847"/>
            </a:xfrm>
            <a:custGeom>
              <a:avLst/>
              <a:gdLst/>
              <a:ahLst/>
              <a:cxnLst/>
              <a:rect l="l" t="t" r="r" b="b"/>
              <a:pathLst>
                <a:path w="2451" h="1500" extrusionOk="0">
                  <a:moveTo>
                    <a:pt x="2450" y="0"/>
                  </a:moveTo>
                  <a:lnTo>
                    <a:pt x="2450" y="0"/>
                  </a:lnTo>
                  <a:cubicBezTo>
                    <a:pt x="2285" y="97"/>
                    <a:pt x="2130" y="196"/>
                    <a:pt x="1979" y="294"/>
                  </a:cubicBezTo>
                  <a:cubicBezTo>
                    <a:pt x="1391" y="669"/>
                    <a:pt x="866" y="1004"/>
                    <a:pt x="1" y="1128"/>
                  </a:cubicBezTo>
                  <a:cubicBezTo>
                    <a:pt x="728" y="1431"/>
                    <a:pt x="1471" y="1500"/>
                    <a:pt x="1471" y="1500"/>
                  </a:cubicBezTo>
                  <a:cubicBezTo>
                    <a:pt x="1471" y="1500"/>
                    <a:pt x="1886" y="816"/>
                    <a:pt x="2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738;p70">
              <a:extLst>
                <a:ext uri="{FF2B5EF4-FFF2-40B4-BE49-F238E27FC236}">
                  <a16:creationId xmlns:a16="http://schemas.microsoft.com/office/drawing/2014/main" id="{93FC1C32-D440-22E3-5130-67919806B10F}"/>
                </a:ext>
              </a:extLst>
            </p:cNvPr>
            <p:cNvSpPr/>
            <p:nvPr/>
          </p:nvSpPr>
          <p:spPr>
            <a:xfrm>
              <a:off x="876207" y="3810756"/>
              <a:ext cx="327993" cy="703056"/>
            </a:xfrm>
            <a:custGeom>
              <a:avLst/>
              <a:gdLst/>
              <a:ahLst/>
              <a:cxnLst/>
              <a:rect l="l" t="t" r="r" b="b"/>
              <a:pathLst>
                <a:path w="10731" h="23002" extrusionOk="0">
                  <a:moveTo>
                    <a:pt x="7553" y="1"/>
                  </a:moveTo>
                  <a:cubicBezTo>
                    <a:pt x="7532" y="1"/>
                    <a:pt x="7510" y="6"/>
                    <a:pt x="7489" y="17"/>
                  </a:cubicBezTo>
                  <a:cubicBezTo>
                    <a:pt x="7215" y="169"/>
                    <a:pt x="4807" y="1522"/>
                    <a:pt x="4734" y="2327"/>
                  </a:cubicBezTo>
                  <a:cubicBezTo>
                    <a:pt x="4716" y="2532"/>
                    <a:pt x="4291" y="4135"/>
                    <a:pt x="3753" y="6164"/>
                  </a:cubicBezTo>
                  <a:cubicBezTo>
                    <a:pt x="1840" y="13379"/>
                    <a:pt x="1" y="20498"/>
                    <a:pt x="333" y="21398"/>
                  </a:cubicBezTo>
                  <a:cubicBezTo>
                    <a:pt x="839" y="22770"/>
                    <a:pt x="3105" y="22992"/>
                    <a:pt x="3202" y="23000"/>
                  </a:cubicBezTo>
                  <a:cubicBezTo>
                    <a:pt x="3205" y="23000"/>
                    <a:pt x="3210" y="23001"/>
                    <a:pt x="3214" y="23001"/>
                  </a:cubicBezTo>
                  <a:cubicBezTo>
                    <a:pt x="3261" y="23001"/>
                    <a:pt x="3304" y="22977"/>
                    <a:pt x="3328" y="22936"/>
                  </a:cubicBezTo>
                  <a:cubicBezTo>
                    <a:pt x="3350" y="22903"/>
                    <a:pt x="5457" y="19448"/>
                    <a:pt x="6583" y="18852"/>
                  </a:cubicBezTo>
                  <a:cubicBezTo>
                    <a:pt x="7724" y="18248"/>
                    <a:pt x="8143" y="18105"/>
                    <a:pt x="8147" y="18102"/>
                  </a:cubicBezTo>
                  <a:cubicBezTo>
                    <a:pt x="8192" y="18088"/>
                    <a:pt x="8226" y="18051"/>
                    <a:pt x="8235" y="18004"/>
                  </a:cubicBezTo>
                  <a:lnTo>
                    <a:pt x="10715" y="6225"/>
                  </a:lnTo>
                  <a:cubicBezTo>
                    <a:pt x="10731" y="6152"/>
                    <a:pt x="10685" y="6081"/>
                    <a:pt x="10613" y="6066"/>
                  </a:cubicBezTo>
                  <a:cubicBezTo>
                    <a:pt x="10603" y="6064"/>
                    <a:pt x="10594" y="6063"/>
                    <a:pt x="10584" y="6063"/>
                  </a:cubicBezTo>
                  <a:cubicBezTo>
                    <a:pt x="10522" y="6063"/>
                    <a:pt x="10467" y="6106"/>
                    <a:pt x="10454" y="6169"/>
                  </a:cubicBezTo>
                  <a:lnTo>
                    <a:pt x="7989" y="17877"/>
                  </a:lnTo>
                  <a:cubicBezTo>
                    <a:pt x="7825" y="17941"/>
                    <a:pt x="7369" y="18134"/>
                    <a:pt x="6457" y="18616"/>
                  </a:cubicBezTo>
                  <a:cubicBezTo>
                    <a:pt x="5349" y="19203"/>
                    <a:pt x="3468" y="22201"/>
                    <a:pt x="3145" y="22725"/>
                  </a:cubicBezTo>
                  <a:cubicBezTo>
                    <a:pt x="2743" y="22673"/>
                    <a:pt x="982" y="22385"/>
                    <a:pt x="584" y="21305"/>
                  </a:cubicBezTo>
                  <a:cubicBezTo>
                    <a:pt x="254" y="20410"/>
                    <a:pt x="2698" y="11187"/>
                    <a:pt x="4012" y="6233"/>
                  </a:cubicBezTo>
                  <a:cubicBezTo>
                    <a:pt x="4647" y="3832"/>
                    <a:pt x="4981" y="2568"/>
                    <a:pt x="5000" y="2351"/>
                  </a:cubicBezTo>
                  <a:cubicBezTo>
                    <a:pt x="5046" y="1850"/>
                    <a:pt x="6630" y="798"/>
                    <a:pt x="7618" y="252"/>
                  </a:cubicBezTo>
                  <a:cubicBezTo>
                    <a:pt x="7683" y="216"/>
                    <a:pt x="7707" y="135"/>
                    <a:pt x="7671" y="70"/>
                  </a:cubicBezTo>
                  <a:cubicBezTo>
                    <a:pt x="7646" y="26"/>
                    <a:pt x="7600" y="1"/>
                    <a:pt x="75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739;p70">
              <a:extLst>
                <a:ext uri="{FF2B5EF4-FFF2-40B4-BE49-F238E27FC236}">
                  <a16:creationId xmlns:a16="http://schemas.microsoft.com/office/drawing/2014/main" id="{8C2D32AD-82C6-BCE7-1AAB-F720EB92F983}"/>
                </a:ext>
              </a:extLst>
            </p:cNvPr>
            <p:cNvSpPr/>
            <p:nvPr/>
          </p:nvSpPr>
          <p:spPr>
            <a:xfrm>
              <a:off x="1616241" y="4501552"/>
              <a:ext cx="92367" cy="38970"/>
            </a:xfrm>
            <a:custGeom>
              <a:avLst/>
              <a:gdLst/>
              <a:ahLst/>
              <a:cxnLst/>
              <a:rect l="l" t="t" r="r" b="b"/>
              <a:pathLst>
                <a:path w="3022" h="1275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48" y="1232"/>
                    <a:pt x="698" y="1268"/>
                  </a:cubicBezTo>
                  <a:cubicBezTo>
                    <a:pt x="773" y="1272"/>
                    <a:pt x="854" y="1275"/>
                    <a:pt x="938" y="1275"/>
                  </a:cubicBezTo>
                  <a:cubicBezTo>
                    <a:pt x="1580" y="1275"/>
                    <a:pt x="2438" y="1140"/>
                    <a:pt x="2801" y="663"/>
                  </a:cubicBezTo>
                  <a:cubicBezTo>
                    <a:pt x="3021" y="373"/>
                    <a:pt x="2868" y="310"/>
                    <a:pt x="2555" y="310"/>
                  </a:cubicBezTo>
                  <a:cubicBezTo>
                    <a:pt x="2321" y="310"/>
                    <a:pt x="1996" y="345"/>
                    <a:pt x="1671" y="345"/>
                  </a:cubicBezTo>
                  <a:cubicBezTo>
                    <a:pt x="1622" y="345"/>
                    <a:pt x="1573" y="344"/>
                    <a:pt x="1525" y="343"/>
                  </a:cubicBezTo>
                  <a:cubicBezTo>
                    <a:pt x="722" y="31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740;p70">
              <a:extLst>
                <a:ext uri="{FF2B5EF4-FFF2-40B4-BE49-F238E27FC236}">
                  <a16:creationId xmlns:a16="http://schemas.microsoft.com/office/drawing/2014/main" id="{D36D6419-475B-974D-6499-FE2FF35C445E}"/>
                </a:ext>
              </a:extLst>
            </p:cNvPr>
            <p:cNvSpPr/>
            <p:nvPr/>
          </p:nvSpPr>
          <p:spPr>
            <a:xfrm>
              <a:off x="1612084" y="4497487"/>
              <a:ext cx="98542" cy="47101"/>
            </a:xfrm>
            <a:custGeom>
              <a:avLst/>
              <a:gdLst/>
              <a:ahLst/>
              <a:cxnLst/>
              <a:rect l="l" t="t" r="r" b="b"/>
              <a:pathLst>
                <a:path w="3224" h="1541" extrusionOk="0">
                  <a:moveTo>
                    <a:pt x="291" y="336"/>
                  </a:moveTo>
                  <a:lnTo>
                    <a:pt x="291" y="336"/>
                  </a:lnTo>
                  <a:cubicBezTo>
                    <a:pt x="568" y="433"/>
                    <a:pt x="1089" y="588"/>
                    <a:pt x="1655" y="609"/>
                  </a:cubicBezTo>
                  <a:cubicBezTo>
                    <a:pt x="1706" y="611"/>
                    <a:pt x="1757" y="612"/>
                    <a:pt x="1807" y="612"/>
                  </a:cubicBezTo>
                  <a:cubicBezTo>
                    <a:pt x="1988" y="612"/>
                    <a:pt x="2166" y="602"/>
                    <a:pt x="2328" y="592"/>
                  </a:cubicBezTo>
                  <a:cubicBezTo>
                    <a:pt x="2444" y="586"/>
                    <a:pt x="2584" y="577"/>
                    <a:pt x="2699" y="577"/>
                  </a:cubicBezTo>
                  <a:cubicBezTo>
                    <a:pt x="2789" y="577"/>
                    <a:pt x="2864" y="582"/>
                    <a:pt x="2903" y="597"/>
                  </a:cubicBezTo>
                  <a:cubicBezTo>
                    <a:pt x="2896" y="616"/>
                    <a:pt x="2878" y="654"/>
                    <a:pt x="2831" y="715"/>
                  </a:cubicBezTo>
                  <a:cubicBezTo>
                    <a:pt x="2530" y="1110"/>
                    <a:pt x="1764" y="1275"/>
                    <a:pt x="1070" y="1275"/>
                  </a:cubicBezTo>
                  <a:cubicBezTo>
                    <a:pt x="992" y="1275"/>
                    <a:pt x="916" y="1273"/>
                    <a:pt x="841" y="1269"/>
                  </a:cubicBezTo>
                  <a:cubicBezTo>
                    <a:pt x="468" y="1247"/>
                    <a:pt x="335" y="659"/>
                    <a:pt x="291" y="336"/>
                  </a:cubicBezTo>
                  <a:close/>
                  <a:moveTo>
                    <a:pt x="137" y="0"/>
                  </a:moveTo>
                  <a:cubicBezTo>
                    <a:pt x="110" y="0"/>
                    <a:pt x="83" y="8"/>
                    <a:pt x="61" y="24"/>
                  </a:cubicBezTo>
                  <a:cubicBezTo>
                    <a:pt x="23" y="50"/>
                    <a:pt x="1" y="93"/>
                    <a:pt x="3" y="139"/>
                  </a:cubicBezTo>
                  <a:cubicBezTo>
                    <a:pt x="4" y="194"/>
                    <a:pt x="65" y="1492"/>
                    <a:pt x="825" y="1535"/>
                  </a:cubicBezTo>
                  <a:cubicBezTo>
                    <a:pt x="874" y="1538"/>
                    <a:pt x="958" y="1541"/>
                    <a:pt x="1065" y="1541"/>
                  </a:cubicBezTo>
                  <a:cubicBezTo>
                    <a:pt x="1568" y="1541"/>
                    <a:pt x="2596" y="1465"/>
                    <a:pt x="3044" y="876"/>
                  </a:cubicBezTo>
                  <a:cubicBezTo>
                    <a:pt x="3124" y="769"/>
                    <a:pt x="3223" y="612"/>
                    <a:pt x="3147" y="470"/>
                  </a:cubicBezTo>
                  <a:cubicBezTo>
                    <a:pt x="3080" y="343"/>
                    <a:pt x="2923" y="310"/>
                    <a:pt x="2689" y="310"/>
                  </a:cubicBezTo>
                  <a:cubicBezTo>
                    <a:pt x="2580" y="310"/>
                    <a:pt x="2453" y="317"/>
                    <a:pt x="2312" y="325"/>
                  </a:cubicBezTo>
                  <a:cubicBezTo>
                    <a:pt x="2155" y="335"/>
                    <a:pt x="1981" y="345"/>
                    <a:pt x="1810" y="345"/>
                  </a:cubicBezTo>
                  <a:cubicBezTo>
                    <a:pt x="1761" y="345"/>
                    <a:pt x="1713" y="344"/>
                    <a:pt x="1666" y="342"/>
                  </a:cubicBezTo>
                  <a:cubicBezTo>
                    <a:pt x="899" y="313"/>
                    <a:pt x="196" y="15"/>
                    <a:pt x="190" y="11"/>
                  </a:cubicBezTo>
                  <a:cubicBezTo>
                    <a:pt x="173" y="4"/>
                    <a:pt x="155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741;p70">
              <a:extLst>
                <a:ext uri="{FF2B5EF4-FFF2-40B4-BE49-F238E27FC236}">
                  <a16:creationId xmlns:a16="http://schemas.microsoft.com/office/drawing/2014/main" id="{C133318D-8783-7DFA-2460-2BD1D0E60DA9}"/>
                </a:ext>
              </a:extLst>
            </p:cNvPr>
            <p:cNvSpPr/>
            <p:nvPr/>
          </p:nvSpPr>
          <p:spPr>
            <a:xfrm>
              <a:off x="883878" y="4349247"/>
              <a:ext cx="758012" cy="240669"/>
            </a:xfrm>
            <a:custGeom>
              <a:avLst/>
              <a:gdLst/>
              <a:ahLst/>
              <a:cxnLst/>
              <a:rect l="l" t="t" r="r" b="b"/>
              <a:pathLst>
                <a:path w="24800" h="7874" extrusionOk="0">
                  <a:moveTo>
                    <a:pt x="6421" y="1"/>
                  </a:moveTo>
                  <a:cubicBezTo>
                    <a:pt x="5275" y="1"/>
                    <a:pt x="3622" y="493"/>
                    <a:pt x="2136" y="2218"/>
                  </a:cubicBezTo>
                  <a:cubicBezTo>
                    <a:pt x="0" y="4698"/>
                    <a:pt x="1103" y="5938"/>
                    <a:pt x="2825" y="6351"/>
                  </a:cubicBezTo>
                  <a:cubicBezTo>
                    <a:pt x="4547" y="6764"/>
                    <a:pt x="11022" y="7109"/>
                    <a:pt x="12606" y="7385"/>
                  </a:cubicBezTo>
                  <a:cubicBezTo>
                    <a:pt x="13710" y="7577"/>
                    <a:pt x="15733" y="7873"/>
                    <a:pt x="17233" y="7873"/>
                  </a:cubicBezTo>
                  <a:cubicBezTo>
                    <a:pt x="17889" y="7873"/>
                    <a:pt x="18444" y="7817"/>
                    <a:pt x="18779" y="7670"/>
                  </a:cubicBezTo>
                  <a:cubicBezTo>
                    <a:pt x="19881" y="7188"/>
                    <a:pt x="20529" y="6558"/>
                    <a:pt x="20529" y="6558"/>
                  </a:cubicBezTo>
                  <a:cubicBezTo>
                    <a:pt x="20529" y="6558"/>
                    <a:pt x="20873" y="7661"/>
                    <a:pt x="21356" y="7661"/>
                  </a:cubicBezTo>
                  <a:cubicBezTo>
                    <a:pt x="21837" y="7661"/>
                    <a:pt x="21769" y="7247"/>
                    <a:pt x="21769" y="7247"/>
                  </a:cubicBezTo>
                  <a:lnTo>
                    <a:pt x="21769" y="7247"/>
                  </a:lnTo>
                  <a:cubicBezTo>
                    <a:pt x="21769" y="7247"/>
                    <a:pt x="22044" y="7522"/>
                    <a:pt x="22251" y="7522"/>
                  </a:cubicBezTo>
                  <a:cubicBezTo>
                    <a:pt x="22457" y="7522"/>
                    <a:pt x="22733" y="7316"/>
                    <a:pt x="22733" y="7316"/>
                  </a:cubicBezTo>
                  <a:cubicBezTo>
                    <a:pt x="22733" y="7316"/>
                    <a:pt x="22953" y="7492"/>
                    <a:pt x="23253" y="7492"/>
                  </a:cubicBezTo>
                  <a:cubicBezTo>
                    <a:pt x="23328" y="7492"/>
                    <a:pt x="23408" y="7481"/>
                    <a:pt x="23491" y="7454"/>
                  </a:cubicBezTo>
                  <a:cubicBezTo>
                    <a:pt x="23904" y="7316"/>
                    <a:pt x="23904" y="7109"/>
                    <a:pt x="23904" y="7109"/>
                  </a:cubicBezTo>
                  <a:cubicBezTo>
                    <a:pt x="23904" y="7109"/>
                    <a:pt x="24119" y="7293"/>
                    <a:pt x="24323" y="7293"/>
                  </a:cubicBezTo>
                  <a:cubicBezTo>
                    <a:pt x="24425" y="7293"/>
                    <a:pt x="24524" y="7247"/>
                    <a:pt x="24593" y="7109"/>
                  </a:cubicBezTo>
                  <a:cubicBezTo>
                    <a:pt x="24800" y="6697"/>
                    <a:pt x="24455" y="5318"/>
                    <a:pt x="24318" y="4354"/>
                  </a:cubicBezTo>
                  <a:cubicBezTo>
                    <a:pt x="24180" y="3389"/>
                    <a:pt x="23491" y="3389"/>
                    <a:pt x="23491" y="3389"/>
                  </a:cubicBezTo>
                  <a:lnTo>
                    <a:pt x="23279" y="3238"/>
                  </a:lnTo>
                  <a:cubicBezTo>
                    <a:pt x="23124" y="3128"/>
                    <a:pt x="22939" y="3070"/>
                    <a:pt x="22753" y="3070"/>
                  </a:cubicBezTo>
                  <a:cubicBezTo>
                    <a:pt x="22680" y="3070"/>
                    <a:pt x="22608" y="3079"/>
                    <a:pt x="22537" y="3096"/>
                  </a:cubicBezTo>
                  <a:lnTo>
                    <a:pt x="22182" y="3183"/>
                  </a:lnTo>
                  <a:cubicBezTo>
                    <a:pt x="22182" y="3183"/>
                    <a:pt x="21876" y="3122"/>
                    <a:pt x="21570" y="3122"/>
                  </a:cubicBezTo>
                  <a:cubicBezTo>
                    <a:pt x="21417" y="3122"/>
                    <a:pt x="21264" y="3137"/>
                    <a:pt x="21149" y="3183"/>
                  </a:cubicBezTo>
                  <a:cubicBezTo>
                    <a:pt x="20805" y="3320"/>
                    <a:pt x="17911" y="5043"/>
                    <a:pt x="17498" y="5250"/>
                  </a:cubicBezTo>
                  <a:cubicBezTo>
                    <a:pt x="17390" y="5304"/>
                    <a:pt x="17235" y="5329"/>
                    <a:pt x="17043" y="5329"/>
                  </a:cubicBezTo>
                  <a:cubicBezTo>
                    <a:pt x="16499" y="5329"/>
                    <a:pt x="15659" y="5124"/>
                    <a:pt x="14743" y="4767"/>
                  </a:cubicBezTo>
                  <a:cubicBezTo>
                    <a:pt x="13503" y="4284"/>
                    <a:pt x="9783" y="2632"/>
                    <a:pt x="9163" y="1598"/>
                  </a:cubicBezTo>
                  <a:cubicBezTo>
                    <a:pt x="9163" y="1598"/>
                    <a:pt x="9122" y="1546"/>
                    <a:pt x="9047" y="1461"/>
                  </a:cubicBezTo>
                  <a:cubicBezTo>
                    <a:pt x="8805" y="1178"/>
                    <a:pt x="8212" y="537"/>
                    <a:pt x="7579" y="221"/>
                  </a:cubicBezTo>
                  <a:cubicBezTo>
                    <a:pt x="7327" y="95"/>
                    <a:pt x="6923" y="1"/>
                    <a:pt x="64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742;p70">
              <a:extLst>
                <a:ext uri="{FF2B5EF4-FFF2-40B4-BE49-F238E27FC236}">
                  <a16:creationId xmlns:a16="http://schemas.microsoft.com/office/drawing/2014/main" id="{D570C1D9-8B1E-907A-4F5F-498141BD99EB}"/>
                </a:ext>
              </a:extLst>
            </p:cNvPr>
            <p:cNvSpPr/>
            <p:nvPr/>
          </p:nvSpPr>
          <p:spPr>
            <a:xfrm>
              <a:off x="903623" y="4345029"/>
              <a:ext cx="740926" cy="249013"/>
            </a:xfrm>
            <a:custGeom>
              <a:avLst/>
              <a:gdLst/>
              <a:ahLst/>
              <a:cxnLst/>
              <a:rect l="l" t="t" r="r" b="b"/>
              <a:pathLst>
                <a:path w="24241" h="8147" extrusionOk="0">
                  <a:moveTo>
                    <a:pt x="5784" y="273"/>
                  </a:moveTo>
                  <a:cubicBezTo>
                    <a:pt x="6257" y="273"/>
                    <a:pt x="6638" y="361"/>
                    <a:pt x="6872" y="478"/>
                  </a:cubicBezTo>
                  <a:cubicBezTo>
                    <a:pt x="7490" y="786"/>
                    <a:pt x="8077" y="1424"/>
                    <a:pt x="8300" y="1685"/>
                  </a:cubicBezTo>
                  <a:cubicBezTo>
                    <a:pt x="8358" y="1751"/>
                    <a:pt x="8394" y="1797"/>
                    <a:pt x="8407" y="1813"/>
                  </a:cubicBezTo>
                  <a:cubicBezTo>
                    <a:pt x="9090" y="2927"/>
                    <a:pt x="13028" y="4633"/>
                    <a:pt x="14048" y="5029"/>
                  </a:cubicBezTo>
                  <a:cubicBezTo>
                    <a:pt x="14830" y="5334"/>
                    <a:pt x="15760" y="5600"/>
                    <a:pt x="16397" y="5600"/>
                  </a:cubicBezTo>
                  <a:cubicBezTo>
                    <a:pt x="16605" y="5600"/>
                    <a:pt x="16782" y="5572"/>
                    <a:pt x="16912" y="5507"/>
                  </a:cubicBezTo>
                  <a:cubicBezTo>
                    <a:pt x="17089" y="5418"/>
                    <a:pt x="17690" y="5070"/>
                    <a:pt x="18383" y="4667"/>
                  </a:cubicBezTo>
                  <a:cubicBezTo>
                    <a:pt x="19266" y="4156"/>
                    <a:pt x="20362" y="3521"/>
                    <a:pt x="20552" y="3444"/>
                  </a:cubicBezTo>
                  <a:cubicBezTo>
                    <a:pt x="20648" y="3406"/>
                    <a:pt x="20783" y="3393"/>
                    <a:pt x="20923" y="3393"/>
                  </a:cubicBezTo>
                  <a:cubicBezTo>
                    <a:pt x="21153" y="3393"/>
                    <a:pt x="21398" y="3429"/>
                    <a:pt x="21510" y="3451"/>
                  </a:cubicBezTo>
                  <a:cubicBezTo>
                    <a:pt x="21519" y="3453"/>
                    <a:pt x="21528" y="3454"/>
                    <a:pt x="21537" y="3454"/>
                  </a:cubicBezTo>
                  <a:cubicBezTo>
                    <a:pt x="21547" y="3454"/>
                    <a:pt x="21558" y="3452"/>
                    <a:pt x="21568" y="3450"/>
                  </a:cubicBezTo>
                  <a:lnTo>
                    <a:pt x="21922" y="3363"/>
                  </a:lnTo>
                  <a:cubicBezTo>
                    <a:pt x="21983" y="3349"/>
                    <a:pt x="22044" y="3341"/>
                    <a:pt x="22105" y="3341"/>
                  </a:cubicBezTo>
                  <a:cubicBezTo>
                    <a:pt x="22265" y="3341"/>
                    <a:pt x="22423" y="3391"/>
                    <a:pt x="22556" y="3485"/>
                  </a:cubicBezTo>
                  <a:lnTo>
                    <a:pt x="22768" y="3635"/>
                  </a:lnTo>
                  <a:cubicBezTo>
                    <a:pt x="22790" y="3651"/>
                    <a:pt x="22818" y="3661"/>
                    <a:pt x="22844" y="3661"/>
                  </a:cubicBezTo>
                  <a:cubicBezTo>
                    <a:pt x="22868" y="3661"/>
                    <a:pt x="23421" y="3680"/>
                    <a:pt x="23540" y="4510"/>
                  </a:cubicBezTo>
                  <a:cubicBezTo>
                    <a:pt x="23576" y="4762"/>
                    <a:pt x="23625" y="5042"/>
                    <a:pt x="23676" y="5325"/>
                  </a:cubicBezTo>
                  <a:cubicBezTo>
                    <a:pt x="23803" y="6037"/>
                    <a:pt x="23961" y="6920"/>
                    <a:pt x="23827" y="7187"/>
                  </a:cubicBezTo>
                  <a:cubicBezTo>
                    <a:pt x="23787" y="7269"/>
                    <a:pt x="23742" y="7287"/>
                    <a:pt x="23712" y="7293"/>
                  </a:cubicBezTo>
                  <a:cubicBezTo>
                    <a:pt x="23700" y="7296"/>
                    <a:pt x="23688" y="7297"/>
                    <a:pt x="23675" y="7297"/>
                  </a:cubicBezTo>
                  <a:cubicBezTo>
                    <a:pt x="23552" y="7297"/>
                    <a:pt x="23395" y="7188"/>
                    <a:pt x="23345" y="7145"/>
                  </a:cubicBezTo>
                  <a:cubicBezTo>
                    <a:pt x="23319" y="7123"/>
                    <a:pt x="23286" y="7110"/>
                    <a:pt x="23253" y="7110"/>
                  </a:cubicBezTo>
                  <a:cubicBezTo>
                    <a:pt x="23236" y="7110"/>
                    <a:pt x="23219" y="7114"/>
                    <a:pt x="23203" y="7121"/>
                  </a:cubicBezTo>
                  <a:cubicBezTo>
                    <a:pt x="23156" y="7143"/>
                    <a:pt x="23126" y="7186"/>
                    <a:pt x="23126" y="7238"/>
                  </a:cubicBezTo>
                  <a:cubicBezTo>
                    <a:pt x="23126" y="7239"/>
                    <a:pt x="23103" y="7364"/>
                    <a:pt x="22803" y="7464"/>
                  </a:cubicBezTo>
                  <a:cubicBezTo>
                    <a:pt x="22734" y="7487"/>
                    <a:pt x="22668" y="7496"/>
                    <a:pt x="22605" y="7496"/>
                  </a:cubicBezTo>
                  <a:cubicBezTo>
                    <a:pt x="22361" y="7496"/>
                    <a:pt x="22180" y="7356"/>
                    <a:pt x="22171" y="7349"/>
                  </a:cubicBezTo>
                  <a:cubicBezTo>
                    <a:pt x="22147" y="7329"/>
                    <a:pt x="22117" y="7320"/>
                    <a:pt x="22087" y="7320"/>
                  </a:cubicBezTo>
                  <a:cubicBezTo>
                    <a:pt x="22059" y="7320"/>
                    <a:pt x="22031" y="7329"/>
                    <a:pt x="22007" y="7346"/>
                  </a:cubicBezTo>
                  <a:cubicBezTo>
                    <a:pt x="21945" y="7393"/>
                    <a:pt x="21738" y="7527"/>
                    <a:pt x="21605" y="7527"/>
                  </a:cubicBezTo>
                  <a:cubicBezTo>
                    <a:pt x="21502" y="7527"/>
                    <a:pt x="21317" y="7388"/>
                    <a:pt x="21218" y="7291"/>
                  </a:cubicBezTo>
                  <a:cubicBezTo>
                    <a:pt x="21191" y="7265"/>
                    <a:pt x="21157" y="7252"/>
                    <a:pt x="21122" y="7252"/>
                  </a:cubicBezTo>
                  <a:cubicBezTo>
                    <a:pt x="21101" y="7252"/>
                    <a:pt x="21080" y="7256"/>
                    <a:pt x="21061" y="7266"/>
                  </a:cubicBezTo>
                  <a:cubicBezTo>
                    <a:pt x="21011" y="7293"/>
                    <a:pt x="20982" y="7350"/>
                    <a:pt x="20992" y="7406"/>
                  </a:cubicBezTo>
                  <a:cubicBezTo>
                    <a:pt x="20992" y="7408"/>
                    <a:pt x="21005" y="7517"/>
                    <a:pt x="20946" y="7587"/>
                  </a:cubicBezTo>
                  <a:cubicBezTo>
                    <a:pt x="20903" y="7639"/>
                    <a:pt x="20823" y="7664"/>
                    <a:pt x="20710" y="7664"/>
                  </a:cubicBezTo>
                  <a:cubicBezTo>
                    <a:pt x="20420" y="7664"/>
                    <a:pt x="20114" y="6985"/>
                    <a:pt x="20011" y="6656"/>
                  </a:cubicBezTo>
                  <a:cubicBezTo>
                    <a:pt x="19996" y="6612"/>
                    <a:pt x="19961" y="6578"/>
                    <a:pt x="19915" y="6566"/>
                  </a:cubicBezTo>
                  <a:cubicBezTo>
                    <a:pt x="19904" y="6563"/>
                    <a:pt x="19893" y="6562"/>
                    <a:pt x="19882" y="6562"/>
                  </a:cubicBezTo>
                  <a:cubicBezTo>
                    <a:pt x="19848" y="6562"/>
                    <a:pt x="19815" y="6575"/>
                    <a:pt x="19790" y="6600"/>
                  </a:cubicBezTo>
                  <a:cubicBezTo>
                    <a:pt x="19783" y="6606"/>
                    <a:pt x="19144" y="7220"/>
                    <a:pt x="18080" y="7686"/>
                  </a:cubicBezTo>
                  <a:cubicBezTo>
                    <a:pt x="17757" y="7827"/>
                    <a:pt x="17221" y="7880"/>
                    <a:pt x="16595" y="7880"/>
                  </a:cubicBezTo>
                  <a:cubicBezTo>
                    <a:pt x="14910" y="7880"/>
                    <a:pt x="12573" y="7493"/>
                    <a:pt x="11984" y="7391"/>
                  </a:cubicBezTo>
                  <a:cubicBezTo>
                    <a:pt x="11309" y="7274"/>
                    <a:pt x="9741" y="7143"/>
                    <a:pt x="8081" y="7004"/>
                  </a:cubicBezTo>
                  <a:cubicBezTo>
                    <a:pt x="5792" y="6813"/>
                    <a:pt x="3196" y="6596"/>
                    <a:pt x="2211" y="6359"/>
                  </a:cubicBezTo>
                  <a:cubicBezTo>
                    <a:pt x="1564" y="6204"/>
                    <a:pt x="745" y="5867"/>
                    <a:pt x="511" y="5143"/>
                  </a:cubicBezTo>
                  <a:cubicBezTo>
                    <a:pt x="286" y="4447"/>
                    <a:pt x="649" y="3538"/>
                    <a:pt x="1592" y="2444"/>
                  </a:cubicBezTo>
                  <a:cubicBezTo>
                    <a:pt x="3047" y="754"/>
                    <a:pt x="4672" y="273"/>
                    <a:pt x="5784" y="273"/>
                  </a:cubicBezTo>
                  <a:close/>
                  <a:moveTo>
                    <a:pt x="5761" y="1"/>
                  </a:moveTo>
                  <a:cubicBezTo>
                    <a:pt x="4580" y="1"/>
                    <a:pt x="2906" y="507"/>
                    <a:pt x="1389" y="2269"/>
                  </a:cubicBezTo>
                  <a:cubicBezTo>
                    <a:pt x="382" y="3439"/>
                    <a:pt x="1" y="4433"/>
                    <a:pt x="257" y="5226"/>
                  </a:cubicBezTo>
                  <a:cubicBezTo>
                    <a:pt x="471" y="5892"/>
                    <a:pt x="1126" y="6374"/>
                    <a:pt x="2148" y="6619"/>
                  </a:cubicBezTo>
                  <a:cubicBezTo>
                    <a:pt x="3153" y="6861"/>
                    <a:pt x="5759" y="7079"/>
                    <a:pt x="8058" y="7270"/>
                  </a:cubicBezTo>
                  <a:cubicBezTo>
                    <a:pt x="9713" y="7409"/>
                    <a:pt x="11276" y="7539"/>
                    <a:pt x="11939" y="7654"/>
                  </a:cubicBezTo>
                  <a:cubicBezTo>
                    <a:pt x="12757" y="7796"/>
                    <a:pt x="14936" y="8147"/>
                    <a:pt x="16574" y="8147"/>
                  </a:cubicBezTo>
                  <a:cubicBezTo>
                    <a:pt x="17247" y="8147"/>
                    <a:pt x="17828" y="8088"/>
                    <a:pt x="18187" y="7931"/>
                  </a:cubicBezTo>
                  <a:cubicBezTo>
                    <a:pt x="19001" y="7575"/>
                    <a:pt x="19566" y="7144"/>
                    <a:pt x="19823" y="6928"/>
                  </a:cubicBezTo>
                  <a:cubicBezTo>
                    <a:pt x="19955" y="7273"/>
                    <a:pt x="20267" y="7932"/>
                    <a:pt x="20710" y="7932"/>
                  </a:cubicBezTo>
                  <a:cubicBezTo>
                    <a:pt x="20905" y="7932"/>
                    <a:pt x="21053" y="7875"/>
                    <a:pt x="21149" y="7760"/>
                  </a:cubicBezTo>
                  <a:cubicBezTo>
                    <a:pt x="21182" y="7722"/>
                    <a:pt x="21205" y="7682"/>
                    <a:pt x="21221" y="7642"/>
                  </a:cubicBezTo>
                  <a:cubicBezTo>
                    <a:pt x="21331" y="7719"/>
                    <a:pt x="21472" y="7794"/>
                    <a:pt x="21605" y="7794"/>
                  </a:cubicBezTo>
                  <a:cubicBezTo>
                    <a:pt x="21781" y="7794"/>
                    <a:pt x="21980" y="7684"/>
                    <a:pt x="22088" y="7616"/>
                  </a:cubicBezTo>
                  <a:cubicBezTo>
                    <a:pt x="22191" y="7677"/>
                    <a:pt x="22378" y="7764"/>
                    <a:pt x="22607" y="7764"/>
                  </a:cubicBezTo>
                  <a:cubicBezTo>
                    <a:pt x="22695" y="7764"/>
                    <a:pt x="22789" y="7751"/>
                    <a:pt x="22887" y="7718"/>
                  </a:cubicBezTo>
                  <a:cubicBezTo>
                    <a:pt x="23120" y="7641"/>
                    <a:pt x="23245" y="7539"/>
                    <a:pt x="23313" y="7448"/>
                  </a:cubicBezTo>
                  <a:cubicBezTo>
                    <a:pt x="23409" y="7505"/>
                    <a:pt x="23540" y="7564"/>
                    <a:pt x="23677" y="7564"/>
                  </a:cubicBezTo>
                  <a:cubicBezTo>
                    <a:pt x="23706" y="7564"/>
                    <a:pt x="23736" y="7561"/>
                    <a:pt x="23765" y="7556"/>
                  </a:cubicBezTo>
                  <a:cubicBezTo>
                    <a:pt x="23855" y="7538"/>
                    <a:pt x="23980" y="7480"/>
                    <a:pt x="24067" y="7306"/>
                  </a:cubicBezTo>
                  <a:cubicBezTo>
                    <a:pt x="24240" y="6961"/>
                    <a:pt x="24095" y="6145"/>
                    <a:pt x="23939" y="5279"/>
                  </a:cubicBezTo>
                  <a:cubicBezTo>
                    <a:pt x="23890" y="4999"/>
                    <a:pt x="23839" y="4722"/>
                    <a:pt x="23805" y="4473"/>
                  </a:cubicBezTo>
                  <a:cubicBezTo>
                    <a:pt x="23673" y="3559"/>
                    <a:pt x="23069" y="3419"/>
                    <a:pt x="22893" y="3397"/>
                  </a:cubicBezTo>
                  <a:lnTo>
                    <a:pt x="22710" y="3268"/>
                  </a:lnTo>
                  <a:cubicBezTo>
                    <a:pt x="22532" y="3141"/>
                    <a:pt x="22321" y="3075"/>
                    <a:pt x="22106" y="3075"/>
                  </a:cubicBezTo>
                  <a:cubicBezTo>
                    <a:pt x="22023" y="3075"/>
                    <a:pt x="21940" y="3084"/>
                    <a:pt x="21858" y="3104"/>
                  </a:cubicBezTo>
                  <a:lnTo>
                    <a:pt x="21533" y="3184"/>
                  </a:lnTo>
                  <a:cubicBezTo>
                    <a:pt x="21441" y="3167"/>
                    <a:pt x="21190" y="3125"/>
                    <a:pt x="20930" y="3125"/>
                  </a:cubicBezTo>
                  <a:cubicBezTo>
                    <a:pt x="20761" y="3125"/>
                    <a:pt x="20588" y="3143"/>
                    <a:pt x="20454" y="3197"/>
                  </a:cubicBezTo>
                  <a:cubicBezTo>
                    <a:pt x="20260" y="3274"/>
                    <a:pt x="19418" y="3759"/>
                    <a:pt x="18250" y="4437"/>
                  </a:cubicBezTo>
                  <a:cubicBezTo>
                    <a:pt x="17588" y="4821"/>
                    <a:pt x="16963" y="5183"/>
                    <a:pt x="16792" y="5267"/>
                  </a:cubicBezTo>
                  <a:cubicBezTo>
                    <a:pt x="16708" y="5310"/>
                    <a:pt x="16574" y="5333"/>
                    <a:pt x="16395" y="5333"/>
                  </a:cubicBezTo>
                  <a:cubicBezTo>
                    <a:pt x="15931" y="5333"/>
                    <a:pt x="15161" y="5175"/>
                    <a:pt x="14145" y="4780"/>
                  </a:cubicBezTo>
                  <a:cubicBezTo>
                    <a:pt x="12655" y="4201"/>
                    <a:pt x="9199" y="2613"/>
                    <a:pt x="8631" y="1667"/>
                  </a:cubicBezTo>
                  <a:cubicBezTo>
                    <a:pt x="8629" y="1662"/>
                    <a:pt x="8625" y="1658"/>
                    <a:pt x="8623" y="1654"/>
                  </a:cubicBezTo>
                  <a:cubicBezTo>
                    <a:pt x="8623" y="1654"/>
                    <a:pt x="8579" y="1600"/>
                    <a:pt x="8503" y="1511"/>
                  </a:cubicBezTo>
                  <a:cubicBezTo>
                    <a:pt x="8269" y="1239"/>
                    <a:pt x="7654" y="569"/>
                    <a:pt x="6992" y="238"/>
                  </a:cubicBezTo>
                  <a:cubicBezTo>
                    <a:pt x="6720" y="102"/>
                    <a:pt x="6290" y="1"/>
                    <a:pt x="5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743;p70">
              <a:extLst>
                <a:ext uri="{FF2B5EF4-FFF2-40B4-BE49-F238E27FC236}">
                  <a16:creationId xmlns:a16="http://schemas.microsoft.com/office/drawing/2014/main" id="{618ECD5B-9BEA-E139-47D2-E0B785E9A0B1}"/>
                </a:ext>
              </a:extLst>
            </p:cNvPr>
            <p:cNvSpPr/>
            <p:nvPr/>
          </p:nvSpPr>
          <p:spPr>
            <a:xfrm>
              <a:off x="1453636" y="4515887"/>
              <a:ext cx="62200" cy="54467"/>
            </a:xfrm>
            <a:custGeom>
              <a:avLst/>
              <a:gdLst/>
              <a:ahLst/>
              <a:cxnLst/>
              <a:rect l="l" t="t" r="r" b="b"/>
              <a:pathLst>
                <a:path w="2035" h="1782" extrusionOk="0">
                  <a:moveTo>
                    <a:pt x="1670" y="0"/>
                  </a:moveTo>
                  <a:cubicBezTo>
                    <a:pt x="1622" y="0"/>
                    <a:pt x="1577" y="26"/>
                    <a:pt x="1552" y="69"/>
                  </a:cubicBezTo>
                  <a:cubicBezTo>
                    <a:pt x="1546" y="81"/>
                    <a:pt x="867" y="1293"/>
                    <a:pt x="111" y="1519"/>
                  </a:cubicBezTo>
                  <a:cubicBezTo>
                    <a:pt x="40" y="1541"/>
                    <a:pt x="1" y="1615"/>
                    <a:pt x="21" y="1686"/>
                  </a:cubicBezTo>
                  <a:cubicBezTo>
                    <a:pt x="39" y="1744"/>
                    <a:pt x="92" y="1781"/>
                    <a:pt x="150" y="1781"/>
                  </a:cubicBezTo>
                  <a:cubicBezTo>
                    <a:pt x="162" y="1781"/>
                    <a:pt x="175" y="1779"/>
                    <a:pt x="188" y="1775"/>
                  </a:cubicBezTo>
                  <a:cubicBezTo>
                    <a:pt x="806" y="1590"/>
                    <a:pt x="1345" y="886"/>
                    <a:pt x="1611" y="483"/>
                  </a:cubicBezTo>
                  <a:lnTo>
                    <a:pt x="1758" y="1135"/>
                  </a:lnTo>
                  <a:cubicBezTo>
                    <a:pt x="1772" y="1198"/>
                    <a:pt x="1827" y="1239"/>
                    <a:pt x="1888" y="1239"/>
                  </a:cubicBezTo>
                  <a:cubicBezTo>
                    <a:pt x="1897" y="1239"/>
                    <a:pt x="1907" y="1238"/>
                    <a:pt x="1917" y="1236"/>
                  </a:cubicBezTo>
                  <a:cubicBezTo>
                    <a:pt x="1989" y="1221"/>
                    <a:pt x="2035" y="1148"/>
                    <a:pt x="2018" y="1077"/>
                  </a:cubicBezTo>
                  <a:lnTo>
                    <a:pt x="1800" y="104"/>
                  </a:lnTo>
                  <a:cubicBezTo>
                    <a:pt x="1788" y="49"/>
                    <a:pt x="1744" y="8"/>
                    <a:pt x="1688" y="1"/>
                  </a:cubicBezTo>
                  <a:cubicBezTo>
                    <a:pt x="1682" y="0"/>
                    <a:pt x="1676" y="0"/>
                    <a:pt x="1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744;p70">
              <a:extLst>
                <a:ext uri="{FF2B5EF4-FFF2-40B4-BE49-F238E27FC236}">
                  <a16:creationId xmlns:a16="http://schemas.microsoft.com/office/drawing/2014/main" id="{CB0987E3-6DC9-6E41-AFF1-60BC3354E8BC}"/>
                </a:ext>
              </a:extLst>
            </p:cNvPr>
            <p:cNvSpPr/>
            <p:nvPr/>
          </p:nvSpPr>
          <p:spPr>
            <a:xfrm>
              <a:off x="883878" y="4349247"/>
              <a:ext cx="280067" cy="198367"/>
            </a:xfrm>
            <a:custGeom>
              <a:avLst/>
              <a:gdLst/>
              <a:ahLst/>
              <a:cxnLst/>
              <a:rect l="l" t="t" r="r" b="b"/>
              <a:pathLst>
                <a:path w="9163" h="6490" extrusionOk="0">
                  <a:moveTo>
                    <a:pt x="6421" y="1"/>
                  </a:moveTo>
                  <a:cubicBezTo>
                    <a:pt x="5275" y="1"/>
                    <a:pt x="3622" y="493"/>
                    <a:pt x="2136" y="2218"/>
                  </a:cubicBezTo>
                  <a:cubicBezTo>
                    <a:pt x="0" y="4698"/>
                    <a:pt x="1103" y="5938"/>
                    <a:pt x="2825" y="6351"/>
                  </a:cubicBezTo>
                  <a:cubicBezTo>
                    <a:pt x="3020" y="6398"/>
                    <a:pt x="3280" y="6444"/>
                    <a:pt x="3585" y="6490"/>
                  </a:cubicBezTo>
                  <a:cubicBezTo>
                    <a:pt x="3385" y="5873"/>
                    <a:pt x="3392" y="5064"/>
                    <a:pt x="4065" y="4147"/>
                  </a:cubicBezTo>
                  <a:cubicBezTo>
                    <a:pt x="5581" y="2081"/>
                    <a:pt x="9163" y="1598"/>
                    <a:pt x="9163" y="1598"/>
                  </a:cubicBezTo>
                  <a:cubicBezTo>
                    <a:pt x="9163" y="1598"/>
                    <a:pt x="9122" y="1546"/>
                    <a:pt x="9047" y="1461"/>
                  </a:cubicBezTo>
                  <a:cubicBezTo>
                    <a:pt x="8805" y="1178"/>
                    <a:pt x="8212" y="537"/>
                    <a:pt x="7579" y="221"/>
                  </a:cubicBezTo>
                  <a:cubicBezTo>
                    <a:pt x="7327" y="95"/>
                    <a:pt x="6923" y="1"/>
                    <a:pt x="6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745;p70">
              <a:extLst>
                <a:ext uri="{FF2B5EF4-FFF2-40B4-BE49-F238E27FC236}">
                  <a16:creationId xmlns:a16="http://schemas.microsoft.com/office/drawing/2014/main" id="{720F5150-DC7E-D7C0-A2BC-4205AF8D5974}"/>
                </a:ext>
              </a:extLst>
            </p:cNvPr>
            <p:cNvSpPr/>
            <p:nvPr/>
          </p:nvSpPr>
          <p:spPr>
            <a:xfrm>
              <a:off x="903623" y="4345029"/>
              <a:ext cx="264662" cy="206681"/>
            </a:xfrm>
            <a:custGeom>
              <a:avLst/>
              <a:gdLst/>
              <a:ahLst/>
              <a:cxnLst/>
              <a:rect l="l" t="t" r="r" b="b"/>
              <a:pathLst>
                <a:path w="8659" h="6762" extrusionOk="0">
                  <a:moveTo>
                    <a:pt x="5784" y="273"/>
                  </a:moveTo>
                  <a:cubicBezTo>
                    <a:pt x="6257" y="273"/>
                    <a:pt x="6638" y="361"/>
                    <a:pt x="6872" y="478"/>
                  </a:cubicBezTo>
                  <a:cubicBezTo>
                    <a:pt x="7457" y="770"/>
                    <a:pt x="8016" y="1359"/>
                    <a:pt x="8263" y="1642"/>
                  </a:cubicBezTo>
                  <a:cubicBezTo>
                    <a:pt x="7426" y="1789"/>
                    <a:pt x="4632" y="2404"/>
                    <a:pt x="3311" y="4206"/>
                  </a:cubicBezTo>
                  <a:cubicBezTo>
                    <a:pt x="2763" y="4952"/>
                    <a:pt x="2577" y="5712"/>
                    <a:pt x="2755" y="6464"/>
                  </a:cubicBezTo>
                  <a:cubicBezTo>
                    <a:pt x="2534" y="6428"/>
                    <a:pt x="2351" y="6393"/>
                    <a:pt x="2211" y="6359"/>
                  </a:cubicBezTo>
                  <a:cubicBezTo>
                    <a:pt x="1564" y="6204"/>
                    <a:pt x="745" y="5867"/>
                    <a:pt x="511" y="5143"/>
                  </a:cubicBezTo>
                  <a:cubicBezTo>
                    <a:pt x="286" y="4447"/>
                    <a:pt x="649" y="3538"/>
                    <a:pt x="1592" y="2444"/>
                  </a:cubicBezTo>
                  <a:cubicBezTo>
                    <a:pt x="3047" y="754"/>
                    <a:pt x="4672" y="273"/>
                    <a:pt x="5784" y="273"/>
                  </a:cubicBezTo>
                  <a:close/>
                  <a:moveTo>
                    <a:pt x="5761" y="1"/>
                  </a:moveTo>
                  <a:cubicBezTo>
                    <a:pt x="4580" y="1"/>
                    <a:pt x="2906" y="507"/>
                    <a:pt x="1389" y="2269"/>
                  </a:cubicBezTo>
                  <a:cubicBezTo>
                    <a:pt x="382" y="3439"/>
                    <a:pt x="1" y="4433"/>
                    <a:pt x="257" y="5226"/>
                  </a:cubicBezTo>
                  <a:cubicBezTo>
                    <a:pt x="471" y="5892"/>
                    <a:pt x="1126" y="6374"/>
                    <a:pt x="2148" y="6619"/>
                  </a:cubicBezTo>
                  <a:cubicBezTo>
                    <a:pt x="2338" y="6665"/>
                    <a:pt x="2598" y="6712"/>
                    <a:pt x="2920" y="6760"/>
                  </a:cubicBezTo>
                  <a:cubicBezTo>
                    <a:pt x="2926" y="6760"/>
                    <a:pt x="2933" y="6761"/>
                    <a:pt x="2939" y="6761"/>
                  </a:cubicBezTo>
                  <a:cubicBezTo>
                    <a:pt x="2979" y="6761"/>
                    <a:pt x="3016" y="6744"/>
                    <a:pt x="3041" y="6714"/>
                  </a:cubicBezTo>
                  <a:cubicBezTo>
                    <a:pt x="3071" y="6678"/>
                    <a:pt x="3081" y="6630"/>
                    <a:pt x="3066" y="6587"/>
                  </a:cubicBezTo>
                  <a:cubicBezTo>
                    <a:pt x="2828" y="5852"/>
                    <a:pt x="2983" y="5105"/>
                    <a:pt x="3527" y="4363"/>
                  </a:cubicBezTo>
                  <a:cubicBezTo>
                    <a:pt x="4991" y="2368"/>
                    <a:pt x="8500" y="1873"/>
                    <a:pt x="8535" y="1868"/>
                  </a:cubicBezTo>
                  <a:cubicBezTo>
                    <a:pt x="8582" y="1862"/>
                    <a:pt x="8623" y="1831"/>
                    <a:pt x="8641" y="1786"/>
                  </a:cubicBezTo>
                  <a:cubicBezTo>
                    <a:pt x="8659" y="1742"/>
                    <a:pt x="8652" y="1691"/>
                    <a:pt x="8623" y="1654"/>
                  </a:cubicBezTo>
                  <a:cubicBezTo>
                    <a:pt x="8623" y="1654"/>
                    <a:pt x="8579" y="1600"/>
                    <a:pt x="8503" y="1511"/>
                  </a:cubicBezTo>
                  <a:cubicBezTo>
                    <a:pt x="8269" y="1239"/>
                    <a:pt x="7654" y="569"/>
                    <a:pt x="6992" y="238"/>
                  </a:cubicBezTo>
                  <a:cubicBezTo>
                    <a:pt x="6720" y="102"/>
                    <a:pt x="6290" y="1"/>
                    <a:pt x="5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746;p70">
              <a:extLst>
                <a:ext uri="{FF2B5EF4-FFF2-40B4-BE49-F238E27FC236}">
                  <a16:creationId xmlns:a16="http://schemas.microsoft.com/office/drawing/2014/main" id="{9EC2FEA7-E289-A341-F21A-E10FF401D603}"/>
                </a:ext>
              </a:extLst>
            </p:cNvPr>
            <p:cNvSpPr/>
            <p:nvPr/>
          </p:nvSpPr>
          <p:spPr>
            <a:xfrm>
              <a:off x="1525678" y="4461359"/>
              <a:ext cx="27753" cy="113488"/>
            </a:xfrm>
            <a:custGeom>
              <a:avLst/>
              <a:gdLst/>
              <a:ahLst/>
              <a:cxnLst/>
              <a:rect l="l" t="t" r="r" b="b"/>
              <a:pathLst>
                <a:path w="908" h="3713" extrusionOk="0">
                  <a:moveTo>
                    <a:pt x="151" y="1"/>
                  </a:moveTo>
                  <a:cubicBezTo>
                    <a:pt x="122" y="1"/>
                    <a:pt x="94" y="10"/>
                    <a:pt x="69" y="29"/>
                  </a:cubicBezTo>
                  <a:cubicBezTo>
                    <a:pt x="10" y="75"/>
                    <a:pt x="0" y="159"/>
                    <a:pt x="45" y="217"/>
                  </a:cubicBezTo>
                  <a:cubicBezTo>
                    <a:pt x="419" y="697"/>
                    <a:pt x="600" y="2811"/>
                    <a:pt x="637" y="3586"/>
                  </a:cubicBezTo>
                  <a:cubicBezTo>
                    <a:pt x="641" y="3657"/>
                    <a:pt x="700" y="3712"/>
                    <a:pt x="771" y="3712"/>
                  </a:cubicBezTo>
                  <a:lnTo>
                    <a:pt x="778" y="3712"/>
                  </a:lnTo>
                  <a:cubicBezTo>
                    <a:pt x="851" y="3709"/>
                    <a:pt x="908" y="3646"/>
                    <a:pt x="904" y="3573"/>
                  </a:cubicBezTo>
                  <a:cubicBezTo>
                    <a:pt x="898" y="3456"/>
                    <a:pt x="759" y="698"/>
                    <a:pt x="257" y="53"/>
                  </a:cubicBezTo>
                  <a:cubicBezTo>
                    <a:pt x="230" y="19"/>
                    <a:pt x="191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747;p70">
              <a:extLst>
                <a:ext uri="{FF2B5EF4-FFF2-40B4-BE49-F238E27FC236}">
                  <a16:creationId xmlns:a16="http://schemas.microsoft.com/office/drawing/2014/main" id="{45C19E22-D5EF-44F5-05DC-36F4439E1707}"/>
                </a:ext>
              </a:extLst>
            </p:cNvPr>
            <p:cNvSpPr/>
            <p:nvPr/>
          </p:nvSpPr>
          <p:spPr>
            <a:xfrm>
              <a:off x="1565626" y="4457141"/>
              <a:ext cx="23382" cy="119845"/>
            </a:xfrm>
            <a:custGeom>
              <a:avLst/>
              <a:gdLst/>
              <a:ahLst/>
              <a:cxnLst/>
              <a:rect l="l" t="t" r="r" b="b"/>
              <a:pathLst>
                <a:path w="765" h="3921" extrusionOk="0">
                  <a:moveTo>
                    <a:pt x="152" y="1"/>
                  </a:moveTo>
                  <a:cubicBezTo>
                    <a:pt x="135" y="1"/>
                    <a:pt x="118" y="4"/>
                    <a:pt x="102" y="11"/>
                  </a:cubicBezTo>
                  <a:cubicBezTo>
                    <a:pt x="33" y="39"/>
                    <a:pt x="1" y="118"/>
                    <a:pt x="29" y="185"/>
                  </a:cubicBezTo>
                  <a:cubicBezTo>
                    <a:pt x="493" y="1313"/>
                    <a:pt x="297" y="3750"/>
                    <a:pt x="296" y="3774"/>
                  </a:cubicBezTo>
                  <a:cubicBezTo>
                    <a:pt x="289" y="3848"/>
                    <a:pt x="344" y="3913"/>
                    <a:pt x="417" y="3919"/>
                  </a:cubicBezTo>
                  <a:cubicBezTo>
                    <a:pt x="421" y="3919"/>
                    <a:pt x="426" y="3920"/>
                    <a:pt x="429" y="3920"/>
                  </a:cubicBezTo>
                  <a:cubicBezTo>
                    <a:pt x="498" y="3920"/>
                    <a:pt x="556" y="3867"/>
                    <a:pt x="562" y="3797"/>
                  </a:cubicBezTo>
                  <a:cubicBezTo>
                    <a:pt x="570" y="3694"/>
                    <a:pt x="765" y="1271"/>
                    <a:pt x="276" y="84"/>
                  </a:cubicBezTo>
                  <a:cubicBezTo>
                    <a:pt x="255" y="32"/>
                    <a:pt x="205" y="1"/>
                    <a:pt x="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748;p70">
              <a:extLst>
                <a:ext uri="{FF2B5EF4-FFF2-40B4-BE49-F238E27FC236}">
                  <a16:creationId xmlns:a16="http://schemas.microsoft.com/office/drawing/2014/main" id="{D50F59E0-EBF4-527C-2B49-00F09D523ED4}"/>
                </a:ext>
              </a:extLst>
            </p:cNvPr>
            <p:cNvSpPr/>
            <p:nvPr/>
          </p:nvSpPr>
          <p:spPr>
            <a:xfrm>
              <a:off x="1601539" y="4469795"/>
              <a:ext cx="19073" cy="100864"/>
            </a:xfrm>
            <a:custGeom>
              <a:avLst/>
              <a:gdLst/>
              <a:ahLst/>
              <a:cxnLst/>
              <a:rect l="l" t="t" r="r" b="b"/>
              <a:pathLst>
                <a:path w="624" h="3300" extrusionOk="0">
                  <a:moveTo>
                    <a:pt x="148" y="0"/>
                  </a:moveTo>
                  <a:cubicBezTo>
                    <a:pt x="137" y="0"/>
                    <a:pt x="126" y="2"/>
                    <a:pt x="115" y="5"/>
                  </a:cubicBezTo>
                  <a:cubicBezTo>
                    <a:pt x="44" y="23"/>
                    <a:pt x="0" y="96"/>
                    <a:pt x="20" y="167"/>
                  </a:cubicBezTo>
                  <a:cubicBezTo>
                    <a:pt x="354" y="1462"/>
                    <a:pt x="292" y="3143"/>
                    <a:pt x="290" y="3159"/>
                  </a:cubicBezTo>
                  <a:cubicBezTo>
                    <a:pt x="288" y="3234"/>
                    <a:pt x="346" y="3295"/>
                    <a:pt x="419" y="3299"/>
                  </a:cubicBezTo>
                  <a:lnTo>
                    <a:pt x="424" y="3299"/>
                  </a:lnTo>
                  <a:cubicBezTo>
                    <a:pt x="496" y="3299"/>
                    <a:pt x="555" y="3242"/>
                    <a:pt x="558" y="3170"/>
                  </a:cubicBezTo>
                  <a:cubicBezTo>
                    <a:pt x="561" y="3100"/>
                    <a:pt x="624" y="1435"/>
                    <a:pt x="278" y="101"/>
                  </a:cubicBezTo>
                  <a:cubicBezTo>
                    <a:pt x="262" y="40"/>
                    <a:pt x="208" y="0"/>
                    <a:pt x="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749;p70">
              <a:extLst>
                <a:ext uri="{FF2B5EF4-FFF2-40B4-BE49-F238E27FC236}">
                  <a16:creationId xmlns:a16="http://schemas.microsoft.com/office/drawing/2014/main" id="{568A13B2-3519-E404-E6FB-0971786009FC}"/>
                </a:ext>
              </a:extLst>
            </p:cNvPr>
            <p:cNvSpPr/>
            <p:nvPr/>
          </p:nvSpPr>
          <p:spPr>
            <a:xfrm>
              <a:off x="1585676" y="4075814"/>
              <a:ext cx="55078" cy="268208"/>
            </a:xfrm>
            <a:custGeom>
              <a:avLst/>
              <a:gdLst/>
              <a:ahLst/>
              <a:cxnLst/>
              <a:rect l="l" t="t" r="r" b="b"/>
              <a:pathLst>
                <a:path w="1802" h="8775" extrusionOk="0">
                  <a:moveTo>
                    <a:pt x="527" y="0"/>
                  </a:moveTo>
                  <a:cubicBezTo>
                    <a:pt x="514" y="0"/>
                    <a:pt x="500" y="2"/>
                    <a:pt x="486" y="7"/>
                  </a:cubicBezTo>
                  <a:cubicBezTo>
                    <a:pt x="416" y="30"/>
                    <a:pt x="377" y="104"/>
                    <a:pt x="400" y="175"/>
                  </a:cubicBezTo>
                  <a:cubicBezTo>
                    <a:pt x="410" y="205"/>
                    <a:pt x="1382" y="3219"/>
                    <a:pt x="1457" y="5153"/>
                  </a:cubicBezTo>
                  <a:cubicBezTo>
                    <a:pt x="1530" y="7044"/>
                    <a:pt x="68" y="8531"/>
                    <a:pt x="52" y="8546"/>
                  </a:cubicBezTo>
                  <a:cubicBezTo>
                    <a:pt x="1" y="8599"/>
                    <a:pt x="1" y="8683"/>
                    <a:pt x="54" y="8736"/>
                  </a:cubicBezTo>
                  <a:cubicBezTo>
                    <a:pt x="79" y="8761"/>
                    <a:pt x="114" y="8774"/>
                    <a:pt x="147" y="8774"/>
                  </a:cubicBezTo>
                  <a:cubicBezTo>
                    <a:pt x="181" y="8774"/>
                    <a:pt x="216" y="8761"/>
                    <a:pt x="243" y="8736"/>
                  </a:cubicBezTo>
                  <a:cubicBezTo>
                    <a:pt x="305" y="8672"/>
                    <a:pt x="1801" y="7152"/>
                    <a:pt x="1724" y="5142"/>
                  </a:cubicBezTo>
                  <a:cubicBezTo>
                    <a:pt x="1648" y="3171"/>
                    <a:pt x="695" y="218"/>
                    <a:pt x="654" y="92"/>
                  </a:cubicBezTo>
                  <a:cubicBezTo>
                    <a:pt x="636" y="36"/>
                    <a:pt x="584" y="0"/>
                    <a:pt x="5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750;p70">
              <a:extLst>
                <a:ext uri="{FF2B5EF4-FFF2-40B4-BE49-F238E27FC236}">
                  <a16:creationId xmlns:a16="http://schemas.microsoft.com/office/drawing/2014/main" id="{40D4D508-7EBB-17D1-97E3-38E730417D9E}"/>
                </a:ext>
              </a:extLst>
            </p:cNvPr>
            <p:cNvSpPr/>
            <p:nvPr/>
          </p:nvSpPr>
          <p:spPr>
            <a:xfrm>
              <a:off x="2269410" y="4480340"/>
              <a:ext cx="58563" cy="92551"/>
            </a:xfrm>
            <a:custGeom>
              <a:avLst/>
              <a:gdLst/>
              <a:ahLst/>
              <a:cxnLst/>
              <a:rect l="l" t="t" r="r" b="b"/>
              <a:pathLst>
                <a:path w="1916" h="3028" extrusionOk="0">
                  <a:moveTo>
                    <a:pt x="548" y="0"/>
                  </a:moveTo>
                  <a:cubicBezTo>
                    <a:pt x="268" y="0"/>
                    <a:pt x="1" y="88"/>
                    <a:pt x="1" y="88"/>
                  </a:cubicBezTo>
                  <a:cubicBezTo>
                    <a:pt x="1" y="88"/>
                    <a:pt x="757" y="1983"/>
                    <a:pt x="933" y="2457"/>
                  </a:cubicBezTo>
                  <a:cubicBezTo>
                    <a:pt x="1062" y="2802"/>
                    <a:pt x="1285" y="3028"/>
                    <a:pt x="1484" y="3028"/>
                  </a:cubicBezTo>
                  <a:cubicBezTo>
                    <a:pt x="1558" y="3028"/>
                    <a:pt x="1628" y="2997"/>
                    <a:pt x="1690" y="2930"/>
                  </a:cubicBezTo>
                  <a:cubicBezTo>
                    <a:pt x="1916" y="2682"/>
                    <a:pt x="1361" y="517"/>
                    <a:pt x="1059" y="178"/>
                  </a:cubicBezTo>
                  <a:cubicBezTo>
                    <a:pt x="936" y="41"/>
                    <a:pt x="739" y="0"/>
                    <a:pt x="5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751;p70">
              <a:extLst>
                <a:ext uri="{FF2B5EF4-FFF2-40B4-BE49-F238E27FC236}">
                  <a16:creationId xmlns:a16="http://schemas.microsoft.com/office/drawing/2014/main" id="{9DC5A6DA-1F20-F32F-8A67-19020F10ADFC}"/>
                </a:ext>
              </a:extLst>
            </p:cNvPr>
            <p:cNvSpPr/>
            <p:nvPr/>
          </p:nvSpPr>
          <p:spPr>
            <a:xfrm>
              <a:off x="2265192" y="4476213"/>
              <a:ext cx="68191" cy="100773"/>
            </a:xfrm>
            <a:custGeom>
              <a:avLst/>
              <a:gdLst/>
              <a:ahLst/>
              <a:cxnLst/>
              <a:rect l="l" t="t" r="r" b="b"/>
              <a:pathLst>
                <a:path w="2231" h="3297" extrusionOk="0">
                  <a:moveTo>
                    <a:pt x="685" y="268"/>
                  </a:moveTo>
                  <a:cubicBezTo>
                    <a:pt x="849" y="268"/>
                    <a:pt x="1007" y="301"/>
                    <a:pt x="1097" y="402"/>
                  </a:cubicBezTo>
                  <a:cubicBezTo>
                    <a:pt x="1377" y="715"/>
                    <a:pt x="1871" y="2739"/>
                    <a:pt x="1729" y="2975"/>
                  </a:cubicBezTo>
                  <a:cubicBezTo>
                    <a:pt x="1689" y="3019"/>
                    <a:pt x="1651" y="3029"/>
                    <a:pt x="1622" y="3029"/>
                  </a:cubicBezTo>
                  <a:cubicBezTo>
                    <a:pt x="1612" y="3029"/>
                    <a:pt x="1602" y="3028"/>
                    <a:pt x="1594" y="3026"/>
                  </a:cubicBezTo>
                  <a:cubicBezTo>
                    <a:pt x="1481" y="3004"/>
                    <a:pt x="1308" y="2845"/>
                    <a:pt x="1197" y="2545"/>
                  </a:cubicBezTo>
                  <a:cubicBezTo>
                    <a:pt x="1050" y="2150"/>
                    <a:pt x="496" y="760"/>
                    <a:pt x="318" y="312"/>
                  </a:cubicBezTo>
                  <a:cubicBezTo>
                    <a:pt x="423" y="289"/>
                    <a:pt x="556" y="268"/>
                    <a:pt x="685" y="268"/>
                  </a:cubicBezTo>
                  <a:close/>
                  <a:moveTo>
                    <a:pt x="683" y="0"/>
                  </a:moveTo>
                  <a:cubicBezTo>
                    <a:pt x="403" y="0"/>
                    <a:pt x="145" y="80"/>
                    <a:pt x="97" y="96"/>
                  </a:cubicBezTo>
                  <a:cubicBezTo>
                    <a:pt x="62" y="108"/>
                    <a:pt x="33" y="133"/>
                    <a:pt x="17" y="167"/>
                  </a:cubicBezTo>
                  <a:cubicBezTo>
                    <a:pt x="2" y="199"/>
                    <a:pt x="0" y="238"/>
                    <a:pt x="15" y="272"/>
                  </a:cubicBezTo>
                  <a:cubicBezTo>
                    <a:pt x="22" y="292"/>
                    <a:pt x="772" y="2171"/>
                    <a:pt x="945" y="2638"/>
                  </a:cubicBezTo>
                  <a:cubicBezTo>
                    <a:pt x="1078" y="2994"/>
                    <a:pt x="1306" y="3243"/>
                    <a:pt x="1542" y="3289"/>
                  </a:cubicBezTo>
                  <a:cubicBezTo>
                    <a:pt x="1570" y="3294"/>
                    <a:pt x="1597" y="3296"/>
                    <a:pt x="1622" y="3296"/>
                  </a:cubicBezTo>
                  <a:cubicBezTo>
                    <a:pt x="1735" y="3296"/>
                    <a:pt x="1841" y="3248"/>
                    <a:pt x="1926" y="3155"/>
                  </a:cubicBezTo>
                  <a:cubicBezTo>
                    <a:pt x="2231" y="2821"/>
                    <a:pt x="1617" y="583"/>
                    <a:pt x="1297" y="224"/>
                  </a:cubicBezTo>
                  <a:cubicBezTo>
                    <a:pt x="1142" y="51"/>
                    <a:pt x="906" y="0"/>
                    <a:pt x="6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752;p70">
              <a:extLst>
                <a:ext uri="{FF2B5EF4-FFF2-40B4-BE49-F238E27FC236}">
                  <a16:creationId xmlns:a16="http://schemas.microsoft.com/office/drawing/2014/main" id="{E98C6CC6-FE04-90ED-2BA4-4D040E08402B}"/>
                </a:ext>
              </a:extLst>
            </p:cNvPr>
            <p:cNvSpPr/>
            <p:nvPr/>
          </p:nvSpPr>
          <p:spPr>
            <a:xfrm>
              <a:off x="2242391" y="4477956"/>
              <a:ext cx="62261" cy="109973"/>
            </a:xfrm>
            <a:custGeom>
              <a:avLst/>
              <a:gdLst/>
              <a:ahLst/>
              <a:cxnLst/>
              <a:rect l="l" t="t" r="r" b="b"/>
              <a:pathLst>
                <a:path w="2037" h="3598" extrusionOk="0">
                  <a:moveTo>
                    <a:pt x="583" y="0"/>
                  </a:moveTo>
                  <a:cubicBezTo>
                    <a:pt x="285" y="0"/>
                    <a:pt x="0" y="105"/>
                    <a:pt x="0" y="105"/>
                  </a:cubicBezTo>
                  <a:cubicBezTo>
                    <a:pt x="0" y="105"/>
                    <a:pt x="804" y="2356"/>
                    <a:pt x="992" y="2918"/>
                  </a:cubicBezTo>
                  <a:cubicBezTo>
                    <a:pt x="1129" y="3329"/>
                    <a:pt x="1366" y="3597"/>
                    <a:pt x="1578" y="3597"/>
                  </a:cubicBezTo>
                  <a:cubicBezTo>
                    <a:pt x="1656" y="3597"/>
                    <a:pt x="1731" y="3561"/>
                    <a:pt x="1796" y="3481"/>
                  </a:cubicBezTo>
                  <a:cubicBezTo>
                    <a:pt x="2037" y="3186"/>
                    <a:pt x="1447" y="614"/>
                    <a:pt x="1126" y="212"/>
                  </a:cubicBezTo>
                  <a:cubicBezTo>
                    <a:pt x="995" y="49"/>
                    <a:pt x="786" y="0"/>
                    <a:pt x="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753;p70">
              <a:extLst>
                <a:ext uri="{FF2B5EF4-FFF2-40B4-BE49-F238E27FC236}">
                  <a16:creationId xmlns:a16="http://schemas.microsoft.com/office/drawing/2014/main" id="{352D1994-529A-AFD9-D302-DB548B92E6B0}"/>
                </a:ext>
              </a:extLst>
            </p:cNvPr>
            <p:cNvSpPr/>
            <p:nvPr/>
          </p:nvSpPr>
          <p:spPr>
            <a:xfrm>
              <a:off x="2237776" y="4473890"/>
              <a:ext cx="72042" cy="118103"/>
            </a:xfrm>
            <a:custGeom>
              <a:avLst/>
              <a:gdLst/>
              <a:ahLst/>
              <a:cxnLst/>
              <a:rect l="l" t="t" r="r" b="b"/>
              <a:pathLst>
                <a:path w="2357" h="3864" extrusionOk="0">
                  <a:moveTo>
                    <a:pt x="731" y="268"/>
                  </a:moveTo>
                  <a:cubicBezTo>
                    <a:pt x="906" y="268"/>
                    <a:pt x="1075" y="307"/>
                    <a:pt x="1172" y="429"/>
                  </a:cubicBezTo>
                  <a:cubicBezTo>
                    <a:pt x="1476" y="808"/>
                    <a:pt x="2008" y="3273"/>
                    <a:pt x="1844" y="3530"/>
                  </a:cubicBezTo>
                  <a:cubicBezTo>
                    <a:pt x="1799" y="3584"/>
                    <a:pt x="1759" y="3596"/>
                    <a:pt x="1729" y="3596"/>
                  </a:cubicBezTo>
                  <a:cubicBezTo>
                    <a:pt x="1720" y="3596"/>
                    <a:pt x="1712" y="3595"/>
                    <a:pt x="1705" y="3594"/>
                  </a:cubicBezTo>
                  <a:cubicBezTo>
                    <a:pt x="1581" y="3572"/>
                    <a:pt x="1393" y="3378"/>
                    <a:pt x="1269" y="3009"/>
                  </a:cubicBezTo>
                  <a:cubicBezTo>
                    <a:pt x="1111" y="2531"/>
                    <a:pt x="499" y="815"/>
                    <a:pt x="325" y="324"/>
                  </a:cubicBezTo>
                  <a:cubicBezTo>
                    <a:pt x="438" y="295"/>
                    <a:pt x="586" y="268"/>
                    <a:pt x="731" y="268"/>
                  </a:cubicBezTo>
                  <a:close/>
                  <a:moveTo>
                    <a:pt x="732" y="1"/>
                  </a:moveTo>
                  <a:cubicBezTo>
                    <a:pt x="416" y="1"/>
                    <a:pt x="126" y="105"/>
                    <a:pt x="105" y="113"/>
                  </a:cubicBezTo>
                  <a:cubicBezTo>
                    <a:pt x="37" y="138"/>
                    <a:pt x="1" y="214"/>
                    <a:pt x="26" y="283"/>
                  </a:cubicBezTo>
                  <a:cubicBezTo>
                    <a:pt x="33" y="305"/>
                    <a:pt x="831" y="2539"/>
                    <a:pt x="1017" y="3094"/>
                  </a:cubicBezTo>
                  <a:cubicBezTo>
                    <a:pt x="1157" y="3518"/>
                    <a:pt x="1403" y="3810"/>
                    <a:pt x="1656" y="3857"/>
                  </a:cubicBezTo>
                  <a:cubicBezTo>
                    <a:pt x="1681" y="3862"/>
                    <a:pt x="1705" y="3863"/>
                    <a:pt x="1729" y="3863"/>
                  </a:cubicBezTo>
                  <a:cubicBezTo>
                    <a:pt x="1850" y="3863"/>
                    <a:pt x="1962" y="3807"/>
                    <a:pt x="2051" y="3698"/>
                  </a:cubicBezTo>
                  <a:cubicBezTo>
                    <a:pt x="2356" y="3324"/>
                    <a:pt x="1708" y="670"/>
                    <a:pt x="1381" y="262"/>
                  </a:cubicBezTo>
                  <a:cubicBezTo>
                    <a:pt x="1219" y="59"/>
                    <a:pt x="968" y="1"/>
                    <a:pt x="7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754;p70">
              <a:extLst>
                <a:ext uri="{FF2B5EF4-FFF2-40B4-BE49-F238E27FC236}">
                  <a16:creationId xmlns:a16="http://schemas.microsoft.com/office/drawing/2014/main" id="{EDE5377F-DE60-CCA7-182E-7DC448B09937}"/>
                </a:ext>
              </a:extLst>
            </p:cNvPr>
            <p:cNvSpPr/>
            <p:nvPr/>
          </p:nvSpPr>
          <p:spPr>
            <a:xfrm>
              <a:off x="2098981" y="4524108"/>
              <a:ext cx="156462" cy="50921"/>
            </a:xfrm>
            <a:custGeom>
              <a:avLst/>
              <a:gdLst/>
              <a:ahLst/>
              <a:cxnLst/>
              <a:rect l="l" t="t" r="r" b="b"/>
              <a:pathLst>
                <a:path w="5119" h="1666" extrusionOk="0">
                  <a:moveTo>
                    <a:pt x="4158" y="1"/>
                  </a:moveTo>
                  <a:cubicBezTo>
                    <a:pt x="3977" y="1"/>
                    <a:pt x="3776" y="19"/>
                    <a:pt x="3562" y="68"/>
                  </a:cubicBezTo>
                  <a:cubicBezTo>
                    <a:pt x="2662" y="273"/>
                    <a:pt x="0" y="436"/>
                    <a:pt x="0" y="436"/>
                  </a:cubicBezTo>
                  <a:lnTo>
                    <a:pt x="1637" y="1665"/>
                  </a:lnTo>
                  <a:lnTo>
                    <a:pt x="5118" y="191"/>
                  </a:lnTo>
                  <a:cubicBezTo>
                    <a:pt x="5118" y="191"/>
                    <a:pt x="4737" y="1"/>
                    <a:pt x="4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755;p70">
              <a:extLst>
                <a:ext uri="{FF2B5EF4-FFF2-40B4-BE49-F238E27FC236}">
                  <a16:creationId xmlns:a16="http://schemas.microsoft.com/office/drawing/2014/main" id="{0DBC39A5-6E93-DA1B-5F33-B08BAE31F2C0}"/>
                </a:ext>
              </a:extLst>
            </p:cNvPr>
            <p:cNvSpPr/>
            <p:nvPr/>
          </p:nvSpPr>
          <p:spPr>
            <a:xfrm>
              <a:off x="2094549" y="4520013"/>
              <a:ext cx="165020" cy="59082"/>
            </a:xfrm>
            <a:custGeom>
              <a:avLst/>
              <a:gdLst/>
              <a:ahLst/>
              <a:cxnLst/>
              <a:rect l="l" t="t" r="r" b="b"/>
              <a:pathLst>
                <a:path w="5399" h="1933" extrusionOk="0">
                  <a:moveTo>
                    <a:pt x="4302" y="269"/>
                  </a:moveTo>
                  <a:cubicBezTo>
                    <a:pt x="4536" y="269"/>
                    <a:pt x="4735" y="302"/>
                    <a:pt x="4887" y="339"/>
                  </a:cubicBezTo>
                  <a:lnTo>
                    <a:pt x="1802" y="1646"/>
                  </a:lnTo>
                  <a:lnTo>
                    <a:pt x="514" y="680"/>
                  </a:lnTo>
                  <a:cubicBezTo>
                    <a:pt x="1276" y="628"/>
                    <a:pt x="3026" y="495"/>
                    <a:pt x="3737" y="333"/>
                  </a:cubicBezTo>
                  <a:cubicBezTo>
                    <a:pt x="3940" y="287"/>
                    <a:pt x="4130" y="269"/>
                    <a:pt x="4302" y="269"/>
                  </a:cubicBezTo>
                  <a:close/>
                  <a:moveTo>
                    <a:pt x="4306" y="1"/>
                  </a:moveTo>
                  <a:cubicBezTo>
                    <a:pt x="4115" y="1"/>
                    <a:pt x="3903" y="21"/>
                    <a:pt x="3677" y="72"/>
                  </a:cubicBezTo>
                  <a:cubicBezTo>
                    <a:pt x="2797" y="272"/>
                    <a:pt x="163" y="436"/>
                    <a:pt x="137" y="437"/>
                  </a:cubicBezTo>
                  <a:cubicBezTo>
                    <a:pt x="80" y="440"/>
                    <a:pt x="32" y="479"/>
                    <a:pt x="16" y="532"/>
                  </a:cubicBezTo>
                  <a:cubicBezTo>
                    <a:pt x="1" y="586"/>
                    <a:pt x="20" y="644"/>
                    <a:pt x="65" y="677"/>
                  </a:cubicBezTo>
                  <a:lnTo>
                    <a:pt x="1702" y="1906"/>
                  </a:lnTo>
                  <a:cubicBezTo>
                    <a:pt x="1726" y="1923"/>
                    <a:pt x="1753" y="1933"/>
                    <a:pt x="1782" y="1933"/>
                  </a:cubicBezTo>
                  <a:cubicBezTo>
                    <a:pt x="1800" y="1933"/>
                    <a:pt x="1817" y="1929"/>
                    <a:pt x="1834" y="1922"/>
                  </a:cubicBezTo>
                  <a:lnTo>
                    <a:pt x="5315" y="448"/>
                  </a:lnTo>
                  <a:cubicBezTo>
                    <a:pt x="5363" y="428"/>
                    <a:pt x="5394" y="381"/>
                    <a:pt x="5396" y="330"/>
                  </a:cubicBezTo>
                  <a:cubicBezTo>
                    <a:pt x="5398" y="278"/>
                    <a:pt x="5369" y="229"/>
                    <a:pt x="5322" y="206"/>
                  </a:cubicBezTo>
                  <a:cubicBezTo>
                    <a:pt x="5301" y="195"/>
                    <a:pt x="4905" y="1"/>
                    <a:pt x="4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756;p70">
              <a:extLst>
                <a:ext uri="{FF2B5EF4-FFF2-40B4-BE49-F238E27FC236}">
                  <a16:creationId xmlns:a16="http://schemas.microsoft.com/office/drawing/2014/main" id="{280412DB-7D85-ED4F-A448-46630BF16652}"/>
                </a:ext>
              </a:extLst>
            </p:cNvPr>
            <p:cNvSpPr/>
            <p:nvPr/>
          </p:nvSpPr>
          <p:spPr>
            <a:xfrm>
              <a:off x="2204552" y="4472912"/>
              <a:ext cx="81945" cy="116392"/>
            </a:xfrm>
            <a:custGeom>
              <a:avLst/>
              <a:gdLst/>
              <a:ahLst/>
              <a:cxnLst/>
              <a:rect l="l" t="t" r="r" b="b"/>
              <a:pathLst>
                <a:path w="2681" h="3808" extrusionOk="0">
                  <a:moveTo>
                    <a:pt x="801" y="0"/>
                  </a:moveTo>
                  <a:cubicBezTo>
                    <a:pt x="407" y="0"/>
                    <a:pt x="1" y="175"/>
                    <a:pt x="1" y="175"/>
                  </a:cubicBezTo>
                  <a:cubicBezTo>
                    <a:pt x="1" y="175"/>
                    <a:pt x="1149" y="2535"/>
                    <a:pt x="1421" y="3127"/>
                  </a:cubicBezTo>
                  <a:cubicBezTo>
                    <a:pt x="1612" y="3543"/>
                    <a:pt x="1901" y="3807"/>
                    <a:pt x="2146" y="3807"/>
                  </a:cubicBezTo>
                  <a:cubicBezTo>
                    <a:pt x="2249" y="3807"/>
                    <a:pt x="2344" y="3761"/>
                    <a:pt x="2421" y="3659"/>
                  </a:cubicBezTo>
                  <a:cubicBezTo>
                    <a:pt x="2680" y="3317"/>
                    <a:pt x="1756" y="586"/>
                    <a:pt x="1340" y="182"/>
                  </a:cubicBezTo>
                  <a:cubicBezTo>
                    <a:pt x="1200" y="45"/>
                    <a:pt x="1002" y="0"/>
                    <a:pt x="8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757;p70">
              <a:extLst>
                <a:ext uri="{FF2B5EF4-FFF2-40B4-BE49-F238E27FC236}">
                  <a16:creationId xmlns:a16="http://schemas.microsoft.com/office/drawing/2014/main" id="{9255AC92-B0A8-EC03-C67D-24BA7D44ADB2}"/>
                </a:ext>
              </a:extLst>
            </p:cNvPr>
            <p:cNvSpPr/>
            <p:nvPr/>
          </p:nvSpPr>
          <p:spPr>
            <a:xfrm>
              <a:off x="2200334" y="4468847"/>
              <a:ext cx="91512" cy="124522"/>
            </a:xfrm>
            <a:custGeom>
              <a:avLst/>
              <a:gdLst/>
              <a:ahLst/>
              <a:cxnLst/>
              <a:rect l="l" t="t" r="r" b="b"/>
              <a:pathLst>
                <a:path w="2994" h="4074" extrusionOk="0">
                  <a:moveTo>
                    <a:pt x="938" y="268"/>
                  </a:moveTo>
                  <a:cubicBezTo>
                    <a:pt x="1112" y="268"/>
                    <a:pt x="1276" y="305"/>
                    <a:pt x="1386" y="411"/>
                  </a:cubicBezTo>
                  <a:cubicBezTo>
                    <a:pt x="1788" y="804"/>
                    <a:pt x="2635" y="3426"/>
                    <a:pt x="2452" y="3712"/>
                  </a:cubicBezTo>
                  <a:cubicBezTo>
                    <a:pt x="2404" y="3774"/>
                    <a:pt x="2350" y="3807"/>
                    <a:pt x="2285" y="3807"/>
                  </a:cubicBezTo>
                  <a:cubicBezTo>
                    <a:pt x="2277" y="3807"/>
                    <a:pt x="2268" y="3807"/>
                    <a:pt x="2260" y="3806"/>
                  </a:cubicBezTo>
                  <a:cubicBezTo>
                    <a:pt x="2101" y="3787"/>
                    <a:pt x="1860" y="3595"/>
                    <a:pt x="1681" y="3205"/>
                  </a:cubicBezTo>
                  <a:cubicBezTo>
                    <a:pt x="1448" y="2699"/>
                    <a:pt x="569" y="887"/>
                    <a:pt x="323" y="381"/>
                  </a:cubicBezTo>
                  <a:cubicBezTo>
                    <a:pt x="487" y="326"/>
                    <a:pt x="720" y="268"/>
                    <a:pt x="938" y="268"/>
                  </a:cubicBezTo>
                  <a:close/>
                  <a:moveTo>
                    <a:pt x="936" y="1"/>
                  </a:moveTo>
                  <a:cubicBezTo>
                    <a:pt x="521" y="1"/>
                    <a:pt x="112" y="173"/>
                    <a:pt x="86" y="184"/>
                  </a:cubicBezTo>
                  <a:cubicBezTo>
                    <a:pt x="52" y="199"/>
                    <a:pt x="26" y="226"/>
                    <a:pt x="14" y="261"/>
                  </a:cubicBezTo>
                  <a:cubicBezTo>
                    <a:pt x="0" y="294"/>
                    <a:pt x="3" y="333"/>
                    <a:pt x="18" y="365"/>
                  </a:cubicBezTo>
                  <a:cubicBezTo>
                    <a:pt x="29" y="389"/>
                    <a:pt x="1169" y="2732"/>
                    <a:pt x="1438" y="3316"/>
                  </a:cubicBezTo>
                  <a:cubicBezTo>
                    <a:pt x="1636" y="3750"/>
                    <a:pt x="1941" y="4039"/>
                    <a:pt x="2231" y="4072"/>
                  </a:cubicBezTo>
                  <a:cubicBezTo>
                    <a:pt x="2249" y="4073"/>
                    <a:pt x="2267" y="4074"/>
                    <a:pt x="2284" y="4074"/>
                  </a:cubicBezTo>
                  <a:cubicBezTo>
                    <a:pt x="2433" y="4074"/>
                    <a:pt x="2567" y="4004"/>
                    <a:pt x="2665" y="3873"/>
                  </a:cubicBezTo>
                  <a:cubicBezTo>
                    <a:pt x="2994" y="3438"/>
                    <a:pt x="1992" y="629"/>
                    <a:pt x="1571" y="220"/>
                  </a:cubicBezTo>
                  <a:cubicBezTo>
                    <a:pt x="1402" y="55"/>
                    <a:pt x="1168" y="1"/>
                    <a:pt x="9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758;p70">
              <a:extLst>
                <a:ext uri="{FF2B5EF4-FFF2-40B4-BE49-F238E27FC236}">
                  <a16:creationId xmlns:a16="http://schemas.microsoft.com/office/drawing/2014/main" id="{A90218BC-B90E-A191-1E6F-685D6EF1F441}"/>
                </a:ext>
              </a:extLst>
            </p:cNvPr>
            <p:cNvSpPr/>
            <p:nvPr/>
          </p:nvSpPr>
          <p:spPr>
            <a:xfrm>
              <a:off x="1664442" y="4378498"/>
              <a:ext cx="617596" cy="221443"/>
            </a:xfrm>
            <a:custGeom>
              <a:avLst/>
              <a:gdLst/>
              <a:ahLst/>
              <a:cxnLst/>
              <a:rect l="l" t="t" r="r" b="b"/>
              <a:pathLst>
                <a:path w="20206" h="7245" extrusionOk="0">
                  <a:moveTo>
                    <a:pt x="4472" y="0"/>
                  </a:moveTo>
                  <a:lnTo>
                    <a:pt x="3571" y="492"/>
                  </a:lnTo>
                  <a:cubicBezTo>
                    <a:pt x="3571" y="492"/>
                    <a:pt x="154" y="2232"/>
                    <a:pt x="77" y="2763"/>
                  </a:cubicBezTo>
                  <a:cubicBezTo>
                    <a:pt x="1" y="3295"/>
                    <a:pt x="1775" y="5064"/>
                    <a:pt x="3722" y="5422"/>
                  </a:cubicBezTo>
                  <a:cubicBezTo>
                    <a:pt x="5864" y="5814"/>
                    <a:pt x="11350" y="6266"/>
                    <a:pt x="11350" y="6266"/>
                  </a:cubicBezTo>
                  <a:cubicBezTo>
                    <a:pt x="11350" y="6266"/>
                    <a:pt x="12241" y="6810"/>
                    <a:pt x="13152" y="6961"/>
                  </a:cubicBezTo>
                  <a:cubicBezTo>
                    <a:pt x="14063" y="7113"/>
                    <a:pt x="15502" y="7212"/>
                    <a:pt x="17015" y="7244"/>
                  </a:cubicBezTo>
                  <a:cubicBezTo>
                    <a:pt x="17015" y="7244"/>
                    <a:pt x="17016" y="7244"/>
                    <a:pt x="17016" y="7244"/>
                  </a:cubicBezTo>
                  <a:cubicBezTo>
                    <a:pt x="17170" y="7244"/>
                    <a:pt x="17847" y="6788"/>
                    <a:pt x="16863" y="6485"/>
                  </a:cubicBezTo>
                  <a:cubicBezTo>
                    <a:pt x="15876" y="6181"/>
                    <a:pt x="15199" y="5528"/>
                    <a:pt x="15199" y="5528"/>
                  </a:cubicBezTo>
                  <a:lnTo>
                    <a:pt x="17092" y="5119"/>
                  </a:lnTo>
                  <a:cubicBezTo>
                    <a:pt x="17092" y="5119"/>
                    <a:pt x="17892" y="5208"/>
                    <a:pt x="18382" y="6485"/>
                  </a:cubicBezTo>
                  <a:cubicBezTo>
                    <a:pt x="18521" y="6844"/>
                    <a:pt x="18665" y="6962"/>
                    <a:pt x="18924" y="6962"/>
                  </a:cubicBezTo>
                  <a:cubicBezTo>
                    <a:pt x="19076" y="6962"/>
                    <a:pt x="19268" y="6921"/>
                    <a:pt x="19522" y="6865"/>
                  </a:cubicBezTo>
                  <a:cubicBezTo>
                    <a:pt x="20206" y="6713"/>
                    <a:pt x="18400" y="4082"/>
                    <a:pt x="18400" y="4082"/>
                  </a:cubicBezTo>
                  <a:cubicBezTo>
                    <a:pt x="18400" y="4082"/>
                    <a:pt x="17698" y="2992"/>
                    <a:pt x="17395" y="2992"/>
                  </a:cubicBezTo>
                  <a:cubicBezTo>
                    <a:pt x="17090" y="2992"/>
                    <a:pt x="12838" y="4435"/>
                    <a:pt x="12838" y="4435"/>
                  </a:cubicBezTo>
                  <a:lnTo>
                    <a:pt x="44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759;p70">
              <a:extLst>
                <a:ext uri="{FF2B5EF4-FFF2-40B4-BE49-F238E27FC236}">
                  <a16:creationId xmlns:a16="http://schemas.microsoft.com/office/drawing/2014/main" id="{CB326AB2-22FA-7E19-A83E-8126608A9A20}"/>
                </a:ext>
              </a:extLst>
            </p:cNvPr>
            <p:cNvSpPr/>
            <p:nvPr/>
          </p:nvSpPr>
          <p:spPr>
            <a:xfrm>
              <a:off x="1659949" y="4374433"/>
              <a:ext cx="615946" cy="229574"/>
            </a:xfrm>
            <a:custGeom>
              <a:avLst/>
              <a:gdLst/>
              <a:ahLst/>
              <a:cxnLst/>
              <a:rect l="l" t="t" r="r" b="b"/>
              <a:pathLst>
                <a:path w="20152" h="7511" extrusionOk="0">
                  <a:moveTo>
                    <a:pt x="4619" y="285"/>
                  </a:moveTo>
                  <a:lnTo>
                    <a:pt x="12922" y="4685"/>
                  </a:lnTo>
                  <a:cubicBezTo>
                    <a:pt x="12942" y="4695"/>
                    <a:pt x="12964" y="4701"/>
                    <a:pt x="12985" y="4701"/>
                  </a:cubicBezTo>
                  <a:cubicBezTo>
                    <a:pt x="13000" y="4701"/>
                    <a:pt x="13014" y="4698"/>
                    <a:pt x="13027" y="4694"/>
                  </a:cubicBezTo>
                  <a:cubicBezTo>
                    <a:pt x="14651" y="4143"/>
                    <a:pt x="17312" y="3267"/>
                    <a:pt x="17542" y="3258"/>
                  </a:cubicBezTo>
                  <a:cubicBezTo>
                    <a:pt x="17667" y="3262"/>
                    <a:pt x="18085" y="3743"/>
                    <a:pt x="18437" y="4291"/>
                  </a:cubicBezTo>
                  <a:cubicBezTo>
                    <a:pt x="19029" y="5154"/>
                    <a:pt x="19805" y="6513"/>
                    <a:pt x="19678" y="6836"/>
                  </a:cubicBezTo>
                  <a:cubicBezTo>
                    <a:pt x="19671" y="6852"/>
                    <a:pt x="19664" y="6862"/>
                    <a:pt x="19640" y="6867"/>
                  </a:cubicBezTo>
                  <a:cubicBezTo>
                    <a:pt x="19380" y="6925"/>
                    <a:pt x="19202" y="6963"/>
                    <a:pt x="19070" y="6963"/>
                  </a:cubicBezTo>
                  <a:cubicBezTo>
                    <a:pt x="18852" y="6963"/>
                    <a:pt x="18765" y="6859"/>
                    <a:pt x="18654" y="6570"/>
                  </a:cubicBezTo>
                  <a:cubicBezTo>
                    <a:pt x="18140" y="5232"/>
                    <a:pt x="17289" y="5123"/>
                    <a:pt x="17253" y="5118"/>
                  </a:cubicBezTo>
                  <a:cubicBezTo>
                    <a:pt x="17248" y="5117"/>
                    <a:pt x="17243" y="5117"/>
                    <a:pt x="17237" y="5117"/>
                  </a:cubicBezTo>
                  <a:cubicBezTo>
                    <a:pt x="17228" y="5117"/>
                    <a:pt x="17219" y="5118"/>
                    <a:pt x="17210" y="5120"/>
                  </a:cubicBezTo>
                  <a:lnTo>
                    <a:pt x="15318" y="5531"/>
                  </a:lnTo>
                  <a:cubicBezTo>
                    <a:pt x="15269" y="5542"/>
                    <a:pt x="15231" y="5578"/>
                    <a:pt x="15218" y="5625"/>
                  </a:cubicBezTo>
                  <a:cubicBezTo>
                    <a:pt x="15204" y="5673"/>
                    <a:pt x="15218" y="5723"/>
                    <a:pt x="15254" y="5757"/>
                  </a:cubicBezTo>
                  <a:cubicBezTo>
                    <a:pt x="15281" y="5785"/>
                    <a:pt x="15965" y="6436"/>
                    <a:pt x="16971" y="6745"/>
                  </a:cubicBezTo>
                  <a:cubicBezTo>
                    <a:pt x="17295" y="6846"/>
                    <a:pt x="17405" y="6956"/>
                    <a:pt x="17399" y="7026"/>
                  </a:cubicBezTo>
                  <a:cubicBezTo>
                    <a:pt x="17392" y="7127"/>
                    <a:pt x="17213" y="7236"/>
                    <a:pt x="17165" y="7244"/>
                  </a:cubicBezTo>
                  <a:cubicBezTo>
                    <a:pt x="15587" y="7210"/>
                    <a:pt x="14186" y="7108"/>
                    <a:pt x="13321" y="6962"/>
                  </a:cubicBezTo>
                  <a:cubicBezTo>
                    <a:pt x="12447" y="6816"/>
                    <a:pt x="11575" y="6289"/>
                    <a:pt x="11567" y="6284"/>
                  </a:cubicBezTo>
                  <a:cubicBezTo>
                    <a:pt x="11549" y="6273"/>
                    <a:pt x="11530" y="6266"/>
                    <a:pt x="11508" y="6265"/>
                  </a:cubicBezTo>
                  <a:cubicBezTo>
                    <a:pt x="11454" y="6260"/>
                    <a:pt x="6004" y="5811"/>
                    <a:pt x="3895" y="5424"/>
                  </a:cubicBezTo>
                  <a:cubicBezTo>
                    <a:pt x="1936" y="5064"/>
                    <a:pt x="298" y="3321"/>
                    <a:pt x="356" y="2915"/>
                  </a:cubicBezTo>
                  <a:cubicBezTo>
                    <a:pt x="397" y="2630"/>
                    <a:pt x="2165" y="1566"/>
                    <a:pt x="3782" y="743"/>
                  </a:cubicBezTo>
                  <a:lnTo>
                    <a:pt x="4619" y="285"/>
                  </a:lnTo>
                  <a:close/>
                  <a:moveTo>
                    <a:pt x="4619" y="0"/>
                  </a:moveTo>
                  <a:cubicBezTo>
                    <a:pt x="4597" y="0"/>
                    <a:pt x="4574" y="6"/>
                    <a:pt x="4554" y="17"/>
                  </a:cubicBezTo>
                  <a:lnTo>
                    <a:pt x="3658" y="505"/>
                  </a:lnTo>
                  <a:cubicBezTo>
                    <a:pt x="2841" y="922"/>
                    <a:pt x="172" y="2321"/>
                    <a:pt x="92" y="2878"/>
                  </a:cubicBezTo>
                  <a:cubicBezTo>
                    <a:pt x="1" y="3510"/>
                    <a:pt x="1871" y="5324"/>
                    <a:pt x="3847" y="5686"/>
                  </a:cubicBezTo>
                  <a:cubicBezTo>
                    <a:pt x="5886" y="6060"/>
                    <a:pt x="11007" y="6491"/>
                    <a:pt x="11455" y="6529"/>
                  </a:cubicBezTo>
                  <a:cubicBezTo>
                    <a:pt x="11617" y="6624"/>
                    <a:pt x="12430" y="7085"/>
                    <a:pt x="13277" y="7227"/>
                  </a:cubicBezTo>
                  <a:cubicBezTo>
                    <a:pt x="14155" y="7372"/>
                    <a:pt x="15570" y="7476"/>
                    <a:pt x="17159" y="7511"/>
                  </a:cubicBezTo>
                  <a:lnTo>
                    <a:pt x="17163" y="7511"/>
                  </a:lnTo>
                  <a:cubicBezTo>
                    <a:pt x="17308" y="7511"/>
                    <a:pt x="17621" y="7325"/>
                    <a:pt x="17662" y="7075"/>
                  </a:cubicBezTo>
                  <a:cubicBezTo>
                    <a:pt x="17690" y="6903"/>
                    <a:pt x="17607" y="6662"/>
                    <a:pt x="17050" y="6490"/>
                  </a:cubicBezTo>
                  <a:cubicBezTo>
                    <a:pt x="16412" y="6294"/>
                    <a:pt x="15904" y="5944"/>
                    <a:pt x="15639" y="5735"/>
                  </a:cubicBezTo>
                  <a:lnTo>
                    <a:pt x="17242" y="5388"/>
                  </a:lnTo>
                  <a:cubicBezTo>
                    <a:pt x="17363" y="5410"/>
                    <a:pt x="17990" y="5585"/>
                    <a:pt x="18405" y="6666"/>
                  </a:cubicBezTo>
                  <a:cubicBezTo>
                    <a:pt x="18571" y="7100"/>
                    <a:pt x="18777" y="7229"/>
                    <a:pt x="19071" y="7229"/>
                  </a:cubicBezTo>
                  <a:cubicBezTo>
                    <a:pt x="19246" y="7229"/>
                    <a:pt x="19451" y="7184"/>
                    <a:pt x="19698" y="7129"/>
                  </a:cubicBezTo>
                  <a:cubicBezTo>
                    <a:pt x="19806" y="7105"/>
                    <a:pt x="19887" y="7035"/>
                    <a:pt x="19928" y="6934"/>
                  </a:cubicBezTo>
                  <a:cubicBezTo>
                    <a:pt x="20152" y="6364"/>
                    <a:pt x="18909" y="4506"/>
                    <a:pt x="18660" y="4143"/>
                  </a:cubicBezTo>
                  <a:cubicBezTo>
                    <a:pt x="18437" y="3796"/>
                    <a:pt x="17883" y="2991"/>
                    <a:pt x="17542" y="2991"/>
                  </a:cubicBezTo>
                  <a:cubicBezTo>
                    <a:pt x="17239" y="2991"/>
                    <a:pt x="13821" y="4143"/>
                    <a:pt x="12997" y="4422"/>
                  </a:cubicBezTo>
                  <a:lnTo>
                    <a:pt x="4682" y="16"/>
                  </a:lnTo>
                  <a:cubicBezTo>
                    <a:pt x="4662" y="5"/>
                    <a:pt x="4641" y="0"/>
                    <a:pt x="46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760;p70">
              <a:extLst>
                <a:ext uri="{FF2B5EF4-FFF2-40B4-BE49-F238E27FC236}">
                  <a16:creationId xmlns:a16="http://schemas.microsoft.com/office/drawing/2014/main" id="{946BAB0D-BA97-12F1-A8A6-44FEA08A85F4}"/>
                </a:ext>
              </a:extLst>
            </p:cNvPr>
            <p:cNvSpPr/>
            <p:nvPr/>
          </p:nvSpPr>
          <p:spPr>
            <a:xfrm>
              <a:off x="1613674" y="4323634"/>
              <a:ext cx="247607" cy="171103"/>
            </a:xfrm>
            <a:custGeom>
              <a:avLst/>
              <a:gdLst/>
              <a:ahLst/>
              <a:cxnLst/>
              <a:rect l="l" t="t" r="r" b="b"/>
              <a:pathLst>
                <a:path w="8101" h="5598" extrusionOk="0">
                  <a:moveTo>
                    <a:pt x="4853" y="1"/>
                  </a:moveTo>
                  <a:cubicBezTo>
                    <a:pt x="3789" y="1"/>
                    <a:pt x="143" y="2508"/>
                    <a:pt x="67" y="3115"/>
                  </a:cubicBezTo>
                  <a:cubicBezTo>
                    <a:pt x="0" y="3650"/>
                    <a:pt x="1746" y="5598"/>
                    <a:pt x="2297" y="5598"/>
                  </a:cubicBezTo>
                  <a:cubicBezTo>
                    <a:pt x="2372" y="5598"/>
                    <a:pt x="2425" y="5562"/>
                    <a:pt x="2448" y="5481"/>
                  </a:cubicBezTo>
                  <a:cubicBezTo>
                    <a:pt x="2595" y="4963"/>
                    <a:pt x="3969" y="2094"/>
                    <a:pt x="6190" y="2094"/>
                  </a:cubicBezTo>
                  <a:cubicBezTo>
                    <a:pt x="6509" y="2094"/>
                    <a:pt x="6845" y="2153"/>
                    <a:pt x="7197" y="2287"/>
                  </a:cubicBezTo>
                  <a:cubicBezTo>
                    <a:pt x="7473" y="2391"/>
                    <a:pt x="7636" y="2435"/>
                    <a:pt x="7716" y="2435"/>
                  </a:cubicBezTo>
                  <a:cubicBezTo>
                    <a:pt x="8100" y="2435"/>
                    <a:pt x="6599" y="1444"/>
                    <a:pt x="6599" y="1444"/>
                  </a:cubicBezTo>
                  <a:cubicBezTo>
                    <a:pt x="6599" y="1444"/>
                    <a:pt x="5915" y="1"/>
                    <a:pt x="48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761;p70">
              <a:extLst>
                <a:ext uri="{FF2B5EF4-FFF2-40B4-BE49-F238E27FC236}">
                  <a16:creationId xmlns:a16="http://schemas.microsoft.com/office/drawing/2014/main" id="{D926ABAA-485B-F6F8-7025-4B06E7143059}"/>
                </a:ext>
              </a:extLst>
            </p:cNvPr>
            <p:cNvSpPr/>
            <p:nvPr/>
          </p:nvSpPr>
          <p:spPr>
            <a:xfrm>
              <a:off x="1609272" y="4319569"/>
              <a:ext cx="249594" cy="179264"/>
            </a:xfrm>
            <a:custGeom>
              <a:avLst/>
              <a:gdLst/>
              <a:ahLst/>
              <a:cxnLst/>
              <a:rect l="l" t="t" r="r" b="b"/>
              <a:pathLst>
                <a:path w="8166" h="5865" extrusionOk="0">
                  <a:moveTo>
                    <a:pt x="4997" y="267"/>
                  </a:moveTo>
                  <a:cubicBezTo>
                    <a:pt x="5962" y="267"/>
                    <a:pt x="6616" y="1620"/>
                    <a:pt x="6623" y="1635"/>
                  </a:cubicBezTo>
                  <a:cubicBezTo>
                    <a:pt x="6632" y="1656"/>
                    <a:pt x="6649" y="1675"/>
                    <a:pt x="6670" y="1689"/>
                  </a:cubicBezTo>
                  <a:cubicBezTo>
                    <a:pt x="7014" y="1915"/>
                    <a:pt x="7393" y="2188"/>
                    <a:pt x="7612" y="2375"/>
                  </a:cubicBezTo>
                  <a:cubicBezTo>
                    <a:pt x="7552" y="2355"/>
                    <a:pt x="7479" y="2329"/>
                    <a:pt x="7388" y="2296"/>
                  </a:cubicBezTo>
                  <a:cubicBezTo>
                    <a:pt x="7033" y="2161"/>
                    <a:pt x="6681" y="2094"/>
                    <a:pt x="6333" y="2094"/>
                  </a:cubicBezTo>
                  <a:cubicBezTo>
                    <a:pt x="5896" y="2094"/>
                    <a:pt x="5467" y="2199"/>
                    <a:pt x="5047" y="2410"/>
                  </a:cubicBezTo>
                  <a:cubicBezTo>
                    <a:pt x="3447" y="3214"/>
                    <a:pt x="2560" y="5237"/>
                    <a:pt x="2457" y="5595"/>
                  </a:cubicBezTo>
                  <a:cubicBezTo>
                    <a:pt x="2457" y="5595"/>
                    <a:pt x="2452" y="5596"/>
                    <a:pt x="2442" y="5596"/>
                  </a:cubicBezTo>
                  <a:cubicBezTo>
                    <a:pt x="2405" y="5596"/>
                    <a:pt x="2290" y="5577"/>
                    <a:pt x="2042" y="5396"/>
                  </a:cubicBezTo>
                  <a:cubicBezTo>
                    <a:pt x="1301" y="4856"/>
                    <a:pt x="301" y="3602"/>
                    <a:pt x="343" y="3265"/>
                  </a:cubicBezTo>
                  <a:cubicBezTo>
                    <a:pt x="409" y="2737"/>
                    <a:pt x="3999" y="267"/>
                    <a:pt x="4997" y="267"/>
                  </a:cubicBezTo>
                  <a:close/>
                  <a:moveTo>
                    <a:pt x="4997" y="0"/>
                  </a:moveTo>
                  <a:cubicBezTo>
                    <a:pt x="3942" y="0"/>
                    <a:pt x="172" y="2477"/>
                    <a:pt x="78" y="3232"/>
                  </a:cubicBezTo>
                  <a:cubicBezTo>
                    <a:pt x="0" y="3856"/>
                    <a:pt x="1733" y="5728"/>
                    <a:pt x="2355" y="5855"/>
                  </a:cubicBezTo>
                  <a:cubicBezTo>
                    <a:pt x="2383" y="5861"/>
                    <a:pt x="2411" y="5864"/>
                    <a:pt x="2439" y="5864"/>
                  </a:cubicBezTo>
                  <a:cubicBezTo>
                    <a:pt x="2576" y="5864"/>
                    <a:pt x="2681" y="5786"/>
                    <a:pt x="2720" y="5650"/>
                  </a:cubicBezTo>
                  <a:cubicBezTo>
                    <a:pt x="2850" y="5194"/>
                    <a:pt x="3756" y="3358"/>
                    <a:pt x="5168" y="2649"/>
                  </a:cubicBezTo>
                  <a:cubicBezTo>
                    <a:pt x="5549" y="2458"/>
                    <a:pt x="5939" y="2362"/>
                    <a:pt x="6336" y="2362"/>
                  </a:cubicBezTo>
                  <a:cubicBezTo>
                    <a:pt x="6652" y="2362"/>
                    <a:pt x="6972" y="2423"/>
                    <a:pt x="7294" y="2545"/>
                  </a:cubicBezTo>
                  <a:cubicBezTo>
                    <a:pt x="7573" y="2650"/>
                    <a:pt x="7750" y="2701"/>
                    <a:pt x="7865" y="2701"/>
                  </a:cubicBezTo>
                  <a:cubicBezTo>
                    <a:pt x="7955" y="2701"/>
                    <a:pt x="8007" y="2670"/>
                    <a:pt x="8040" y="2607"/>
                  </a:cubicBezTo>
                  <a:cubicBezTo>
                    <a:pt x="8090" y="2509"/>
                    <a:pt x="8166" y="2358"/>
                    <a:pt x="6847" y="1486"/>
                  </a:cubicBezTo>
                  <a:cubicBezTo>
                    <a:pt x="6731" y="1254"/>
                    <a:pt x="6049" y="0"/>
                    <a:pt x="49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762;p70">
              <a:extLst>
                <a:ext uri="{FF2B5EF4-FFF2-40B4-BE49-F238E27FC236}">
                  <a16:creationId xmlns:a16="http://schemas.microsoft.com/office/drawing/2014/main" id="{B3643C75-771D-B150-18DB-6D09BD290757}"/>
                </a:ext>
              </a:extLst>
            </p:cNvPr>
            <p:cNvSpPr/>
            <p:nvPr/>
          </p:nvSpPr>
          <p:spPr>
            <a:xfrm>
              <a:off x="1264899" y="3517976"/>
              <a:ext cx="254454" cy="434573"/>
            </a:xfrm>
            <a:custGeom>
              <a:avLst/>
              <a:gdLst/>
              <a:ahLst/>
              <a:cxnLst/>
              <a:rect l="l" t="t" r="r" b="b"/>
              <a:pathLst>
                <a:path w="8325" h="14218" extrusionOk="0">
                  <a:moveTo>
                    <a:pt x="2882" y="1"/>
                  </a:moveTo>
                  <a:cubicBezTo>
                    <a:pt x="2882" y="1"/>
                    <a:pt x="2401" y="3583"/>
                    <a:pt x="2262" y="4754"/>
                  </a:cubicBezTo>
                  <a:cubicBezTo>
                    <a:pt x="2125" y="5925"/>
                    <a:pt x="1" y="7898"/>
                    <a:pt x="414" y="9345"/>
                  </a:cubicBezTo>
                  <a:cubicBezTo>
                    <a:pt x="803" y="10706"/>
                    <a:pt x="5367" y="14217"/>
                    <a:pt x="6297" y="14217"/>
                  </a:cubicBezTo>
                  <a:cubicBezTo>
                    <a:pt x="6355" y="14217"/>
                    <a:pt x="6398" y="14204"/>
                    <a:pt x="6426" y="14176"/>
                  </a:cubicBezTo>
                  <a:cubicBezTo>
                    <a:pt x="6909" y="13694"/>
                    <a:pt x="7016" y="7372"/>
                    <a:pt x="7360" y="6958"/>
                  </a:cubicBezTo>
                  <a:cubicBezTo>
                    <a:pt x="7704" y="6545"/>
                    <a:pt x="8324" y="5718"/>
                    <a:pt x="8324" y="5718"/>
                  </a:cubicBezTo>
                  <a:lnTo>
                    <a:pt x="28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763;p70">
              <a:extLst>
                <a:ext uri="{FF2B5EF4-FFF2-40B4-BE49-F238E27FC236}">
                  <a16:creationId xmlns:a16="http://schemas.microsoft.com/office/drawing/2014/main" id="{AC754046-575C-3E16-C807-4B97DA2E597B}"/>
                </a:ext>
              </a:extLst>
            </p:cNvPr>
            <p:cNvSpPr/>
            <p:nvPr/>
          </p:nvSpPr>
          <p:spPr>
            <a:xfrm>
              <a:off x="1265541" y="3513880"/>
              <a:ext cx="258305" cy="442734"/>
            </a:xfrm>
            <a:custGeom>
              <a:avLst/>
              <a:gdLst/>
              <a:ahLst/>
              <a:cxnLst/>
              <a:rect l="l" t="t" r="r" b="b"/>
              <a:pathLst>
                <a:path w="8451" h="14485" extrusionOk="0">
                  <a:moveTo>
                    <a:pt x="2956" y="428"/>
                  </a:moveTo>
                  <a:lnTo>
                    <a:pt x="8129" y="5862"/>
                  </a:lnTo>
                  <a:cubicBezTo>
                    <a:pt x="7958" y="6088"/>
                    <a:pt x="7508" y="6680"/>
                    <a:pt x="7237" y="7006"/>
                  </a:cubicBezTo>
                  <a:cubicBezTo>
                    <a:pt x="7069" y="7206"/>
                    <a:pt x="6983" y="8139"/>
                    <a:pt x="6825" y="10219"/>
                  </a:cubicBezTo>
                  <a:cubicBezTo>
                    <a:pt x="6704" y="11810"/>
                    <a:pt x="6539" y="13988"/>
                    <a:pt x="6315" y="14213"/>
                  </a:cubicBezTo>
                  <a:cubicBezTo>
                    <a:pt x="6314" y="14213"/>
                    <a:pt x="6304" y="14218"/>
                    <a:pt x="6277" y="14218"/>
                  </a:cubicBezTo>
                  <a:cubicBezTo>
                    <a:pt x="6226" y="14218"/>
                    <a:pt x="6118" y="14201"/>
                    <a:pt x="5907" y="14110"/>
                  </a:cubicBezTo>
                  <a:cubicBezTo>
                    <a:pt x="4457" y="13492"/>
                    <a:pt x="852" y="10599"/>
                    <a:pt x="521" y="9441"/>
                  </a:cubicBezTo>
                  <a:cubicBezTo>
                    <a:pt x="290" y="8634"/>
                    <a:pt x="944" y="7593"/>
                    <a:pt x="1519" y="6673"/>
                  </a:cubicBezTo>
                  <a:cubicBezTo>
                    <a:pt x="1929" y="6021"/>
                    <a:pt x="2315" y="5404"/>
                    <a:pt x="2374" y="4904"/>
                  </a:cubicBezTo>
                  <a:cubicBezTo>
                    <a:pt x="2488" y="3937"/>
                    <a:pt x="2841" y="1291"/>
                    <a:pt x="2956" y="428"/>
                  </a:cubicBezTo>
                  <a:close/>
                  <a:moveTo>
                    <a:pt x="2862" y="0"/>
                  </a:moveTo>
                  <a:cubicBezTo>
                    <a:pt x="2848" y="0"/>
                    <a:pt x="2834" y="3"/>
                    <a:pt x="2820" y="7"/>
                  </a:cubicBezTo>
                  <a:cubicBezTo>
                    <a:pt x="2771" y="23"/>
                    <a:pt x="2736" y="66"/>
                    <a:pt x="2729" y="116"/>
                  </a:cubicBezTo>
                  <a:cubicBezTo>
                    <a:pt x="2724" y="153"/>
                    <a:pt x="2245" y="3713"/>
                    <a:pt x="2109" y="4872"/>
                  </a:cubicBezTo>
                  <a:cubicBezTo>
                    <a:pt x="2057" y="5313"/>
                    <a:pt x="1685" y="5905"/>
                    <a:pt x="1293" y="6531"/>
                  </a:cubicBezTo>
                  <a:cubicBezTo>
                    <a:pt x="688" y="7497"/>
                    <a:pt x="0" y="8593"/>
                    <a:pt x="264" y="9515"/>
                  </a:cubicBezTo>
                  <a:cubicBezTo>
                    <a:pt x="655" y="10882"/>
                    <a:pt x="4833" y="14132"/>
                    <a:pt x="6082" y="14456"/>
                  </a:cubicBezTo>
                  <a:cubicBezTo>
                    <a:pt x="6119" y="14465"/>
                    <a:pt x="6193" y="14485"/>
                    <a:pt x="6274" y="14485"/>
                  </a:cubicBezTo>
                  <a:cubicBezTo>
                    <a:pt x="6352" y="14485"/>
                    <a:pt x="6437" y="14467"/>
                    <a:pt x="6500" y="14404"/>
                  </a:cubicBezTo>
                  <a:cubicBezTo>
                    <a:pt x="6777" y="14126"/>
                    <a:pt x="6908" y="12646"/>
                    <a:pt x="7091" y="10239"/>
                  </a:cubicBezTo>
                  <a:cubicBezTo>
                    <a:pt x="7189" y="8954"/>
                    <a:pt x="7310" y="7353"/>
                    <a:pt x="7443" y="7177"/>
                  </a:cubicBezTo>
                  <a:cubicBezTo>
                    <a:pt x="7784" y="6766"/>
                    <a:pt x="8404" y="5940"/>
                    <a:pt x="8410" y="5931"/>
                  </a:cubicBezTo>
                  <a:cubicBezTo>
                    <a:pt x="8450" y="5880"/>
                    <a:pt x="8445" y="5806"/>
                    <a:pt x="8401" y="5759"/>
                  </a:cubicBezTo>
                  <a:lnTo>
                    <a:pt x="2959" y="42"/>
                  </a:lnTo>
                  <a:cubicBezTo>
                    <a:pt x="2933" y="15"/>
                    <a:pt x="2898" y="0"/>
                    <a:pt x="2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764;p70">
              <a:extLst>
                <a:ext uri="{FF2B5EF4-FFF2-40B4-BE49-F238E27FC236}">
                  <a16:creationId xmlns:a16="http://schemas.microsoft.com/office/drawing/2014/main" id="{080658CB-CFE4-7584-6A8B-B53046B6C604}"/>
                </a:ext>
              </a:extLst>
            </p:cNvPr>
            <p:cNvSpPr/>
            <p:nvPr/>
          </p:nvSpPr>
          <p:spPr>
            <a:xfrm>
              <a:off x="1337337" y="3528032"/>
              <a:ext cx="161108" cy="165357"/>
            </a:xfrm>
            <a:custGeom>
              <a:avLst/>
              <a:gdLst/>
              <a:ahLst/>
              <a:cxnLst/>
              <a:rect l="l" t="t" r="r" b="b"/>
              <a:pathLst>
                <a:path w="5271" h="5410" extrusionOk="0">
                  <a:moveTo>
                    <a:pt x="468" y="0"/>
                  </a:moveTo>
                  <a:cubicBezTo>
                    <a:pt x="374" y="703"/>
                    <a:pt x="150" y="2380"/>
                    <a:pt x="1" y="3550"/>
                  </a:cubicBezTo>
                  <a:lnTo>
                    <a:pt x="5270" y="5409"/>
                  </a:lnTo>
                  <a:lnTo>
                    <a:pt x="5270" y="5409"/>
                  </a:lnTo>
                  <a:lnTo>
                    <a:pt x="4848" y="4227"/>
                  </a:lnTo>
                  <a:lnTo>
                    <a:pt x="983" y="16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765;p70">
              <a:extLst>
                <a:ext uri="{FF2B5EF4-FFF2-40B4-BE49-F238E27FC236}">
                  <a16:creationId xmlns:a16="http://schemas.microsoft.com/office/drawing/2014/main" id="{EF37364C-88AC-01A4-8D71-501DB0167A28}"/>
                </a:ext>
              </a:extLst>
            </p:cNvPr>
            <p:cNvSpPr/>
            <p:nvPr/>
          </p:nvSpPr>
          <p:spPr>
            <a:xfrm>
              <a:off x="1333028" y="3523967"/>
              <a:ext cx="169789" cy="173518"/>
            </a:xfrm>
            <a:custGeom>
              <a:avLst/>
              <a:gdLst/>
              <a:ahLst/>
              <a:cxnLst/>
              <a:rect l="l" t="t" r="r" b="b"/>
              <a:pathLst>
                <a:path w="5555" h="5677" extrusionOk="0">
                  <a:moveTo>
                    <a:pt x="721" y="310"/>
                  </a:moveTo>
                  <a:lnTo>
                    <a:pt x="1051" y="415"/>
                  </a:lnTo>
                  <a:lnTo>
                    <a:pt x="4873" y="4431"/>
                  </a:lnTo>
                  <a:lnTo>
                    <a:pt x="5191" y="5323"/>
                  </a:lnTo>
                  <a:lnTo>
                    <a:pt x="289" y="3593"/>
                  </a:lnTo>
                  <a:cubicBezTo>
                    <a:pt x="427" y="2512"/>
                    <a:pt x="621" y="1056"/>
                    <a:pt x="721" y="310"/>
                  </a:cubicBezTo>
                  <a:close/>
                  <a:moveTo>
                    <a:pt x="609" y="0"/>
                  </a:moveTo>
                  <a:cubicBezTo>
                    <a:pt x="584" y="0"/>
                    <a:pt x="559" y="7"/>
                    <a:pt x="538" y="21"/>
                  </a:cubicBezTo>
                  <a:cubicBezTo>
                    <a:pt x="504" y="42"/>
                    <a:pt x="482" y="77"/>
                    <a:pt x="476" y="116"/>
                  </a:cubicBezTo>
                  <a:cubicBezTo>
                    <a:pt x="383" y="818"/>
                    <a:pt x="159" y="2495"/>
                    <a:pt x="9" y="3666"/>
                  </a:cubicBezTo>
                  <a:cubicBezTo>
                    <a:pt x="1" y="3729"/>
                    <a:pt x="38" y="3789"/>
                    <a:pt x="97" y="3809"/>
                  </a:cubicBezTo>
                  <a:lnTo>
                    <a:pt x="5367" y="5669"/>
                  </a:lnTo>
                  <a:cubicBezTo>
                    <a:pt x="5381" y="5674"/>
                    <a:pt x="5397" y="5676"/>
                    <a:pt x="5411" y="5676"/>
                  </a:cubicBezTo>
                  <a:cubicBezTo>
                    <a:pt x="5446" y="5676"/>
                    <a:pt x="5481" y="5663"/>
                    <a:pt x="5507" y="5638"/>
                  </a:cubicBezTo>
                  <a:cubicBezTo>
                    <a:pt x="5543" y="5600"/>
                    <a:pt x="5555" y="5546"/>
                    <a:pt x="5538" y="5498"/>
                  </a:cubicBezTo>
                  <a:lnTo>
                    <a:pt x="5115" y="4315"/>
                  </a:lnTo>
                  <a:cubicBezTo>
                    <a:pt x="5108" y="4298"/>
                    <a:pt x="5099" y="4281"/>
                    <a:pt x="5087" y="4268"/>
                  </a:cubicBezTo>
                  <a:lnTo>
                    <a:pt x="1220" y="207"/>
                  </a:lnTo>
                  <a:cubicBezTo>
                    <a:pt x="1205" y="190"/>
                    <a:pt x="1185" y="178"/>
                    <a:pt x="1164" y="170"/>
                  </a:cubicBezTo>
                  <a:lnTo>
                    <a:pt x="650" y="7"/>
                  </a:lnTo>
                  <a:cubicBezTo>
                    <a:pt x="636" y="2"/>
                    <a:pt x="62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766;p70">
              <a:extLst>
                <a:ext uri="{FF2B5EF4-FFF2-40B4-BE49-F238E27FC236}">
                  <a16:creationId xmlns:a16="http://schemas.microsoft.com/office/drawing/2014/main" id="{3A5FA985-8DB7-BF70-70D0-FDBF212FE878}"/>
                </a:ext>
              </a:extLst>
            </p:cNvPr>
            <p:cNvSpPr/>
            <p:nvPr/>
          </p:nvSpPr>
          <p:spPr>
            <a:xfrm>
              <a:off x="1450366" y="3726520"/>
              <a:ext cx="44166" cy="113977"/>
            </a:xfrm>
            <a:custGeom>
              <a:avLst/>
              <a:gdLst/>
              <a:ahLst/>
              <a:cxnLst/>
              <a:rect l="l" t="t" r="r" b="b"/>
              <a:pathLst>
                <a:path w="1445" h="3729" extrusionOk="0">
                  <a:moveTo>
                    <a:pt x="1292" y="1"/>
                  </a:moveTo>
                  <a:cubicBezTo>
                    <a:pt x="1248" y="1"/>
                    <a:pt x="1205" y="23"/>
                    <a:pt x="1179" y="64"/>
                  </a:cubicBezTo>
                  <a:cubicBezTo>
                    <a:pt x="1145" y="118"/>
                    <a:pt x="334" y="1425"/>
                    <a:pt x="11" y="3575"/>
                  </a:cubicBezTo>
                  <a:cubicBezTo>
                    <a:pt x="1" y="3648"/>
                    <a:pt x="51" y="3716"/>
                    <a:pt x="123" y="3727"/>
                  </a:cubicBezTo>
                  <a:cubicBezTo>
                    <a:pt x="130" y="3728"/>
                    <a:pt x="138" y="3729"/>
                    <a:pt x="144" y="3729"/>
                  </a:cubicBezTo>
                  <a:cubicBezTo>
                    <a:pt x="209" y="3729"/>
                    <a:pt x="265" y="3681"/>
                    <a:pt x="276" y="3615"/>
                  </a:cubicBezTo>
                  <a:cubicBezTo>
                    <a:pt x="589" y="1524"/>
                    <a:pt x="1397" y="219"/>
                    <a:pt x="1405" y="206"/>
                  </a:cubicBezTo>
                  <a:cubicBezTo>
                    <a:pt x="1445" y="143"/>
                    <a:pt x="1426" y="61"/>
                    <a:pt x="1363" y="22"/>
                  </a:cubicBezTo>
                  <a:cubicBezTo>
                    <a:pt x="1341" y="8"/>
                    <a:pt x="1316" y="1"/>
                    <a:pt x="12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767;p70">
              <a:extLst>
                <a:ext uri="{FF2B5EF4-FFF2-40B4-BE49-F238E27FC236}">
                  <a16:creationId xmlns:a16="http://schemas.microsoft.com/office/drawing/2014/main" id="{6EF9F244-9185-29BD-6B20-C1D4D657FD5D}"/>
                </a:ext>
              </a:extLst>
            </p:cNvPr>
            <p:cNvSpPr/>
            <p:nvPr/>
          </p:nvSpPr>
          <p:spPr>
            <a:xfrm>
              <a:off x="1659979" y="3386150"/>
              <a:ext cx="84329" cy="176757"/>
            </a:xfrm>
            <a:custGeom>
              <a:avLst/>
              <a:gdLst/>
              <a:ahLst/>
              <a:cxnLst/>
              <a:rect l="l" t="t" r="r" b="b"/>
              <a:pathLst>
                <a:path w="2759" h="5783" extrusionOk="0">
                  <a:moveTo>
                    <a:pt x="1903" y="1"/>
                  </a:moveTo>
                  <a:lnTo>
                    <a:pt x="621" y="734"/>
                  </a:lnTo>
                  <a:cubicBezTo>
                    <a:pt x="0" y="1710"/>
                    <a:pt x="67" y="5783"/>
                    <a:pt x="155" y="5783"/>
                  </a:cubicBezTo>
                  <a:cubicBezTo>
                    <a:pt x="158" y="5783"/>
                    <a:pt x="161" y="5778"/>
                    <a:pt x="164" y="5770"/>
                  </a:cubicBezTo>
                  <a:cubicBezTo>
                    <a:pt x="255" y="5496"/>
                    <a:pt x="2086" y="5313"/>
                    <a:pt x="2457" y="3723"/>
                  </a:cubicBezTo>
                  <a:cubicBezTo>
                    <a:pt x="2759" y="2425"/>
                    <a:pt x="2200" y="769"/>
                    <a:pt x="1983" y="202"/>
                  </a:cubicBezTo>
                  <a:cubicBezTo>
                    <a:pt x="1935" y="74"/>
                    <a:pt x="1903" y="1"/>
                    <a:pt x="1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768;p70">
              <a:extLst>
                <a:ext uri="{FF2B5EF4-FFF2-40B4-BE49-F238E27FC236}">
                  <a16:creationId xmlns:a16="http://schemas.microsoft.com/office/drawing/2014/main" id="{6FB938C5-BD27-F6BC-0E82-8F5B0F76A335}"/>
                </a:ext>
              </a:extLst>
            </p:cNvPr>
            <p:cNvSpPr/>
            <p:nvPr/>
          </p:nvSpPr>
          <p:spPr>
            <a:xfrm>
              <a:off x="1656678" y="3382085"/>
              <a:ext cx="91726" cy="184918"/>
            </a:xfrm>
            <a:custGeom>
              <a:avLst/>
              <a:gdLst/>
              <a:ahLst/>
              <a:cxnLst/>
              <a:rect l="l" t="t" r="r" b="b"/>
              <a:pathLst>
                <a:path w="3001" h="6050" extrusionOk="0">
                  <a:moveTo>
                    <a:pt x="2010" y="1"/>
                  </a:moveTo>
                  <a:cubicBezTo>
                    <a:pt x="1993" y="1"/>
                    <a:pt x="1975" y="4"/>
                    <a:pt x="1958" y="11"/>
                  </a:cubicBezTo>
                  <a:cubicBezTo>
                    <a:pt x="1890" y="41"/>
                    <a:pt x="1859" y="119"/>
                    <a:pt x="1888" y="187"/>
                  </a:cubicBezTo>
                  <a:cubicBezTo>
                    <a:pt x="1889" y="189"/>
                    <a:pt x="1919" y="259"/>
                    <a:pt x="1966" y="383"/>
                  </a:cubicBezTo>
                  <a:cubicBezTo>
                    <a:pt x="2152" y="867"/>
                    <a:pt x="2732" y="2547"/>
                    <a:pt x="2435" y="3825"/>
                  </a:cubicBezTo>
                  <a:cubicBezTo>
                    <a:pt x="2187" y="4889"/>
                    <a:pt x="1230" y="5289"/>
                    <a:pt x="658" y="5529"/>
                  </a:cubicBezTo>
                  <a:cubicBezTo>
                    <a:pt x="539" y="5578"/>
                    <a:pt x="440" y="5620"/>
                    <a:pt x="361" y="5661"/>
                  </a:cubicBezTo>
                  <a:cubicBezTo>
                    <a:pt x="310" y="4820"/>
                    <a:pt x="333" y="1738"/>
                    <a:pt x="842" y="939"/>
                  </a:cubicBezTo>
                  <a:cubicBezTo>
                    <a:pt x="882" y="876"/>
                    <a:pt x="864" y="793"/>
                    <a:pt x="801" y="754"/>
                  </a:cubicBezTo>
                  <a:cubicBezTo>
                    <a:pt x="779" y="740"/>
                    <a:pt x="754" y="733"/>
                    <a:pt x="730" y="733"/>
                  </a:cubicBezTo>
                  <a:cubicBezTo>
                    <a:pt x="686" y="733"/>
                    <a:pt x="643" y="755"/>
                    <a:pt x="617" y="795"/>
                  </a:cubicBezTo>
                  <a:cubicBezTo>
                    <a:pt x="14" y="1742"/>
                    <a:pt x="1" y="5754"/>
                    <a:pt x="145" y="5984"/>
                  </a:cubicBezTo>
                  <a:cubicBezTo>
                    <a:pt x="170" y="6023"/>
                    <a:pt x="219" y="6050"/>
                    <a:pt x="266" y="6050"/>
                  </a:cubicBezTo>
                  <a:cubicBezTo>
                    <a:pt x="270" y="6050"/>
                    <a:pt x="275" y="6049"/>
                    <a:pt x="279" y="6049"/>
                  </a:cubicBezTo>
                  <a:cubicBezTo>
                    <a:pt x="331" y="6043"/>
                    <a:pt x="376" y="6005"/>
                    <a:pt x="393" y="5956"/>
                  </a:cubicBezTo>
                  <a:cubicBezTo>
                    <a:pt x="424" y="5915"/>
                    <a:pt x="611" y="5838"/>
                    <a:pt x="760" y="5775"/>
                  </a:cubicBezTo>
                  <a:cubicBezTo>
                    <a:pt x="1379" y="5517"/>
                    <a:pt x="2415" y="5083"/>
                    <a:pt x="2695" y="3886"/>
                  </a:cubicBezTo>
                  <a:cubicBezTo>
                    <a:pt x="3000" y="2570"/>
                    <a:pt x="2462" y="931"/>
                    <a:pt x="2217" y="288"/>
                  </a:cubicBezTo>
                  <a:cubicBezTo>
                    <a:pt x="2166" y="155"/>
                    <a:pt x="2134" y="81"/>
                    <a:pt x="2134" y="81"/>
                  </a:cubicBezTo>
                  <a:cubicBezTo>
                    <a:pt x="2112" y="30"/>
                    <a:pt x="2063" y="1"/>
                    <a:pt x="20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769;p70">
              <a:extLst>
                <a:ext uri="{FF2B5EF4-FFF2-40B4-BE49-F238E27FC236}">
                  <a16:creationId xmlns:a16="http://schemas.microsoft.com/office/drawing/2014/main" id="{F8671DB7-808B-2048-6F2B-9896DF43F789}"/>
                </a:ext>
              </a:extLst>
            </p:cNvPr>
            <p:cNvSpPr/>
            <p:nvPr/>
          </p:nvSpPr>
          <p:spPr>
            <a:xfrm>
              <a:off x="1460911" y="3624861"/>
              <a:ext cx="208423" cy="228259"/>
            </a:xfrm>
            <a:custGeom>
              <a:avLst/>
              <a:gdLst/>
              <a:ahLst/>
              <a:cxnLst/>
              <a:rect l="l" t="t" r="r" b="b"/>
              <a:pathLst>
                <a:path w="6819" h="7468" extrusionOk="0">
                  <a:moveTo>
                    <a:pt x="5834" y="0"/>
                  </a:moveTo>
                  <a:lnTo>
                    <a:pt x="1336" y="2134"/>
                  </a:lnTo>
                  <a:cubicBezTo>
                    <a:pt x="1336" y="2134"/>
                    <a:pt x="1" y="4773"/>
                    <a:pt x="986" y="5985"/>
                  </a:cubicBezTo>
                  <a:cubicBezTo>
                    <a:pt x="1702" y="6866"/>
                    <a:pt x="3500" y="7467"/>
                    <a:pt x="4719" y="7467"/>
                  </a:cubicBezTo>
                  <a:cubicBezTo>
                    <a:pt x="5176" y="7467"/>
                    <a:pt x="5552" y="7383"/>
                    <a:pt x="5758" y="7197"/>
                  </a:cubicBezTo>
                  <a:cubicBezTo>
                    <a:pt x="6516" y="6514"/>
                    <a:pt x="5077" y="5530"/>
                    <a:pt x="5077" y="5530"/>
                  </a:cubicBezTo>
                  <a:cubicBezTo>
                    <a:pt x="5077" y="5530"/>
                    <a:pt x="6819" y="4849"/>
                    <a:pt x="6592" y="2651"/>
                  </a:cubicBezTo>
                  <a:cubicBezTo>
                    <a:pt x="6365" y="454"/>
                    <a:pt x="5834" y="0"/>
                    <a:pt x="5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770;p70">
              <a:extLst>
                <a:ext uri="{FF2B5EF4-FFF2-40B4-BE49-F238E27FC236}">
                  <a16:creationId xmlns:a16="http://schemas.microsoft.com/office/drawing/2014/main" id="{20775AF9-098A-70BA-42A5-3EF56137F550}"/>
                </a:ext>
              </a:extLst>
            </p:cNvPr>
            <p:cNvSpPr/>
            <p:nvPr/>
          </p:nvSpPr>
          <p:spPr>
            <a:xfrm>
              <a:off x="1456448" y="3620735"/>
              <a:ext cx="215728" cy="236481"/>
            </a:xfrm>
            <a:custGeom>
              <a:avLst/>
              <a:gdLst/>
              <a:ahLst/>
              <a:cxnLst/>
              <a:rect l="l" t="t" r="r" b="b"/>
              <a:pathLst>
                <a:path w="7058" h="7737" extrusionOk="0">
                  <a:moveTo>
                    <a:pt x="5944" y="300"/>
                  </a:moveTo>
                  <a:cubicBezTo>
                    <a:pt x="6079" y="487"/>
                    <a:pt x="6431" y="1123"/>
                    <a:pt x="6605" y="2800"/>
                  </a:cubicBezTo>
                  <a:cubicBezTo>
                    <a:pt x="6819" y="4866"/>
                    <a:pt x="5241" y="5514"/>
                    <a:pt x="5173" y="5541"/>
                  </a:cubicBezTo>
                  <a:cubicBezTo>
                    <a:pt x="5128" y="5559"/>
                    <a:pt x="5095" y="5601"/>
                    <a:pt x="5090" y="5650"/>
                  </a:cubicBezTo>
                  <a:cubicBezTo>
                    <a:pt x="5084" y="5700"/>
                    <a:pt x="5106" y="5748"/>
                    <a:pt x="5147" y="5776"/>
                  </a:cubicBezTo>
                  <a:cubicBezTo>
                    <a:pt x="5372" y="5930"/>
                    <a:pt x="5962" y="6423"/>
                    <a:pt x="5990" y="6847"/>
                  </a:cubicBezTo>
                  <a:cubicBezTo>
                    <a:pt x="5999" y="6991"/>
                    <a:pt x="5943" y="7118"/>
                    <a:pt x="5815" y="7232"/>
                  </a:cubicBezTo>
                  <a:cubicBezTo>
                    <a:pt x="5644" y="7386"/>
                    <a:pt x="5305" y="7469"/>
                    <a:pt x="4862" y="7469"/>
                  </a:cubicBezTo>
                  <a:cubicBezTo>
                    <a:pt x="4762" y="7469"/>
                    <a:pt x="4656" y="7465"/>
                    <a:pt x="4545" y="7456"/>
                  </a:cubicBezTo>
                  <a:cubicBezTo>
                    <a:pt x="3414" y="7368"/>
                    <a:pt x="1866" y="6812"/>
                    <a:pt x="1235" y="6036"/>
                  </a:cubicBezTo>
                  <a:cubicBezTo>
                    <a:pt x="380" y="4984"/>
                    <a:pt x="1422" y="2701"/>
                    <a:pt x="1581" y="2370"/>
                  </a:cubicBezTo>
                  <a:lnTo>
                    <a:pt x="5944" y="300"/>
                  </a:lnTo>
                  <a:close/>
                  <a:moveTo>
                    <a:pt x="5979" y="1"/>
                  </a:moveTo>
                  <a:cubicBezTo>
                    <a:pt x="5960" y="1"/>
                    <a:pt x="5940" y="5"/>
                    <a:pt x="5922" y="14"/>
                  </a:cubicBezTo>
                  <a:lnTo>
                    <a:pt x="1424" y="2149"/>
                  </a:lnTo>
                  <a:cubicBezTo>
                    <a:pt x="1398" y="2161"/>
                    <a:pt x="1375" y="2183"/>
                    <a:pt x="1361" y="2209"/>
                  </a:cubicBezTo>
                  <a:cubicBezTo>
                    <a:pt x="1306" y="2320"/>
                    <a:pt x="0" y="4939"/>
                    <a:pt x="1028" y="6204"/>
                  </a:cubicBezTo>
                  <a:cubicBezTo>
                    <a:pt x="1730" y="7067"/>
                    <a:pt x="3354" y="7630"/>
                    <a:pt x="4525" y="7722"/>
                  </a:cubicBezTo>
                  <a:cubicBezTo>
                    <a:pt x="4633" y="7730"/>
                    <a:pt x="4749" y="7736"/>
                    <a:pt x="4869" y="7736"/>
                  </a:cubicBezTo>
                  <a:cubicBezTo>
                    <a:pt x="5281" y="7736"/>
                    <a:pt x="5728" y="7670"/>
                    <a:pt x="5994" y="7432"/>
                  </a:cubicBezTo>
                  <a:cubicBezTo>
                    <a:pt x="6183" y="7261"/>
                    <a:pt x="6272" y="7058"/>
                    <a:pt x="6257" y="6829"/>
                  </a:cubicBezTo>
                  <a:cubicBezTo>
                    <a:pt x="6226" y="6358"/>
                    <a:pt x="5742" y="5904"/>
                    <a:pt x="5473" y="5688"/>
                  </a:cubicBezTo>
                  <a:cubicBezTo>
                    <a:pt x="5944" y="5418"/>
                    <a:pt x="7057" y="4582"/>
                    <a:pt x="6871" y="2772"/>
                  </a:cubicBezTo>
                  <a:cubicBezTo>
                    <a:pt x="6641" y="548"/>
                    <a:pt x="6091" y="53"/>
                    <a:pt x="6067" y="33"/>
                  </a:cubicBezTo>
                  <a:cubicBezTo>
                    <a:pt x="6042" y="12"/>
                    <a:pt x="6011" y="1"/>
                    <a:pt x="5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771;p70">
              <a:extLst>
                <a:ext uri="{FF2B5EF4-FFF2-40B4-BE49-F238E27FC236}">
                  <a16:creationId xmlns:a16="http://schemas.microsoft.com/office/drawing/2014/main" id="{C8B7CA27-7DBA-E82C-6F4E-174AF1A11F65}"/>
                </a:ext>
              </a:extLst>
            </p:cNvPr>
            <p:cNvSpPr/>
            <p:nvPr/>
          </p:nvSpPr>
          <p:spPr>
            <a:xfrm>
              <a:off x="1280731" y="3264166"/>
              <a:ext cx="461562" cy="469387"/>
            </a:xfrm>
            <a:custGeom>
              <a:avLst/>
              <a:gdLst/>
              <a:ahLst/>
              <a:cxnLst/>
              <a:rect l="l" t="t" r="r" b="b"/>
              <a:pathLst>
                <a:path w="15101" h="15357" extrusionOk="0">
                  <a:moveTo>
                    <a:pt x="8356" y="0"/>
                  </a:moveTo>
                  <a:cubicBezTo>
                    <a:pt x="8239" y="0"/>
                    <a:pt x="8136" y="9"/>
                    <a:pt x="8051" y="29"/>
                  </a:cubicBezTo>
                  <a:cubicBezTo>
                    <a:pt x="6692" y="343"/>
                    <a:pt x="3345" y="5257"/>
                    <a:pt x="1672" y="5257"/>
                  </a:cubicBezTo>
                  <a:cubicBezTo>
                    <a:pt x="0" y="5257"/>
                    <a:pt x="418" y="7348"/>
                    <a:pt x="940" y="8394"/>
                  </a:cubicBezTo>
                  <a:cubicBezTo>
                    <a:pt x="1464" y="9438"/>
                    <a:pt x="2091" y="9648"/>
                    <a:pt x="2091" y="9648"/>
                  </a:cubicBezTo>
                  <a:cubicBezTo>
                    <a:pt x="2091" y="9648"/>
                    <a:pt x="5331" y="13934"/>
                    <a:pt x="6482" y="14561"/>
                  </a:cubicBezTo>
                  <a:cubicBezTo>
                    <a:pt x="7311" y="15013"/>
                    <a:pt x="7868" y="15357"/>
                    <a:pt x="8427" y="15357"/>
                  </a:cubicBezTo>
                  <a:cubicBezTo>
                    <a:pt x="8644" y="15357"/>
                    <a:pt x="8862" y="15305"/>
                    <a:pt x="9095" y="15188"/>
                  </a:cubicBezTo>
                  <a:cubicBezTo>
                    <a:pt x="9932" y="14771"/>
                    <a:pt x="12440" y="11634"/>
                    <a:pt x="12859" y="9961"/>
                  </a:cubicBezTo>
                  <a:cubicBezTo>
                    <a:pt x="13277" y="8289"/>
                    <a:pt x="13277" y="7138"/>
                    <a:pt x="13277" y="7138"/>
                  </a:cubicBezTo>
                  <a:cubicBezTo>
                    <a:pt x="13277" y="7138"/>
                    <a:pt x="14454" y="5478"/>
                    <a:pt x="14696" y="4568"/>
                  </a:cubicBezTo>
                  <a:cubicBezTo>
                    <a:pt x="15100" y="3040"/>
                    <a:pt x="15010" y="2049"/>
                    <a:pt x="15010" y="2049"/>
                  </a:cubicBezTo>
                  <a:cubicBezTo>
                    <a:pt x="15010" y="2049"/>
                    <a:pt x="10094" y="0"/>
                    <a:pt x="83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2772;p70">
              <a:extLst>
                <a:ext uri="{FF2B5EF4-FFF2-40B4-BE49-F238E27FC236}">
                  <a16:creationId xmlns:a16="http://schemas.microsoft.com/office/drawing/2014/main" id="{784D8D6C-6C1F-D4E1-3177-95CE0526E82C}"/>
                </a:ext>
              </a:extLst>
            </p:cNvPr>
            <p:cNvSpPr/>
            <p:nvPr/>
          </p:nvSpPr>
          <p:spPr>
            <a:xfrm>
              <a:off x="1282779" y="3260131"/>
              <a:ext cx="463488" cy="477517"/>
            </a:xfrm>
            <a:custGeom>
              <a:avLst/>
              <a:gdLst/>
              <a:ahLst/>
              <a:cxnLst/>
              <a:rect l="l" t="t" r="r" b="b"/>
              <a:pathLst>
                <a:path w="15164" h="15623" extrusionOk="0">
                  <a:moveTo>
                    <a:pt x="8299" y="265"/>
                  </a:moveTo>
                  <a:cubicBezTo>
                    <a:pt x="9858" y="265"/>
                    <a:pt x="14181" y="2014"/>
                    <a:pt x="14814" y="2274"/>
                  </a:cubicBezTo>
                  <a:cubicBezTo>
                    <a:pt x="14825" y="2535"/>
                    <a:pt x="14829" y="3423"/>
                    <a:pt x="14499" y="4667"/>
                  </a:cubicBezTo>
                  <a:cubicBezTo>
                    <a:pt x="14268" y="5542"/>
                    <a:pt x="13112" y="7176"/>
                    <a:pt x="13102" y="7193"/>
                  </a:cubicBezTo>
                  <a:cubicBezTo>
                    <a:pt x="13085" y="7216"/>
                    <a:pt x="13076" y="7242"/>
                    <a:pt x="13076" y="7270"/>
                  </a:cubicBezTo>
                  <a:cubicBezTo>
                    <a:pt x="13076" y="7282"/>
                    <a:pt x="13071" y="8426"/>
                    <a:pt x="12662" y="10060"/>
                  </a:cubicBezTo>
                  <a:cubicBezTo>
                    <a:pt x="12245" y="11733"/>
                    <a:pt x="9725" y="14823"/>
                    <a:pt x="8969" y="15201"/>
                  </a:cubicBezTo>
                  <a:cubicBezTo>
                    <a:pt x="8756" y="15308"/>
                    <a:pt x="8559" y="15355"/>
                    <a:pt x="8359" y="15355"/>
                  </a:cubicBezTo>
                  <a:cubicBezTo>
                    <a:pt x="7895" y="15355"/>
                    <a:pt x="7423" y="15095"/>
                    <a:pt x="6735" y="14716"/>
                  </a:cubicBezTo>
                  <a:lnTo>
                    <a:pt x="6479" y="14576"/>
                  </a:lnTo>
                  <a:cubicBezTo>
                    <a:pt x="5367" y="13970"/>
                    <a:pt x="2163" y="9741"/>
                    <a:pt x="2130" y="9699"/>
                  </a:cubicBezTo>
                  <a:cubicBezTo>
                    <a:pt x="2114" y="9678"/>
                    <a:pt x="2092" y="9662"/>
                    <a:pt x="2066" y="9652"/>
                  </a:cubicBezTo>
                  <a:cubicBezTo>
                    <a:pt x="2060" y="9651"/>
                    <a:pt x="1486" y="9450"/>
                    <a:pt x="994" y="8465"/>
                  </a:cubicBezTo>
                  <a:cubicBezTo>
                    <a:pt x="597" y="7672"/>
                    <a:pt x="368" y="6515"/>
                    <a:pt x="727" y="5937"/>
                  </a:cubicBezTo>
                  <a:cubicBezTo>
                    <a:pt x="896" y="5661"/>
                    <a:pt x="1192" y="5522"/>
                    <a:pt x="1605" y="5522"/>
                  </a:cubicBezTo>
                  <a:cubicBezTo>
                    <a:pt x="2595" y="5522"/>
                    <a:pt x="4031" y="4013"/>
                    <a:pt x="5420" y="2554"/>
                  </a:cubicBezTo>
                  <a:cubicBezTo>
                    <a:pt x="6464" y="1458"/>
                    <a:pt x="7450" y="421"/>
                    <a:pt x="8014" y="291"/>
                  </a:cubicBezTo>
                  <a:cubicBezTo>
                    <a:pt x="8093" y="273"/>
                    <a:pt x="8189" y="265"/>
                    <a:pt x="8299" y="265"/>
                  </a:cubicBezTo>
                  <a:close/>
                  <a:moveTo>
                    <a:pt x="8278" y="0"/>
                  </a:moveTo>
                  <a:cubicBezTo>
                    <a:pt x="8154" y="0"/>
                    <a:pt x="8045" y="10"/>
                    <a:pt x="7953" y="31"/>
                  </a:cubicBezTo>
                  <a:cubicBezTo>
                    <a:pt x="7312" y="179"/>
                    <a:pt x="6345" y="1194"/>
                    <a:pt x="5227" y="2369"/>
                  </a:cubicBezTo>
                  <a:cubicBezTo>
                    <a:pt x="3939" y="3722"/>
                    <a:pt x="2479" y="5255"/>
                    <a:pt x="1605" y="5255"/>
                  </a:cubicBezTo>
                  <a:cubicBezTo>
                    <a:pt x="1094" y="5255"/>
                    <a:pt x="721" y="5437"/>
                    <a:pt x="499" y="5796"/>
                  </a:cubicBezTo>
                  <a:cubicBezTo>
                    <a:pt x="1" y="6602"/>
                    <a:pt x="449" y="7973"/>
                    <a:pt x="754" y="8585"/>
                  </a:cubicBezTo>
                  <a:cubicBezTo>
                    <a:pt x="1225" y="9526"/>
                    <a:pt x="1783" y="9822"/>
                    <a:pt x="1940" y="9891"/>
                  </a:cubicBezTo>
                  <a:cubicBezTo>
                    <a:pt x="2254" y="10303"/>
                    <a:pt x="5227" y="14197"/>
                    <a:pt x="6351" y="14811"/>
                  </a:cubicBezTo>
                  <a:lnTo>
                    <a:pt x="6605" y="14951"/>
                  </a:lnTo>
                  <a:cubicBezTo>
                    <a:pt x="7297" y="15331"/>
                    <a:pt x="7825" y="15622"/>
                    <a:pt x="8364" y="15622"/>
                  </a:cubicBezTo>
                  <a:cubicBezTo>
                    <a:pt x="8599" y="15622"/>
                    <a:pt x="8835" y="15567"/>
                    <a:pt x="9089" y="15440"/>
                  </a:cubicBezTo>
                  <a:cubicBezTo>
                    <a:pt x="9986" y="14991"/>
                    <a:pt x="12505" y="11794"/>
                    <a:pt x="12922" y="10125"/>
                  </a:cubicBezTo>
                  <a:cubicBezTo>
                    <a:pt x="13299" y="8616"/>
                    <a:pt x="13340" y="7540"/>
                    <a:pt x="13343" y="7314"/>
                  </a:cubicBezTo>
                  <a:cubicBezTo>
                    <a:pt x="13518" y="7064"/>
                    <a:pt x="14530" y="5595"/>
                    <a:pt x="14758" y="4734"/>
                  </a:cubicBezTo>
                  <a:cubicBezTo>
                    <a:pt x="15163" y="3201"/>
                    <a:pt x="15080" y="2211"/>
                    <a:pt x="15077" y="2169"/>
                  </a:cubicBezTo>
                  <a:cubicBezTo>
                    <a:pt x="15072" y="2120"/>
                    <a:pt x="15041" y="2078"/>
                    <a:pt x="14995" y="2058"/>
                  </a:cubicBezTo>
                  <a:cubicBezTo>
                    <a:pt x="14780" y="1968"/>
                    <a:pt x="10033" y="0"/>
                    <a:pt x="82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2773;p70">
              <a:extLst>
                <a:ext uri="{FF2B5EF4-FFF2-40B4-BE49-F238E27FC236}">
                  <a16:creationId xmlns:a16="http://schemas.microsoft.com/office/drawing/2014/main" id="{B82CC840-0A90-F4F7-F18C-283E5F6B2853}"/>
                </a:ext>
              </a:extLst>
            </p:cNvPr>
            <p:cNvSpPr/>
            <p:nvPr/>
          </p:nvSpPr>
          <p:spPr>
            <a:xfrm>
              <a:off x="1648456" y="3450061"/>
              <a:ext cx="47070" cy="17942"/>
            </a:xfrm>
            <a:custGeom>
              <a:avLst/>
              <a:gdLst/>
              <a:ahLst/>
              <a:cxnLst/>
              <a:rect l="l" t="t" r="r" b="b"/>
              <a:pathLst>
                <a:path w="1540" h="587" extrusionOk="0">
                  <a:moveTo>
                    <a:pt x="420" y="0"/>
                  </a:moveTo>
                  <a:cubicBezTo>
                    <a:pt x="238" y="0"/>
                    <a:pt x="123" y="32"/>
                    <a:pt x="112" y="35"/>
                  </a:cubicBezTo>
                  <a:cubicBezTo>
                    <a:pt x="41" y="55"/>
                    <a:pt x="0" y="129"/>
                    <a:pt x="21" y="199"/>
                  </a:cubicBezTo>
                  <a:cubicBezTo>
                    <a:pt x="37" y="259"/>
                    <a:pt x="91" y="296"/>
                    <a:pt x="150" y="296"/>
                  </a:cubicBezTo>
                  <a:cubicBezTo>
                    <a:pt x="161" y="296"/>
                    <a:pt x="173" y="295"/>
                    <a:pt x="184" y="292"/>
                  </a:cubicBezTo>
                  <a:cubicBezTo>
                    <a:pt x="193" y="289"/>
                    <a:pt x="280" y="267"/>
                    <a:pt x="419" y="267"/>
                  </a:cubicBezTo>
                  <a:cubicBezTo>
                    <a:pt x="628" y="267"/>
                    <a:pt x="954" y="317"/>
                    <a:pt x="1311" y="563"/>
                  </a:cubicBezTo>
                  <a:cubicBezTo>
                    <a:pt x="1335" y="578"/>
                    <a:pt x="1360" y="587"/>
                    <a:pt x="1387" y="587"/>
                  </a:cubicBezTo>
                  <a:cubicBezTo>
                    <a:pt x="1429" y="587"/>
                    <a:pt x="1471" y="566"/>
                    <a:pt x="1497" y="528"/>
                  </a:cubicBezTo>
                  <a:cubicBezTo>
                    <a:pt x="1540" y="468"/>
                    <a:pt x="1524" y="385"/>
                    <a:pt x="1463" y="342"/>
                  </a:cubicBezTo>
                  <a:cubicBezTo>
                    <a:pt x="1053" y="61"/>
                    <a:pt x="672" y="0"/>
                    <a:pt x="4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2774;p70">
              <a:extLst>
                <a:ext uri="{FF2B5EF4-FFF2-40B4-BE49-F238E27FC236}">
                  <a16:creationId xmlns:a16="http://schemas.microsoft.com/office/drawing/2014/main" id="{6C3569E2-C7A7-B891-8D80-289326DE7C96}"/>
                </a:ext>
              </a:extLst>
            </p:cNvPr>
            <p:cNvSpPr/>
            <p:nvPr/>
          </p:nvSpPr>
          <p:spPr>
            <a:xfrm>
              <a:off x="1529682" y="3457336"/>
              <a:ext cx="30107" cy="41568"/>
            </a:xfrm>
            <a:custGeom>
              <a:avLst/>
              <a:gdLst/>
              <a:ahLst/>
              <a:cxnLst/>
              <a:rect l="l" t="t" r="r" b="b"/>
              <a:pathLst>
                <a:path w="985" h="1360" extrusionOk="0">
                  <a:moveTo>
                    <a:pt x="608" y="0"/>
                  </a:moveTo>
                  <a:cubicBezTo>
                    <a:pt x="406" y="0"/>
                    <a:pt x="188" y="240"/>
                    <a:pt x="99" y="576"/>
                  </a:cubicBezTo>
                  <a:cubicBezTo>
                    <a:pt x="1" y="946"/>
                    <a:pt x="98" y="1294"/>
                    <a:pt x="315" y="1351"/>
                  </a:cubicBezTo>
                  <a:cubicBezTo>
                    <a:pt x="335" y="1357"/>
                    <a:pt x="356" y="1359"/>
                    <a:pt x="377" y="1359"/>
                  </a:cubicBezTo>
                  <a:cubicBezTo>
                    <a:pt x="578" y="1359"/>
                    <a:pt x="797" y="1120"/>
                    <a:pt x="885" y="784"/>
                  </a:cubicBezTo>
                  <a:cubicBezTo>
                    <a:pt x="984" y="414"/>
                    <a:pt x="888" y="66"/>
                    <a:pt x="670" y="8"/>
                  </a:cubicBezTo>
                  <a:cubicBezTo>
                    <a:pt x="650" y="3"/>
                    <a:pt x="629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2775;p70">
              <a:extLst>
                <a:ext uri="{FF2B5EF4-FFF2-40B4-BE49-F238E27FC236}">
                  <a16:creationId xmlns:a16="http://schemas.microsoft.com/office/drawing/2014/main" id="{ECBE593D-636B-3892-7035-49C50C60FC7A}"/>
                </a:ext>
              </a:extLst>
            </p:cNvPr>
            <p:cNvSpPr/>
            <p:nvPr/>
          </p:nvSpPr>
          <p:spPr>
            <a:xfrm>
              <a:off x="1644391" y="3488481"/>
              <a:ext cx="30107" cy="41538"/>
            </a:xfrm>
            <a:custGeom>
              <a:avLst/>
              <a:gdLst/>
              <a:ahLst/>
              <a:cxnLst/>
              <a:rect l="l" t="t" r="r" b="b"/>
              <a:pathLst>
                <a:path w="985" h="1359" extrusionOk="0">
                  <a:moveTo>
                    <a:pt x="607" y="0"/>
                  </a:moveTo>
                  <a:cubicBezTo>
                    <a:pt x="406" y="0"/>
                    <a:pt x="188" y="240"/>
                    <a:pt x="99" y="576"/>
                  </a:cubicBezTo>
                  <a:cubicBezTo>
                    <a:pt x="1" y="946"/>
                    <a:pt x="98" y="1294"/>
                    <a:pt x="315" y="1351"/>
                  </a:cubicBezTo>
                  <a:cubicBezTo>
                    <a:pt x="336" y="1356"/>
                    <a:pt x="357" y="1359"/>
                    <a:pt x="378" y="1359"/>
                  </a:cubicBezTo>
                  <a:cubicBezTo>
                    <a:pt x="579" y="1359"/>
                    <a:pt x="797" y="1119"/>
                    <a:pt x="885" y="784"/>
                  </a:cubicBezTo>
                  <a:cubicBezTo>
                    <a:pt x="984" y="413"/>
                    <a:pt x="888" y="66"/>
                    <a:pt x="670" y="9"/>
                  </a:cubicBezTo>
                  <a:cubicBezTo>
                    <a:pt x="649" y="3"/>
                    <a:pt x="628" y="0"/>
                    <a:pt x="6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2776;p70">
              <a:extLst>
                <a:ext uri="{FF2B5EF4-FFF2-40B4-BE49-F238E27FC236}">
                  <a16:creationId xmlns:a16="http://schemas.microsoft.com/office/drawing/2014/main" id="{4BE2EB4A-1D0D-5EB3-BB01-CF54059BFD48}"/>
                </a:ext>
              </a:extLst>
            </p:cNvPr>
            <p:cNvSpPr/>
            <p:nvPr/>
          </p:nvSpPr>
          <p:spPr>
            <a:xfrm>
              <a:off x="1522927" y="3413017"/>
              <a:ext cx="87263" cy="22312"/>
            </a:xfrm>
            <a:custGeom>
              <a:avLst/>
              <a:gdLst/>
              <a:ahLst/>
              <a:cxnLst/>
              <a:rect l="l" t="t" r="r" b="b"/>
              <a:pathLst>
                <a:path w="2855" h="730" extrusionOk="0">
                  <a:moveTo>
                    <a:pt x="1167" y="0"/>
                  </a:moveTo>
                  <a:cubicBezTo>
                    <a:pt x="507" y="0"/>
                    <a:pt x="105" y="260"/>
                    <a:pt x="78" y="279"/>
                  </a:cubicBezTo>
                  <a:cubicBezTo>
                    <a:pt x="17" y="319"/>
                    <a:pt x="0" y="402"/>
                    <a:pt x="41" y="464"/>
                  </a:cubicBezTo>
                  <a:cubicBezTo>
                    <a:pt x="67" y="503"/>
                    <a:pt x="109" y="524"/>
                    <a:pt x="153" y="524"/>
                  </a:cubicBezTo>
                  <a:cubicBezTo>
                    <a:pt x="178" y="524"/>
                    <a:pt x="204" y="516"/>
                    <a:pt x="226" y="501"/>
                  </a:cubicBezTo>
                  <a:cubicBezTo>
                    <a:pt x="232" y="497"/>
                    <a:pt x="582" y="272"/>
                    <a:pt x="1167" y="272"/>
                  </a:cubicBezTo>
                  <a:cubicBezTo>
                    <a:pt x="1560" y="272"/>
                    <a:pt x="2059" y="373"/>
                    <a:pt x="2633" y="712"/>
                  </a:cubicBezTo>
                  <a:cubicBezTo>
                    <a:pt x="2654" y="724"/>
                    <a:pt x="2678" y="730"/>
                    <a:pt x="2701" y="730"/>
                  </a:cubicBezTo>
                  <a:cubicBezTo>
                    <a:pt x="2747" y="730"/>
                    <a:pt x="2791" y="706"/>
                    <a:pt x="2817" y="664"/>
                  </a:cubicBezTo>
                  <a:cubicBezTo>
                    <a:pt x="2854" y="601"/>
                    <a:pt x="2832" y="519"/>
                    <a:pt x="2769" y="481"/>
                  </a:cubicBezTo>
                  <a:cubicBezTo>
                    <a:pt x="2146" y="113"/>
                    <a:pt x="1601" y="0"/>
                    <a:pt x="1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2777;p70">
              <a:extLst>
                <a:ext uri="{FF2B5EF4-FFF2-40B4-BE49-F238E27FC236}">
                  <a16:creationId xmlns:a16="http://schemas.microsoft.com/office/drawing/2014/main" id="{F2CABEFA-19F6-F380-DF72-9E7168338756}"/>
                </a:ext>
              </a:extLst>
            </p:cNvPr>
            <p:cNvSpPr/>
            <p:nvPr/>
          </p:nvSpPr>
          <p:spPr>
            <a:xfrm>
              <a:off x="1527022" y="3598117"/>
              <a:ext cx="73417" cy="35486"/>
            </a:xfrm>
            <a:custGeom>
              <a:avLst/>
              <a:gdLst/>
              <a:ahLst/>
              <a:cxnLst/>
              <a:rect l="l" t="t" r="r" b="b"/>
              <a:pathLst>
                <a:path w="2402" h="1161" extrusionOk="0">
                  <a:moveTo>
                    <a:pt x="151" y="1"/>
                  </a:moveTo>
                  <a:cubicBezTo>
                    <a:pt x="123" y="1"/>
                    <a:pt x="94" y="10"/>
                    <a:pt x="70" y="29"/>
                  </a:cubicBezTo>
                  <a:cubicBezTo>
                    <a:pt x="11" y="74"/>
                    <a:pt x="1" y="158"/>
                    <a:pt x="45" y="217"/>
                  </a:cubicBezTo>
                  <a:cubicBezTo>
                    <a:pt x="716" y="1077"/>
                    <a:pt x="1755" y="1160"/>
                    <a:pt x="2131" y="1160"/>
                  </a:cubicBezTo>
                  <a:cubicBezTo>
                    <a:pt x="2212" y="1160"/>
                    <a:pt x="2263" y="1157"/>
                    <a:pt x="2272" y="1156"/>
                  </a:cubicBezTo>
                  <a:cubicBezTo>
                    <a:pt x="2346" y="1150"/>
                    <a:pt x="2401" y="1086"/>
                    <a:pt x="2395" y="1012"/>
                  </a:cubicBezTo>
                  <a:cubicBezTo>
                    <a:pt x="2389" y="942"/>
                    <a:pt x="2329" y="889"/>
                    <a:pt x="2260" y="889"/>
                  </a:cubicBezTo>
                  <a:cubicBezTo>
                    <a:pt x="2257" y="889"/>
                    <a:pt x="2254" y="889"/>
                    <a:pt x="2251" y="890"/>
                  </a:cubicBezTo>
                  <a:cubicBezTo>
                    <a:pt x="2248" y="890"/>
                    <a:pt x="2213" y="892"/>
                    <a:pt x="2151" y="892"/>
                  </a:cubicBezTo>
                  <a:cubicBezTo>
                    <a:pt x="1838" y="892"/>
                    <a:pt x="861" y="828"/>
                    <a:pt x="256" y="52"/>
                  </a:cubicBezTo>
                  <a:cubicBezTo>
                    <a:pt x="230" y="18"/>
                    <a:pt x="191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2778;p70">
              <a:extLst>
                <a:ext uri="{FF2B5EF4-FFF2-40B4-BE49-F238E27FC236}">
                  <a16:creationId xmlns:a16="http://schemas.microsoft.com/office/drawing/2014/main" id="{0588B6CB-E34A-C5A3-3C29-73E9CBA9303E}"/>
                </a:ext>
              </a:extLst>
            </p:cNvPr>
            <p:cNvSpPr/>
            <p:nvPr/>
          </p:nvSpPr>
          <p:spPr>
            <a:xfrm>
              <a:off x="1481481" y="3426404"/>
              <a:ext cx="136931" cy="112754"/>
            </a:xfrm>
            <a:custGeom>
              <a:avLst/>
              <a:gdLst/>
              <a:ahLst/>
              <a:cxnLst/>
              <a:rect l="l" t="t" r="r" b="b"/>
              <a:pathLst>
                <a:path w="4480" h="3689" extrusionOk="0">
                  <a:moveTo>
                    <a:pt x="1353" y="268"/>
                  </a:moveTo>
                  <a:cubicBezTo>
                    <a:pt x="2195" y="268"/>
                    <a:pt x="3735" y="878"/>
                    <a:pt x="4163" y="1055"/>
                  </a:cubicBezTo>
                  <a:cubicBezTo>
                    <a:pt x="3877" y="1876"/>
                    <a:pt x="3380" y="2881"/>
                    <a:pt x="2592" y="3264"/>
                  </a:cubicBezTo>
                  <a:cubicBezTo>
                    <a:pt x="2379" y="3368"/>
                    <a:pt x="2153" y="3420"/>
                    <a:pt x="1916" y="3420"/>
                  </a:cubicBezTo>
                  <a:cubicBezTo>
                    <a:pt x="1709" y="3420"/>
                    <a:pt x="1494" y="3380"/>
                    <a:pt x="1272" y="3301"/>
                  </a:cubicBezTo>
                  <a:cubicBezTo>
                    <a:pt x="280" y="2947"/>
                    <a:pt x="313" y="1912"/>
                    <a:pt x="347" y="1603"/>
                  </a:cubicBezTo>
                  <a:cubicBezTo>
                    <a:pt x="422" y="920"/>
                    <a:pt x="798" y="326"/>
                    <a:pt x="1184" y="277"/>
                  </a:cubicBezTo>
                  <a:cubicBezTo>
                    <a:pt x="1236" y="270"/>
                    <a:pt x="1292" y="268"/>
                    <a:pt x="1353" y="268"/>
                  </a:cubicBezTo>
                  <a:close/>
                  <a:moveTo>
                    <a:pt x="1342" y="1"/>
                  </a:moveTo>
                  <a:cubicBezTo>
                    <a:pt x="1274" y="1"/>
                    <a:pt x="1210" y="4"/>
                    <a:pt x="1150" y="11"/>
                  </a:cubicBezTo>
                  <a:cubicBezTo>
                    <a:pt x="632" y="76"/>
                    <a:pt x="172" y="748"/>
                    <a:pt x="81" y="1574"/>
                  </a:cubicBezTo>
                  <a:cubicBezTo>
                    <a:pt x="1" y="2312"/>
                    <a:pt x="248" y="3219"/>
                    <a:pt x="1182" y="3553"/>
                  </a:cubicBezTo>
                  <a:cubicBezTo>
                    <a:pt x="1434" y="3643"/>
                    <a:pt x="1680" y="3689"/>
                    <a:pt x="1917" y="3689"/>
                  </a:cubicBezTo>
                  <a:cubicBezTo>
                    <a:pt x="2194" y="3689"/>
                    <a:pt x="2459" y="3627"/>
                    <a:pt x="2709" y="3504"/>
                  </a:cubicBezTo>
                  <a:cubicBezTo>
                    <a:pt x="3618" y="3063"/>
                    <a:pt x="4161" y="1911"/>
                    <a:pt x="4457" y="1023"/>
                  </a:cubicBezTo>
                  <a:cubicBezTo>
                    <a:pt x="4480" y="956"/>
                    <a:pt x="4447" y="885"/>
                    <a:pt x="4383" y="858"/>
                  </a:cubicBezTo>
                  <a:cubicBezTo>
                    <a:pt x="4297" y="820"/>
                    <a:pt x="2385" y="1"/>
                    <a:pt x="13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2779;p70">
              <a:extLst>
                <a:ext uri="{FF2B5EF4-FFF2-40B4-BE49-F238E27FC236}">
                  <a16:creationId xmlns:a16="http://schemas.microsoft.com/office/drawing/2014/main" id="{8CF54422-13D0-9FB5-EDF8-624E811E837B}"/>
                </a:ext>
              </a:extLst>
            </p:cNvPr>
            <p:cNvSpPr/>
            <p:nvPr/>
          </p:nvSpPr>
          <p:spPr>
            <a:xfrm>
              <a:off x="1622018" y="3462990"/>
              <a:ext cx="116605" cy="114405"/>
            </a:xfrm>
            <a:custGeom>
              <a:avLst/>
              <a:gdLst/>
              <a:ahLst/>
              <a:cxnLst/>
              <a:rect l="l" t="t" r="r" b="b"/>
              <a:pathLst>
                <a:path w="3815" h="3743" extrusionOk="0">
                  <a:moveTo>
                    <a:pt x="712" y="283"/>
                  </a:moveTo>
                  <a:cubicBezTo>
                    <a:pt x="1153" y="352"/>
                    <a:pt x="2746" y="625"/>
                    <a:pt x="3254" y="1073"/>
                  </a:cubicBezTo>
                  <a:cubicBezTo>
                    <a:pt x="3495" y="1284"/>
                    <a:pt x="3458" y="1901"/>
                    <a:pt x="3170" y="2476"/>
                  </a:cubicBezTo>
                  <a:cubicBezTo>
                    <a:pt x="3045" y="2726"/>
                    <a:pt x="2604" y="3475"/>
                    <a:pt x="1838" y="3475"/>
                  </a:cubicBezTo>
                  <a:cubicBezTo>
                    <a:pt x="1757" y="3475"/>
                    <a:pt x="1672" y="3467"/>
                    <a:pt x="1584" y="3449"/>
                  </a:cubicBezTo>
                  <a:cubicBezTo>
                    <a:pt x="1174" y="3362"/>
                    <a:pt x="886" y="3168"/>
                    <a:pt x="699" y="2855"/>
                  </a:cubicBezTo>
                  <a:cubicBezTo>
                    <a:pt x="298" y="2180"/>
                    <a:pt x="475" y="1105"/>
                    <a:pt x="712" y="283"/>
                  </a:cubicBezTo>
                  <a:close/>
                  <a:moveTo>
                    <a:pt x="618" y="0"/>
                  </a:moveTo>
                  <a:cubicBezTo>
                    <a:pt x="558" y="0"/>
                    <a:pt x="506" y="38"/>
                    <a:pt x="488" y="95"/>
                  </a:cubicBezTo>
                  <a:cubicBezTo>
                    <a:pt x="221" y="981"/>
                    <a:pt x="1" y="2203"/>
                    <a:pt x="469" y="2991"/>
                  </a:cubicBezTo>
                  <a:cubicBezTo>
                    <a:pt x="693" y="3368"/>
                    <a:pt x="1049" y="3610"/>
                    <a:pt x="1530" y="3710"/>
                  </a:cubicBezTo>
                  <a:cubicBezTo>
                    <a:pt x="1634" y="3731"/>
                    <a:pt x="1735" y="3742"/>
                    <a:pt x="1834" y="3742"/>
                  </a:cubicBezTo>
                  <a:cubicBezTo>
                    <a:pt x="2565" y="3742"/>
                    <a:pt x="3118" y="3177"/>
                    <a:pt x="3408" y="2595"/>
                  </a:cubicBezTo>
                  <a:cubicBezTo>
                    <a:pt x="3709" y="1995"/>
                    <a:pt x="3814" y="1210"/>
                    <a:pt x="3431" y="873"/>
                  </a:cubicBezTo>
                  <a:cubicBezTo>
                    <a:pt x="2783" y="301"/>
                    <a:pt x="722" y="13"/>
                    <a:pt x="635" y="1"/>
                  </a:cubicBezTo>
                  <a:cubicBezTo>
                    <a:pt x="629" y="1"/>
                    <a:pt x="623" y="0"/>
                    <a:pt x="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2780;p70">
              <a:extLst>
                <a:ext uri="{FF2B5EF4-FFF2-40B4-BE49-F238E27FC236}">
                  <a16:creationId xmlns:a16="http://schemas.microsoft.com/office/drawing/2014/main" id="{891DE3E8-8321-EFB3-62A1-D2A02FCD56DC}"/>
                </a:ext>
              </a:extLst>
            </p:cNvPr>
            <p:cNvSpPr/>
            <p:nvPr/>
          </p:nvSpPr>
          <p:spPr>
            <a:xfrm>
              <a:off x="1609303" y="3451712"/>
              <a:ext cx="35700" cy="20265"/>
            </a:xfrm>
            <a:custGeom>
              <a:avLst/>
              <a:gdLst/>
              <a:ahLst/>
              <a:cxnLst/>
              <a:rect l="l" t="t" r="r" b="b"/>
              <a:pathLst>
                <a:path w="1168" h="663" extrusionOk="0">
                  <a:moveTo>
                    <a:pt x="313" y="0"/>
                  </a:moveTo>
                  <a:cubicBezTo>
                    <a:pt x="235" y="0"/>
                    <a:pt x="167" y="10"/>
                    <a:pt x="115" y="24"/>
                  </a:cubicBezTo>
                  <a:cubicBezTo>
                    <a:pt x="44" y="42"/>
                    <a:pt x="0" y="115"/>
                    <a:pt x="20" y="186"/>
                  </a:cubicBezTo>
                  <a:cubicBezTo>
                    <a:pt x="35" y="246"/>
                    <a:pt x="89" y="286"/>
                    <a:pt x="148" y="286"/>
                  </a:cubicBezTo>
                  <a:cubicBezTo>
                    <a:pt x="159" y="286"/>
                    <a:pt x="171" y="284"/>
                    <a:pt x="182" y="281"/>
                  </a:cubicBezTo>
                  <a:cubicBezTo>
                    <a:pt x="184" y="281"/>
                    <a:pt x="237" y="268"/>
                    <a:pt x="317" y="268"/>
                  </a:cubicBezTo>
                  <a:cubicBezTo>
                    <a:pt x="470" y="268"/>
                    <a:pt x="724" y="317"/>
                    <a:pt x="902" y="600"/>
                  </a:cubicBezTo>
                  <a:cubicBezTo>
                    <a:pt x="927" y="641"/>
                    <a:pt x="971" y="663"/>
                    <a:pt x="1015" y="663"/>
                  </a:cubicBezTo>
                  <a:cubicBezTo>
                    <a:pt x="1040" y="663"/>
                    <a:pt x="1064" y="657"/>
                    <a:pt x="1086" y="642"/>
                  </a:cubicBezTo>
                  <a:cubicBezTo>
                    <a:pt x="1149" y="603"/>
                    <a:pt x="1168" y="521"/>
                    <a:pt x="1128" y="458"/>
                  </a:cubicBezTo>
                  <a:cubicBezTo>
                    <a:pt x="900" y="97"/>
                    <a:pt x="560" y="0"/>
                    <a:pt x="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2781;p70">
              <a:extLst>
                <a:ext uri="{FF2B5EF4-FFF2-40B4-BE49-F238E27FC236}">
                  <a16:creationId xmlns:a16="http://schemas.microsoft.com/office/drawing/2014/main" id="{81A8A955-EB84-66A3-AF65-BFA0CCF23857}"/>
                </a:ext>
              </a:extLst>
            </p:cNvPr>
            <p:cNvSpPr/>
            <p:nvPr/>
          </p:nvSpPr>
          <p:spPr>
            <a:xfrm>
              <a:off x="1603740" y="3478242"/>
              <a:ext cx="32919" cy="15038"/>
            </a:xfrm>
            <a:custGeom>
              <a:avLst/>
              <a:gdLst/>
              <a:ahLst/>
              <a:cxnLst/>
              <a:rect l="l" t="t" r="r" b="b"/>
              <a:pathLst>
                <a:path w="1077" h="492" extrusionOk="0">
                  <a:moveTo>
                    <a:pt x="429" y="1"/>
                  </a:moveTo>
                  <a:cubicBezTo>
                    <a:pt x="251" y="1"/>
                    <a:pt x="115" y="50"/>
                    <a:pt x="104" y="55"/>
                  </a:cubicBezTo>
                  <a:cubicBezTo>
                    <a:pt x="36" y="80"/>
                    <a:pt x="1" y="157"/>
                    <a:pt x="26" y="226"/>
                  </a:cubicBezTo>
                  <a:cubicBezTo>
                    <a:pt x="47" y="280"/>
                    <a:pt x="97" y="313"/>
                    <a:pt x="152" y="313"/>
                  </a:cubicBezTo>
                  <a:cubicBezTo>
                    <a:pt x="167" y="313"/>
                    <a:pt x="183" y="311"/>
                    <a:pt x="198" y="305"/>
                  </a:cubicBezTo>
                  <a:cubicBezTo>
                    <a:pt x="206" y="302"/>
                    <a:pt x="303" y="268"/>
                    <a:pt x="427" y="268"/>
                  </a:cubicBezTo>
                  <a:cubicBezTo>
                    <a:pt x="553" y="268"/>
                    <a:pt x="707" y="303"/>
                    <a:pt x="824" y="444"/>
                  </a:cubicBezTo>
                  <a:cubicBezTo>
                    <a:pt x="850" y="476"/>
                    <a:pt x="889" y="492"/>
                    <a:pt x="927" y="492"/>
                  </a:cubicBezTo>
                  <a:cubicBezTo>
                    <a:pt x="958" y="492"/>
                    <a:pt x="988" y="482"/>
                    <a:pt x="1013" y="462"/>
                  </a:cubicBezTo>
                  <a:cubicBezTo>
                    <a:pt x="1069" y="413"/>
                    <a:pt x="1077" y="329"/>
                    <a:pt x="1030" y="273"/>
                  </a:cubicBezTo>
                  <a:cubicBezTo>
                    <a:pt x="848" y="55"/>
                    <a:pt x="616" y="1"/>
                    <a:pt x="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2782;p70">
              <a:extLst>
                <a:ext uri="{FF2B5EF4-FFF2-40B4-BE49-F238E27FC236}">
                  <a16:creationId xmlns:a16="http://schemas.microsoft.com/office/drawing/2014/main" id="{9318C61E-DFF8-21AC-AE69-3A1924D4148C}"/>
                </a:ext>
              </a:extLst>
            </p:cNvPr>
            <p:cNvSpPr/>
            <p:nvPr/>
          </p:nvSpPr>
          <p:spPr>
            <a:xfrm>
              <a:off x="1574856" y="3510641"/>
              <a:ext cx="59724" cy="72042"/>
            </a:xfrm>
            <a:custGeom>
              <a:avLst/>
              <a:gdLst/>
              <a:ahLst/>
              <a:cxnLst/>
              <a:rect l="l" t="t" r="r" b="b"/>
              <a:pathLst>
                <a:path w="1954" h="2357" extrusionOk="0">
                  <a:moveTo>
                    <a:pt x="1816" y="1"/>
                  </a:moveTo>
                  <a:cubicBezTo>
                    <a:pt x="1746" y="1"/>
                    <a:pt x="1688" y="50"/>
                    <a:pt x="1680" y="119"/>
                  </a:cubicBezTo>
                  <a:cubicBezTo>
                    <a:pt x="1558" y="1169"/>
                    <a:pt x="1598" y="1689"/>
                    <a:pt x="1643" y="1928"/>
                  </a:cubicBezTo>
                  <a:lnTo>
                    <a:pt x="127" y="2089"/>
                  </a:lnTo>
                  <a:cubicBezTo>
                    <a:pt x="54" y="2098"/>
                    <a:pt x="1" y="2164"/>
                    <a:pt x="8" y="2237"/>
                  </a:cubicBezTo>
                  <a:cubicBezTo>
                    <a:pt x="15" y="2306"/>
                    <a:pt x="74" y="2357"/>
                    <a:pt x="142" y="2357"/>
                  </a:cubicBezTo>
                  <a:cubicBezTo>
                    <a:pt x="146" y="2357"/>
                    <a:pt x="151" y="2357"/>
                    <a:pt x="156" y="2355"/>
                  </a:cubicBezTo>
                  <a:lnTo>
                    <a:pt x="1827" y="2176"/>
                  </a:lnTo>
                  <a:cubicBezTo>
                    <a:pt x="1869" y="2172"/>
                    <a:pt x="1906" y="2146"/>
                    <a:pt x="1928" y="2110"/>
                  </a:cubicBezTo>
                  <a:cubicBezTo>
                    <a:pt x="1948" y="2073"/>
                    <a:pt x="1951" y="2027"/>
                    <a:pt x="1934" y="1987"/>
                  </a:cubicBezTo>
                  <a:cubicBezTo>
                    <a:pt x="1931" y="1983"/>
                    <a:pt x="1777" y="1604"/>
                    <a:pt x="1945" y="149"/>
                  </a:cubicBezTo>
                  <a:cubicBezTo>
                    <a:pt x="1953" y="76"/>
                    <a:pt x="1901" y="9"/>
                    <a:pt x="1828" y="1"/>
                  </a:cubicBezTo>
                  <a:cubicBezTo>
                    <a:pt x="1824" y="1"/>
                    <a:pt x="1820" y="1"/>
                    <a:pt x="1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2783;p70">
              <a:extLst>
                <a:ext uri="{FF2B5EF4-FFF2-40B4-BE49-F238E27FC236}">
                  <a16:creationId xmlns:a16="http://schemas.microsoft.com/office/drawing/2014/main" id="{EE0EC928-4927-25BC-F939-169A6517954E}"/>
                </a:ext>
              </a:extLst>
            </p:cNvPr>
            <p:cNvSpPr/>
            <p:nvPr/>
          </p:nvSpPr>
          <p:spPr>
            <a:xfrm>
              <a:off x="984834" y="3125402"/>
              <a:ext cx="845306" cy="716169"/>
            </a:xfrm>
            <a:custGeom>
              <a:avLst/>
              <a:gdLst/>
              <a:ahLst/>
              <a:cxnLst/>
              <a:rect l="l" t="t" r="r" b="b"/>
              <a:pathLst>
                <a:path w="27656" h="23431" extrusionOk="0">
                  <a:moveTo>
                    <a:pt x="16482" y="1"/>
                  </a:moveTo>
                  <a:cubicBezTo>
                    <a:pt x="14279" y="1"/>
                    <a:pt x="12230" y="495"/>
                    <a:pt x="11107" y="1759"/>
                  </a:cubicBezTo>
                  <a:cubicBezTo>
                    <a:pt x="8442" y="4757"/>
                    <a:pt x="10107" y="5535"/>
                    <a:pt x="8663" y="5535"/>
                  </a:cubicBezTo>
                  <a:cubicBezTo>
                    <a:pt x="7220" y="5535"/>
                    <a:pt x="2333" y="8422"/>
                    <a:pt x="1889" y="11865"/>
                  </a:cubicBezTo>
                  <a:cubicBezTo>
                    <a:pt x="1443" y="15308"/>
                    <a:pt x="4332" y="14864"/>
                    <a:pt x="4220" y="15530"/>
                  </a:cubicBezTo>
                  <a:cubicBezTo>
                    <a:pt x="4110" y="16197"/>
                    <a:pt x="1555" y="16419"/>
                    <a:pt x="778" y="18863"/>
                  </a:cubicBezTo>
                  <a:cubicBezTo>
                    <a:pt x="0" y="21306"/>
                    <a:pt x="2589" y="23431"/>
                    <a:pt x="2589" y="23431"/>
                  </a:cubicBezTo>
                  <a:cubicBezTo>
                    <a:pt x="2589" y="23431"/>
                    <a:pt x="3073" y="22820"/>
                    <a:pt x="4575" y="22820"/>
                  </a:cubicBezTo>
                  <a:cubicBezTo>
                    <a:pt x="5048" y="22820"/>
                    <a:pt x="5623" y="22881"/>
                    <a:pt x="6316" y="23041"/>
                  </a:cubicBezTo>
                  <a:cubicBezTo>
                    <a:pt x="6684" y="23126"/>
                    <a:pt x="7068" y="23168"/>
                    <a:pt x="7459" y="23168"/>
                  </a:cubicBezTo>
                  <a:cubicBezTo>
                    <a:pt x="9737" y="23168"/>
                    <a:pt x="12221" y="21740"/>
                    <a:pt x="12884" y="19084"/>
                  </a:cubicBezTo>
                  <a:cubicBezTo>
                    <a:pt x="13615" y="16162"/>
                    <a:pt x="10096" y="11045"/>
                    <a:pt x="13654" y="11045"/>
                  </a:cubicBezTo>
                  <a:cubicBezTo>
                    <a:pt x="13881" y="11045"/>
                    <a:pt x="14136" y="11065"/>
                    <a:pt x="14424" y="11109"/>
                  </a:cubicBezTo>
                  <a:cubicBezTo>
                    <a:pt x="14589" y="11134"/>
                    <a:pt x="14751" y="11146"/>
                    <a:pt x="14911" y="11146"/>
                  </a:cubicBezTo>
                  <a:cubicBezTo>
                    <a:pt x="17371" y="11146"/>
                    <a:pt x="19222" y="8339"/>
                    <a:pt x="19881" y="7423"/>
                  </a:cubicBezTo>
                  <a:cubicBezTo>
                    <a:pt x="19908" y="7386"/>
                    <a:pt x="19955" y="7371"/>
                    <a:pt x="20016" y="7371"/>
                  </a:cubicBezTo>
                  <a:cubicBezTo>
                    <a:pt x="20320" y="7371"/>
                    <a:pt x="20957" y="7759"/>
                    <a:pt x="20957" y="7759"/>
                  </a:cubicBezTo>
                  <a:cubicBezTo>
                    <a:pt x="20957" y="7759"/>
                    <a:pt x="22746" y="8664"/>
                    <a:pt x="24578" y="8664"/>
                  </a:cubicBezTo>
                  <a:cubicBezTo>
                    <a:pt x="24903" y="8664"/>
                    <a:pt x="25228" y="8636"/>
                    <a:pt x="25546" y="8569"/>
                  </a:cubicBezTo>
                  <a:cubicBezTo>
                    <a:pt x="27656" y="8125"/>
                    <a:pt x="27212" y="4090"/>
                    <a:pt x="24435" y="2091"/>
                  </a:cubicBezTo>
                  <a:cubicBezTo>
                    <a:pt x="22828" y="934"/>
                    <a:pt x="19509" y="1"/>
                    <a:pt x="16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2784;p70">
              <a:extLst>
                <a:ext uri="{FF2B5EF4-FFF2-40B4-BE49-F238E27FC236}">
                  <a16:creationId xmlns:a16="http://schemas.microsoft.com/office/drawing/2014/main" id="{1C5FBF82-A4D6-B556-5146-60EFD78D76AA}"/>
                </a:ext>
              </a:extLst>
            </p:cNvPr>
            <p:cNvSpPr/>
            <p:nvPr/>
          </p:nvSpPr>
          <p:spPr>
            <a:xfrm>
              <a:off x="980371" y="3121428"/>
              <a:ext cx="837206" cy="724238"/>
            </a:xfrm>
            <a:custGeom>
              <a:avLst/>
              <a:gdLst/>
              <a:ahLst/>
              <a:cxnLst/>
              <a:rect l="l" t="t" r="r" b="b"/>
              <a:pathLst>
                <a:path w="27391" h="23695" extrusionOk="0">
                  <a:moveTo>
                    <a:pt x="16610" y="249"/>
                  </a:moveTo>
                  <a:cubicBezTo>
                    <a:pt x="19619" y="249"/>
                    <a:pt x="22927" y="1195"/>
                    <a:pt x="24503" y="2330"/>
                  </a:cubicBezTo>
                  <a:cubicBezTo>
                    <a:pt x="26330" y="3646"/>
                    <a:pt x="27116" y="5880"/>
                    <a:pt x="26820" y="7281"/>
                  </a:cubicBezTo>
                  <a:cubicBezTo>
                    <a:pt x="26672" y="7985"/>
                    <a:pt x="26261" y="8443"/>
                    <a:pt x="25665" y="8568"/>
                  </a:cubicBezTo>
                  <a:cubicBezTo>
                    <a:pt x="25360" y="8632"/>
                    <a:pt x="25045" y="8659"/>
                    <a:pt x="24731" y="8659"/>
                  </a:cubicBezTo>
                  <a:cubicBezTo>
                    <a:pt x="22992" y="8659"/>
                    <a:pt x="21268" y="7821"/>
                    <a:pt x="21168" y="7772"/>
                  </a:cubicBezTo>
                  <a:cubicBezTo>
                    <a:pt x="20887" y="7602"/>
                    <a:pt x="20454" y="7371"/>
                    <a:pt x="20163" y="7371"/>
                  </a:cubicBezTo>
                  <a:cubicBezTo>
                    <a:pt x="20058" y="7371"/>
                    <a:pt x="19972" y="7401"/>
                    <a:pt x="19919" y="7475"/>
                  </a:cubicBezTo>
                  <a:lnTo>
                    <a:pt x="19800" y="7641"/>
                  </a:lnTo>
                  <a:cubicBezTo>
                    <a:pt x="19036" y="8716"/>
                    <a:pt x="17315" y="11142"/>
                    <a:pt x="15063" y="11142"/>
                  </a:cubicBezTo>
                  <a:cubicBezTo>
                    <a:pt x="14907" y="11142"/>
                    <a:pt x="14749" y="11131"/>
                    <a:pt x="14589" y="11106"/>
                  </a:cubicBezTo>
                  <a:cubicBezTo>
                    <a:pt x="14301" y="11063"/>
                    <a:pt x="14039" y="11041"/>
                    <a:pt x="13803" y="11041"/>
                  </a:cubicBezTo>
                  <a:cubicBezTo>
                    <a:pt x="13168" y="11041"/>
                    <a:pt x="12713" y="11198"/>
                    <a:pt x="12424" y="11514"/>
                  </a:cubicBezTo>
                  <a:cubicBezTo>
                    <a:pt x="11752" y="12249"/>
                    <a:pt x="12110" y="13715"/>
                    <a:pt x="12490" y="15266"/>
                  </a:cubicBezTo>
                  <a:cubicBezTo>
                    <a:pt x="12827" y="16648"/>
                    <a:pt x="13177" y="18077"/>
                    <a:pt x="12900" y="19183"/>
                  </a:cubicBezTo>
                  <a:cubicBezTo>
                    <a:pt x="12256" y="21759"/>
                    <a:pt x="9854" y="23166"/>
                    <a:pt x="7618" y="23166"/>
                  </a:cubicBezTo>
                  <a:cubicBezTo>
                    <a:pt x="7235" y="23166"/>
                    <a:pt x="6856" y="23125"/>
                    <a:pt x="6492" y="23041"/>
                  </a:cubicBezTo>
                  <a:cubicBezTo>
                    <a:pt x="5789" y="22878"/>
                    <a:pt x="5203" y="22816"/>
                    <a:pt x="4718" y="22816"/>
                  </a:cubicBezTo>
                  <a:cubicBezTo>
                    <a:pt x="3524" y="22816"/>
                    <a:pt x="2943" y="23193"/>
                    <a:pt x="2729" y="23378"/>
                  </a:cubicBezTo>
                  <a:cubicBezTo>
                    <a:pt x="2286" y="22976"/>
                    <a:pt x="392" y="21104"/>
                    <a:pt x="1051" y="19034"/>
                  </a:cubicBezTo>
                  <a:cubicBezTo>
                    <a:pt x="1536" y="17505"/>
                    <a:pt x="2718" y="16888"/>
                    <a:pt x="3581" y="16436"/>
                  </a:cubicBezTo>
                  <a:cubicBezTo>
                    <a:pt x="4085" y="16174"/>
                    <a:pt x="4448" y="15984"/>
                    <a:pt x="4499" y="15683"/>
                  </a:cubicBezTo>
                  <a:cubicBezTo>
                    <a:pt x="4550" y="15372"/>
                    <a:pt x="4228" y="15242"/>
                    <a:pt x="3854" y="15092"/>
                  </a:cubicBezTo>
                  <a:cubicBezTo>
                    <a:pt x="3065" y="14775"/>
                    <a:pt x="1872" y="14296"/>
                    <a:pt x="2167" y="12013"/>
                  </a:cubicBezTo>
                  <a:cubicBezTo>
                    <a:pt x="2599" y="8665"/>
                    <a:pt x="7421" y="5798"/>
                    <a:pt x="8809" y="5798"/>
                  </a:cubicBezTo>
                  <a:cubicBezTo>
                    <a:pt x="9538" y="5798"/>
                    <a:pt x="9603" y="5582"/>
                    <a:pt x="9678" y="5089"/>
                  </a:cubicBezTo>
                  <a:cubicBezTo>
                    <a:pt x="9758" y="4570"/>
                    <a:pt x="9906" y="3605"/>
                    <a:pt x="11352" y="1978"/>
                  </a:cubicBezTo>
                  <a:cubicBezTo>
                    <a:pt x="12459" y="732"/>
                    <a:pt x="14459" y="249"/>
                    <a:pt x="16610" y="249"/>
                  </a:cubicBezTo>
                  <a:close/>
                  <a:moveTo>
                    <a:pt x="16616" y="1"/>
                  </a:moveTo>
                  <a:cubicBezTo>
                    <a:pt x="14385" y="1"/>
                    <a:pt x="12304" y="504"/>
                    <a:pt x="11153" y="1800"/>
                  </a:cubicBezTo>
                  <a:cubicBezTo>
                    <a:pt x="9653" y="3487"/>
                    <a:pt x="9498" y="4503"/>
                    <a:pt x="9413" y="5050"/>
                  </a:cubicBezTo>
                  <a:cubicBezTo>
                    <a:pt x="9348" y="5477"/>
                    <a:pt x="9340" y="5531"/>
                    <a:pt x="8809" y="5531"/>
                  </a:cubicBezTo>
                  <a:cubicBezTo>
                    <a:pt x="7320" y="5531"/>
                    <a:pt x="2360" y="8432"/>
                    <a:pt x="1901" y="11978"/>
                  </a:cubicBezTo>
                  <a:cubicBezTo>
                    <a:pt x="1581" y="14467"/>
                    <a:pt x="2941" y="15014"/>
                    <a:pt x="3754" y="15341"/>
                  </a:cubicBezTo>
                  <a:cubicBezTo>
                    <a:pt x="4021" y="15447"/>
                    <a:pt x="4251" y="15540"/>
                    <a:pt x="4235" y="15638"/>
                  </a:cubicBezTo>
                  <a:cubicBezTo>
                    <a:pt x="4206" y="15808"/>
                    <a:pt x="3860" y="15990"/>
                    <a:pt x="3458" y="16200"/>
                  </a:cubicBezTo>
                  <a:cubicBezTo>
                    <a:pt x="2604" y="16646"/>
                    <a:pt x="1315" y="17320"/>
                    <a:pt x="796" y="18952"/>
                  </a:cubicBezTo>
                  <a:cubicBezTo>
                    <a:pt x="1" y="21453"/>
                    <a:pt x="2542" y="23575"/>
                    <a:pt x="2650" y="23664"/>
                  </a:cubicBezTo>
                  <a:cubicBezTo>
                    <a:pt x="2675" y="23684"/>
                    <a:pt x="2705" y="23694"/>
                    <a:pt x="2734" y="23694"/>
                  </a:cubicBezTo>
                  <a:cubicBezTo>
                    <a:pt x="2774" y="23694"/>
                    <a:pt x="2812" y="23678"/>
                    <a:pt x="2839" y="23644"/>
                  </a:cubicBezTo>
                  <a:cubicBezTo>
                    <a:pt x="2845" y="23637"/>
                    <a:pt x="3320" y="23085"/>
                    <a:pt x="4730" y="23085"/>
                  </a:cubicBezTo>
                  <a:cubicBezTo>
                    <a:pt x="5192" y="23085"/>
                    <a:pt x="5753" y="23144"/>
                    <a:pt x="6432" y="23301"/>
                  </a:cubicBezTo>
                  <a:cubicBezTo>
                    <a:pt x="6813" y="23389"/>
                    <a:pt x="7210" y="23432"/>
                    <a:pt x="7612" y="23432"/>
                  </a:cubicBezTo>
                  <a:cubicBezTo>
                    <a:pt x="9959" y="23432"/>
                    <a:pt x="12483" y="21954"/>
                    <a:pt x="13159" y="19247"/>
                  </a:cubicBezTo>
                  <a:cubicBezTo>
                    <a:pt x="13452" y="18077"/>
                    <a:pt x="13094" y="16616"/>
                    <a:pt x="12749" y="15203"/>
                  </a:cubicBezTo>
                  <a:cubicBezTo>
                    <a:pt x="12388" y="13722"/>
                    <a:pt x="12045" y="12323"/>
                    <a:pt x="12621" y="11694"/>
                  </a:cubicBezTo>
                  <a:cubicBezTo>
                    <a:pt x="12857" y="11436"/>
                    <a:pt x="13244" y="11307"/>
                    <a:pt x="13794" y="11307"/>
                  </a:cubicBezTo>
                  <a:cubicBezTo>
                    <a:pt x="14018" y="11307"/>
                    <a:pt x="14270" y="11329"/>
                    <a:pt x="14549" y="11371"/>
                  </a:cubicBezTo>
                  <a:cubicBezTo>
                    <a:pt x="14719" y="11397"/>
                    <a:pt x="14886" y="11409"/>
                    <a:pt x="15050" y="11409"/>
                  </a:cubicBezTo>
                  <a:cubicBezTo>
                    <a:pt x="17450" y="11409"/>
                    <a:pt x="19296" y="8814"/>
                    <a:pt x="20018" y="7796"/>
                  </a:cubicBezTo>
                  <a:lnTo>
                    <a:pt x="20127" y="7639"/>
                  </a:lnTo>
                  <a:cubicBezTo>
                    <a:pt x="20137" y="7634"/>
                    <a:pt x="20150" y="7632"/>
                    <a:pt x="20166" y="7632"/>
                  </a:cubicBezTo>
                  <a:cubicBezTo>
                    <a:pt x="20306" y="7632"/>
                    <a:pt x="20689" y="7794"/>
                    <a:pt x="21035" y="8003"/>
                  </a:cubicBezTo>
                  <a:cubicBezTo>
                    <a:pt x="21037" y="8005"/>
                    <a:pt x="21041" y="8007"/>
                    <a:pt x="21043" y="8008"/>
                  </a:cubicBezTo>
                  <a:cubicBezTo>
                    <a:pt x="21131" y="8052"/>
                    <a:pt x="22888" y="8929"/>
                    <a:pt x="24717" y="8929"/>
                  </a:cubicBezTo>
                  <a:cubicBezTo>
                    <a:pt x="25052" y="8929"/>
                    <a:pt x="25390" y="8900"/>
                    <a:pt x="25719" y="8830"/>
                  </a:cubicBezTo>
                  <a:cubicBezTo>
                    <a:pt x="26425" y="8681"/>
                    <a:pt x="26909" y="8150"/>
                    <a:pt x="27081" y="7335"/>
                  </a:cubicBezTo>
                  <a:cubicBezTo>
                    <a:pt x="27390" y="5872"/>
                    <a:pt x="26646" y="3545"/>
                    <a:pt x="24659" y="2114"/>
                  </a:cubicBezTo>
                  <a:cubicBezTo>
                    <a:pt x="23055" y="958"/>
                    <a:pt x="19693" y="1"/>
                    <a:pt x="16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2785;p70">
              <a:extLst>
                <a:ext uri="{FF2B5EF4-FFF2-40B4-BE49-F238E27FC236}">
                  <a16:creationId xmlns:a16="http://schemas.microsoft.com/office/drawing/2014/main" id="{EB3FB9F0-762B-7F12-E4EC-F60DB7FD6903}"/>
                </a:ext>
              </a:extLst>
            </p:cNvPr>
            <p:cNvSpPr/>
            <p:nvPr/>
          </p:nvSpPr>
          <p:spPr>
            <a:xfrm>
              <a:off x="1303655" y="3408157"/>
              <a:ext cx="97013" cy="131888"/>
            </a:xfrm>
            <a:custGeom>
              <a:avLst/>
              <a:gdLst/>
              <a:ahLst/>
              <a:cxnLst/>
              <a:rect l="l" t="t" r="r" b="b"/>
              <a:pathLst>
                <a:path w="3174" h="4315" extrusionOk="0">
                  <a:moveTo>
                    <a:pt x="1455" y="1"/>
                  </a:moveTo>
                  <a:cubicBezTo>
                    <a:pt x="1333" y="1"/>
                    <a:pt x="1208" y="41"/>
                    <a:pt x="1082" y="132"/>
                  </a:cubicBezTo>
                  <a:cubicBezTo>
                    <a:pt x="0" y="912"/>
                    <a:pt x="145" y="3562"/>
                    <a:pt x="432" y="3874"/>
                  </a:cubicBezTo>
                  <a:cubicBezTo>
                    <a:pt x="637" y="4094"/>
                    <a:pt x="1201" y="4315"/>
                    <a:pt x="1744" y="4315"/>
                  </a:cubicBezTo>
                  <a:cubicBezTo>
                    <a:pt x="1969" y="4315"/>
                    <a:pt x="2190" y="4277"/>
                    <a:pt x="2380" y="4186"/>
                  </a:cubicBezTo>
                  <a:lnTo>
                    <a:pt x="3173" y="2314"/>
                  </a:lnTo>
                  <a:cubicBezTo>
                    <a:pt x="3173" y="2314"/>
                    <a:pt x="2385" y="1"/>
                    <a:pt x="1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2786;p70">
              <a:extLst>
                <a:ext uri="{FF2B5EF4-FFF2-40B4-BE49-F238E27FC236}">
                  <a16:creationId xmlns:a16="http://schemas.microsoft.com/office/drawing/2014/main" id="{C5C2BA39-0A6C-39E6-3AA4-C4FEB0C2DD1C}"/>
                </a:ext>
              </a:extLst>
            </p:cNvPr>
            <p:cNvSpPr/>
            <p:nvPr/>
          </p:nvSpPr>
          <p:spPr>
            <a:xfrm>
              <a:off x="1304816" y="3404092"/>
              <a:ext cx="100437" cy="139988"/>
            </a:xfrm>
            <a:custGeom>
              <a:avLst/>
              <a:gdLst/>
              <a:ahLst/>
              <a:cxnLst/>
              <a:rect l="l" t="t" r="r" b="b"/>
              <a:pathLst>
                <a:path w="3286" h="4580" extrusionOk="0">
                  <a:moveTo>
                    <a:pt x="1418" y="0"/>
                  </a:moveTo>
                  <a:cubicBezTo>
                    <a:pt x="1262" y="0"/>
                    <a:pt x="1111" y="52"/>
                    <a:pt x="966" y="156"/>
                  </a:cubicBezTo>
                  <a:cubicBezTo>
                    <a:pt x="328" y="616"/>
                    <a:pt x="139" y="1620"/>
                    <a:pt x="84" y="2179"/>
                  </a:cubicBezTo>
                  <a:cubicBezTo>
                    <a:pt x="1" y="3004"/>
                    <a:pt x="98" y="3883"/>
                    <a:pt x="297" y="4097"/>
                  </a:cubicBezTo>
                  <a:cubicBezTo>
                    <a:pt x="535" y="4356"/>
                    <a:pt x="1133" y="4580"/>
                    <a:pt x="1705" y="4580"/>
                  </a:cubicBezTo>
                  <a:cubicBezTo>
                    <a:pt x="1952" y="4580"/>
                    <a:pt x="2194" y="4538"/>
                    <a:pt x="2400" y="4439"/>
                  </a:cubicBezTo>
                  <a:cubicBezTo>
                    <a:pt x="2467" y="4407"/>
                    <a:pt x="2495" y="4327"/>
                    <a:pt x="2462" y="4261"/>
                  </a:cubicBezTo>
                  <a:cubicBezTo>
                    <a:pt x="2440" y="4213"/>
                    <a:pt x="2392" y="4185"/>
                    <a:pt x="2342" y="4185"/>
                  </a:cubicBezTo>
                  <a:cubicBezTo>
                    <a:pt x="2323" y="4185"/>
                    <a:pt x="2303" y="4189"/>
                    <a:pt x="2284" y="4198"/>
                  </a:cubicBezTo>
                  <a:cubicBezTo>
                    <a:pt x="2112" y="4281"/>
                    <a:pt x="1912" y="4315"/>
                    <a:pt x="1708" y="4315"/>
                  </a:cubicBezTo>
                  <a:cubicBezTo>
                    <a:pt x="1199" y="4315"/>
                    <a:pt x="667" y="4105"/>
                    <a:pt x="493" y="3916"/>
                  </a:cubicBezTo>
                  <a:cubicBezTo>
                    <a:pt x="393" y="3807"/>
                    <a:pt x="262" y="3075"/>
                    <a:pt x="350" y="2205"/>
                  </a:cubicBezTo>
                  <a:cubicBezTo>
                    <a:pt x="400" y="1692"/>
                    <a:pt x="570" y="772"/>
                    <a:pt x="1123" y="373"/>
                  </a:cubicBezTo>
                  <a:cubicBezTo>
                    <a:pt x="1220" y="303"/>
                    <a:pt x="1318" y="268"/>
                    <a:pt x="1418" y="268"/>
                  </a:cubicBezTo>
                  <a:cubicBezTo>
                    <a:pt x="1465" y="268"/>
                    <a:pt x="1513" y="276"/>
                    <a:pt x="1562" y="291"/>
                  </a:cubicBezTo>
                  <a:cubicBezTo>
                    <a:pt x="2203" y="496"/>
                    <a:pt x="2823" y="1949"/>
                    <a:pt x="3009" y="2490"/>
                  </a:cubicBezTo>
                  <a:cubicBezTo>
                    <a:pt x="3028" y="2546"/>
                    <a:pt x="3081" y="2581"/>
                    <a:pt x="3137" y="2581"/>
                  </a:cubicBezTo>
                  <a:cubicBezTo>
                    <a:pt x="3150" y="2581"/>
                    <a:pt x="3165" y="2579"/>
                    <a:pt x="3178" y="2575"/>
                  </a:cubicBezTo>
                  <a:cubicBezTo>
                    <a:pt x="3248" y="2551"/>
                    <a:pt x="3286" y="2475"/>
                    <a:pt x="3262" y="2405"/>
                  </a:cubicBezTo>
                  <a:cubicBezTo>
                    <a:pt x="3233" y="2319"/>
                    <a:pt x="2544" y="324"/>
                    <a:pt x="1643" y="36"/>
                  </a:cubicBezTo>
                  <a:cubicBezTo>
                    <a:pt x="1567" y="12"/>
                    <a:pt x="1492" y="0"/>
                    <a:pt x="14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2787;p70">
              <a:extLst>
                <a:ext uri="{FF2B5EF4-FFF2-40B4-BE49-F238E27FC236}">
                  <a16:creationId xmlns:a16="http://schemas.microsoft.com/office/drawing/2014/main" id="{5AB7CD57-8B4E-BF9B-04BD-9702A36D89E5}"/>
                </a:ext>
              </a:extLst>
            </p:cNvPr>
            <p:cNvSpPr/>
            <p:nvPr/>
          </p:nvSpPr>
          <p:spPr>
            <a:xfrm>
              <a:off x="1600317" y="4572798"/>
              <a:ext cx="991804" cy="26225"/>
            </a:xfrm>
            <a:custGeom>
              <a:avLst/>
              <a:gdLst/>
              <a:ahLst/>
              <a:cxnLst/>
              <a:rect l="l" t="t" r="r" b="b"/>
              <a:pathLst>
                <a:path w="32449" h="858" extrusionOk="0">
                  <a:moveTo>
                    <a:pt x="1" y="0"/>
                  </a:moveTo>
                  <a:lnTo>
                    <a:pt x="1" y="857"/>
                  </a:lnTo>
                  <a:lnTo>
                    <a:pt x="32448" y="857"/>
                  </a:lnTo>
                  <a:lnTo>
                    <a:pt x="324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2788;p70">
              <a:extLst>
                <a:ext uri="{FF2B5EF4-FFF2-40B4-BE49-F238E27FC236}">
                  <a16:creationId xmlns:a16="http://schemas.microsoft.com/office/drawing/2014/main" id="{7221B18A-5A64-53F1-8253-AA9B0FB9C468}"/>
                </a:ext>
              </a:extLst>
            </p:cNvPr>
            <p:cNvSpPr/>
            <p:nvPr/>
          </p:nvSpPr>
          <p:spPr>
            <a:xfrm>
              <a:off x="1596252" y="4568703"/>
              <a:ext cx="999934" cy="34386"/>
            </a:xfrm>
            <a:custGeom>
              <a:avLst/>
              <a:gdLst/>
              <a:ahLst/>
              <a:cxnLst/>
              <a:rect l="l" t="t" r="r" b="b"/>
              <a:pathLst>
                <a:path w="32715" h="1125" extrusionOk="0">
                  <a:moveTo>
                    <a:pt x="32447" y="268"/>
                  </a:moveTo>
                  <a:lnTo>
                    <a:pt x="32447" y="857"/>
                  </a:lnTo>
                  <a:lnTo>
                    <a:pt x="267" y="857"/>
                  </a:lnTo>
                  <a:lnTo>
                    <a:pt x="267" y="268"/>
                  </a:lnTo>
                  <a:close/>
                  <a:moveTo>
                    <a:pt x="134" y="0"/>
                  </a:moveTo>
                  <a:cubicBezTo>
                    <a:pt x="60" y="0"/>
                    <a:pt x="0" y="59"/>
                    <a:pt x="0" y="134"/>
                  </a:cubicBezTo>
                  <a:lnTo>
                    <a:pt x="0" y="991"/>
                  </a:lnTo>
                  <a:cubicBezTo>
                    <a:pt x="0" y="1066"/>
                    <a:pt x="60" y="1125"/>
                    <a:pt x="134" y="1125"/>
                  </a:cubicBezTo>
                  <a:lnTo>
                    <a:pt x="32581" y="1125"/>
                  </a:lnTo>
                  <a:cubicBezTo>
                    <a:pt x="32655" y="1125"/>
                    <a:pt x="32715" y="1066"/>
                    <a:pt x="32715" y="991"/>
                  </a:cubicBezTo>
                  <a:lnTo>
                    <a:pt x="32715" y="134"/>
                  </a:lnTo>
                  <a:cubicBezTo>
                    <a:pt x="32715" y="59"/>
                    <a:pt x="32655" y="0"/>
                    <a:pt x="32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2789;p70">
              <a:extLst>
                <a:ext uri="{FF2B5EF4-FFF2-40B4-BE49-F238E27FC236}">
                  <a16:creationId xmlns:a16="http://schemas.microsoft.com/office/drawing/2014/main" id="{1AC0442D-29E3-B72A-F52A-64ED14500C06}"/>
                </a:ext>
              </a:extLst>
            </p:cNvPr>
            <p:cNvSpPr/>
            <p:nvPr/>
          </p:nvSpPr>
          <p:spPr>
            <a:xfrm>
              <a:off x="1600317" y="4572798"/>
              <a:ext cx="396917" cy="26225"/>
            </a:xfrm>
            <a:custGeom>
              <a:avLst/>
              <a:gdLst/>
              <a:ahLst/>
              <a:cxnLst/>
              <a:rect l="l" t="t" r="r" b="b"/>
              <a:pathLst>
                <a:path w="12986" h="858" extrusionOk="0">
                  <a:moveTo>
                    <a:pt x="1" y="0"/>
                  </a:moveTo>
                  <a:lnTo>
                    <a:pt x="1" y="857"/>
                  </a:lnTo>
                  <a:lnTo>
                    <a:pt x="12986" y="857"/>
                  </a:lnTo>
                  <a:lnTo>
                    <a:pt x="129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2790;p70">
              <a:extLst>
                <a:ext uri="{FF2B5EF4-FFF2-40B4-BE49-F238E27FC236}">
                  <a16:creationId xmlns:a16="http://schemas.microsoft.com/office/drawing/2014/main" id="{9F402A7B-635F-AC0D-B1CF-2A29B60C1272}"/>
                </a:ext>
              </a:extLst>
            </p:cNvPr>
            <p:cNvSpPr/>
            <p:nvPr/>
          </p:nvSpPr>
          <p:spPr>
            <a:xfrm>
              <a:off x="1596252" y="4568703"/>
              <a:ext cx="405078" cy="34386"/>
            </a:xfrm>
            <a:custGeom>
              <a:avLst/>
              <a:gdLst/>
              <a:ahLst/>
              <a:cxnLst/>
              <a:rect l="l" t="t" r="r" b="b"/>
              <a:pathLst>
                <a:path w="13253" h="1125" extrusionOk="0">
                  <a:moveTo>
                    <a:pt x="12985" y="268"/>
                  </a:moveTo>
                  <a:lnTo>
                    <a:pt x="12985" y="857"/>
                  </a:lnTo>
                  <a:lnTo>
                    <a:pt x="267" y="857"/>
                  </a:lnTo>
                  <a:lnTo>
                    <a:pt x="267" y="268"/>
                  </a:lnTo>
                  <a:close/>
                  <a:moveTo>
                    <a:pt x="134" y="0"/>
                  </a:moveTo>
                  <a:cubicBezTo>
                    <a:pt x="60" y="0"/>
                    <a:pt x="0" y="59"/>
                    <a:pt x="0" y="134"/>
                  </a:cubicBezTo>
                  <a:lnTo>
                    <a:pt x="0" y="991"/>
                  </a:lnTo>
                  <a:cubicBezTo>
                    <a:pt x="0" y="1066"/>
                    <a:pt x="60" y="1125"/>
                    <a:pt x="134" y="1125"/>
                  </a:cubicBezTo>
                  <a:lnTo>
                    <a:pt x="13119" y="1125"/>
                  </a:lnTo>
                  <a:cubicBezTo>
                    <a:pt x="13192" y="1125"/>
                    <a:pt x="13253" y="1066"/>
                    <a:pt x="13253" y="991"/>
                  </a:cubicBezTo>
                  <a:lnTo>
                    <a:pt x="13253" y="134"/>
                  </a:lnTo>
                  <a:cubicBezTo>
                    <a:pt x="13253" y="59"/>
                    <a:pt x="13192" y="0"/>
                    <a:pt x="13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2791;p70">
              <a:extLst>
                <a:ext uri="{FF2B5EF4-FFF2-40B4-BE49-F238E27FC236}">
                  <a16:creationId xmlns:a16="http://schemas.microsoft.com/office/drawing/2014/main" id="{712A032C-A772-DB32-2C3E-036CB3D0D93C}"/>
                </a:ext>
              </a:extLst>
            </p:cNvPr>
            <p:cNvSpPr/>
            <p:nvPr/>
          </p:nvSpPr>
          <p:spPr>
            <a:xfrm>
              <a:off x="1986350" y="4105707"/>
              <a:ext cx="669343" cy="467125"/>
            </a:xfrm>
            <a:custGeom>
              <a:avLst/>
              <a:gdLst/>
              <a:ahLst/>
              <a:cxnLst/>
              <a:rect l="l" t="t" r="r" b="b"/>
              <a:pathLst>
                <a:path w="21899" h="15283" extrusionOk="0">
                  <a:moveTo>
                    <a:pt x="2425" y="0"/>
                  </a:moveTo>
                  <a:lnTo>
                    <a:pt x="1" y="15282"/>
                  </a:lnTo>
                  <a:lnTo>
                    <a:pt x="19474" y="15282"/>
                  </a:lnTo>
                  <a:lnTo>
                    <a:pt x="218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2792;p70">
              <a:extLst>
                <a:ext uri="{FF2B5EF4-FFF2-40B4-BE49-F238E27FC236}">
                  <a16:creationId xmlns:a16="http://schemas.microsoft.com/office/drawing/2014/main" id="{1F194A9C-ED71-A816-3D2D-AF8A7090705E}"/>
                </a:ext>
              </a:extLst>
            </p:cNvPr>
            <p:cNvSpPr/>
            <p:nvPr/>
          </p:nvSpPr>
          <p:spPr>
            <a:xfrm>
              <a:off x="1982132" y="4101611"/>
              <a:ext cx="677748" cy="475286"/>
            </a:xfrm>
            <a:custGeom>
              <a:avLst/>
              <a:gdLst/>
              <a:ahLst/>
              <a:cxnLst/>
              <a:rect l="l" t="t" r="r" b="b"/>
              <a:pathLst>
                <a:path w="22174" h="15550" extrusionOk="0">
                  <a:moveTo>
                    <a:pt x="21880" y="268"/>
                  </a:moveTo>
                  <a:lnTo>
                    <a:pt x="19498" y="15282"/>
                  </a:lnTo>
                  <a:lnTo>
                    <a:pt x="295" y="15282"/>
                  </a:lnTo>
                  <a:lnTo>
                    <a:pt x="2677" y="268"/>
                  </a:lnTo>
                  <a:close/>
                  <a:moveTo>
                    <a:pt x="2563" y="1"/>
                  </a:moveTo>
                  <a:cubicBezTo>
                    <a:pt x="2498" y="1"/>
                    <a:pt x="2441" y="48"/>
                    <a:pt x="2432" y="113"/>
                  </a:cubicBezTo>
                  <a:lnTo>
                    <a:pt x="6" y="15394"/>
                  </a:lnTo>
                  <a:cubicBezTo>
                    <a:pt x="0" y="15434"/>
                    <a:pt x="12" y="15473"/>
                    <a:pt x="38" y="15503"/>
                  </a:cubicBezTo>
                  <a:cubicBezTo>
                    <a:pt x="63" y="15532"/>
                    <a:pt x="100" y="15550"/>
                    <a:pt x="139" y="15550"/>
                  </a:cubicBezTo>
                  <a:lnTo>
                    <a:pt x="19612" y="15550"/>
                  </a:lnTo>
                  <a:cubicBezTo>
                    <a:pt x="19677" y="15550"/>
                    <a:pt x="19733" y="15502"/>
                    <a:pt x="19743" y="15437"/>
                  </a:cubicBezTo>
                  <a:lnTo>
                    <a:pt x="22167" y="155"/>
                  </a:lnTo>
                  <a:cubicBezTo>
                    <a:pt x="22173" y="116"/>
                    <a:pt x="22162" y="76"/>
                    <a:pt x="22137" y="48"/>
                  </a:cubicBezTo>
                  <a:cubicBezTo>
                    <a:pt x="22112" y="17"/>
                    <a:pt x="22075" y="1"/>
                    <a:pt x="22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2793;p70">
              <a:extLst>
                <a:ext uri="{FF2B5EF4-FFF2-40B4-BE49-F238E27FC236}">
                  <a16:creationId xmlns:a16="http://schemas.microsoft.com/office/drawing/2014/main" id="{C29F1C94-FD23-4A23-A0A1-A02E4155BF7D}"/>
                </a:ext>
              </a:extLst>
            </p:cNvPr>
            <p:cNvSpPr/>
            <p:nvPr/>
          </p:nvSpPr>
          <p:spPr>
            <a:xfrm>
              <a:off x="1997751" y="4105707"/>
              <a:ext cx="669343" cy="467125"/>
            </a:xfrm>
            <a:custGeom>
              <a:avLst/>
              <a:gdLst/>
              <a:ahLst/>
              <a:cxnLst/>
              <a:rect l="l" t="t" r="r" b="b"/>
              <a:pathLst>
                <a:path w="21899" h="15283" extrusionOk="0">
                  <a:moveTo>
                    <a:pt x="2425" y="0"/>
                  </a:moveTo>
                  <a:lnTo>
                    <a:pt x="1" y="15282"/>
                  </a:lnTo>
                  <a:lnTo>
                    <a:pt x="19474" y="15282"/>
                  </a:lnTo>
                  <a:lnTo>
                    <a:pt x="218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2794;p70">
              <a:extLst>
                <a:ext uri="{FF2B5EF4-FFF2-40B4-BE49-F238E27FC236}">
                  <a16:creationId xmlns:a16="http://schemas.microsoft.com/office/drawing/2014/main" id="{3F4B85B1-B0AE-251C-2E28-E9BEAEFB0D31}"/>
                </a:ext>
              </a:extLst>
            </p:cNvPr>
            <p:cNvSpPr/>
            <p:nvPr/>
          </p:nvSpPr>
          <p:spPr>
            <a:xfrm>
              <a:off x="1993563" y="4101611"/>
              <a:ext cx="677748" cy="475286"/>
            </a:xfrm>
            <a:custGeom>
              <a:avLst/>
              <a:gdLst/>
              <a:ahLst/>
              <a:cxnLst/>
              <a:rect l="l" t="t" r="r" b="b"/>
              <a:pathLst>
                <a:path w="22174" h="15550" extrusionOk="0">
                  <a:moveTo>
                    <a:pt x="21879" y="268"/>
                  </a:moveTo>
                  <a:lnTo>
                    <a:pt x="19497" y="15282"/>
                  </a:lnTo>
                  <a:lnTo>
                    <a:pt x="294" y="15282"/>
                  </a:lnTo>
                  <a:lnTo>
                    <a:pt x="2677" y="268"/>
                  </a:lnTo>
                  <a:close/>
                  <a:moveTo>
                    <a:pt x="2562" y="1"/>
                  </a:moveTo>
                  <a:cubicBezTo>
                    <a:pt x="2497" y="1"/>
                    <a:pt x="2441" y="48"/>
                    <a:pt x="2431" y="113"/>
                  </a:cubicBezTo>
                  <a:lnTo>
                    <a:pt x="7" y="15394"/>
                  </a:lnTo>
                  <a:cubicBezTo>
                    <a:pt x="1" y="15434"/>
                    <a:pt x="12" y="15473"/>
                    <a:pt x="37" y="15503"/>
                  </a:cubicBezTo>
                  <a:cubicBezTo>
                    <a:pt x="62" y="15532"/>
                    <a:pt x="99" y="15550"/>
                    <a:pt x="138" y="15550"/>
                  </a:cubicBezTo>
                  <a:lnTo>
                    <a:pt x="19611" y="15550"/>
                  </a:lnTo>
                  <a:cubicBezTo>
                    <a:pt x="19676" y="15550"/>
                    <a:pt x="19733" y="15502"/>
                    <a:pt x="19742" y="15437"/>
                  </a:cubicBezTo>
                  <a:lnTo>
                    <a:pt x="22166" y="155"/>
                  </a:lnTo>
                  <a:cubicBezTo>
                    <a:pt x="22174" y="116"/>
                    <a:pt x="22162" y="76"/>
                    <a:pt x="22136" y="48"/>
                  </a:cubicBezTo>
                  <a:cubicBezTo>
                    <a:pt x="22111" y="17"/>
                    <a:pt x="22074" y="1"/>
                    <a:pt x="22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2795;p70">
              <a:extLst>
                <a:ext uri="{FF2B5EF4-FFF2-40B4-BE49-F238E27FC236}">
                  <a16:creationId xmlns:a16="http://schemas.microsoft.com/office/drawing/2014/main" id="{F1016231-967D-C481-1013-326CFB255340}"/>
                </a:ext>
              </a:extLst>
            </p:cNvPr>
            <p:cNvSpPr/>
            <p:nvPr/>
          </p:nvSpPr>
          <p:spPr>
            <a:xfrm>
              <a:off x="2107081" y="4166684"/>
              <a:ext cx="118164" cy="31421"/>
            </a:xfrm>
            <a:custGeom>
              <a:avLst/>
              <a:gdLst/>
              <a:ahLst/>
              <a:cxnLst/>
              <a:rect l="l" t="t" r="r" b="b"/>
              <a:pathLst>
                <a:path w="3866" h="1028" extrusionOk="0">
                  <a:moveTo>
                    <a:pt x="166" y="1"/>
                  </a:moveTo>
                  <a:lnTo>
                    <a:pt x="0" y="1028"/>
                  </a:lnTo>
                  <a:lnTo>
                    <a:pt x="3699" y="1028"/>
                  </a:lnTo>
                  <a:lnTo>
                    <a:pt x="38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2796;p70">
              <a:extLst>
                <a:ext uri="{FF2B5EF4-FFF2-40B4-BE49-F238E27FC236}">
                  <a16:creationId xmlns:a16="http://schemas.microsoft.com/office/drawing/2014/main" id="{9AB25CAC-4FF1-594A-16BF-9642687BC7CC}"/>
                </a:ext>
              </a:extLst>
            </p:cNvPr>
            <p:cNvSpPr/>
            <p:nvPr/>
          </p:nvSpPr>
          <p:spPr>
            <a:xfrm>
              <a:off x="2102832" y="4162618"/>
              <a:ext cx="126631" cy="39582"/>
            </a:xfrm>
            <a:custGeom>
              <a:avLst/>
              <a:gdLst/>
              <a:ahLst/>
              <a:cxnLst/>
              <a:rect l="l" t="t" r="r" b="b"/>
              <a:pathLst>
                <a:path w="4143" h="1295" extrusionOk="0">
                  <a:moveTo>
                    <a:pt x="3846" y="268"/>
                  </a:moveTo>
                  <a:lnTo>
                    <a:pt x="3724" y="1027"/>
                  </a:lnTo>
                  <a:lnTo>
                    <a:pt x="296" y="1027"/>
                  </a:lnTo>
                  <a:lnTo>
                    <a:pt x="418" y="268"/>
                  </a:lnTo>
                  <a:close/>
                  <a:moveTo>
                    <a:pt x="305" y="0"/>
                  </a:moveTo>
                  <a:cubicBezTo>
                    <a:pt x="240" y="0"/>
                    <a:pt x="184" y="47"/>
                    <a:pt x="173" y="112"/>
                  </a:cubicBezTo>
                  <a:lnTo>
                    <a:pt x="7" y="1139"/>
                  </a:lnTo>
                  <a:cubicBezTo>
                    <a:pt x="1" y="1178"/>
                    <a:pt x="11" y="1217"/>
                    <a:pt x="37" y="1247"/>
                  </a:cubicBezTo>
                  <a:cubicBezTo>
                    <a:pt x="62" y="1277"/>
                    <a:pt x="99" y="1294"/>
                    <a:pt x="139" y="1294"/>
                  </a:cubicBezTo>
                  <a:lnTo>
                    <a:pt x="3838" y="1294"/>
                  </a:lnTo>
                  <a:cubicBezTo>
                    <a:pt x="3903" y="1294"/>
                    <a:pt x="3958" y="1247"/>
                    <a:pt x="3969" y="1182"/>
                  </a:cubicBezTo>
                  <a:lnTo>
                    <a:pt x="4135" y="154"/>
                  </a:lnTo>
                  <a:cubicBezTo>
                    <a:pt x="4142" y="116"/>
                    <a:pt x="4130" y="76"/>
                    <a:pt x="4105" y="47"/>
                  </a:cubicBezTo>
                  <a:cubicBezTo>
                    <a:pt x="4080" y="17"/>
                    <a:pt x="4043" y="0"/>
                    <a:pt x="40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2797;p70">
              <a:extLst>
                <a:ext uri="{FF2B5EF4-FFF2-40B4-BE49-F238E27FC236}">
                  <a16:creationId xmlns:a16="http://schemas.microsoft.com/office/drawing/2014/main" id="{5507BFB3-5B84-5C90-08E4-637AED4D141D}"/>
                </a:ext>
              </a:extLst>
            </p:cNvPr>
            <p:cNvSpPr/>
            <p:nvPr/>
          </p:nvSpPr>
          <p:spPr>
            <a:xfrm>
              <a:off x="692085" y="4595138"/>
              <a:ext cx="2079213" cy="8197"/>
            </a:xfrm>
            <a:custGeom>
              <a:avLst/>
              <a:gdLst/>
              <a:ahLst/>
              <a:cxnLst/>
              <a:rect l="l" t="t" r="r" b="b"/>
              <a:pathLst>
                <a:path w="88732" h="268" extrusionOk="0">
                  <a:moveTo>
                    <a:pt x="134" y="0"/>
                  </a:moveTo>
                  <a:cubicBezTo>
                    <a:pt x="59" y="0"/>
                    <a:pt x="0" y="61"/>
                    <a:pt x="0" y="134"/>
                  </a:cubicBezTo>
                  <a:cubicBezTo>
                    <a:pt x="0" y="209"/>
                    <a:pt x="59" y="268"/>
                    <a:pt x="134" y="268"/>
                  </a:cubicBezTo>
                  <a:lnTo>
                    <a:pt x="88598" y="268"/>
                  </a:lnTo>
                  <a:cubicBezTo>
                    <a:pt x="88672" y="268"/>
                    <a:pt x="88732" y="209"/>
                    <a:pt x="88732" y="134"/>
                  </a:cubicBezTo>
                  <a:cubicBezTo>
                    <a:pt x="88732" y="61"/>
                    <a:pt x="88672" y="0"/>
                    <a:pt x="88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58" name="Picture 1657">
            <a:extLst>
              <a:ext uri="{FF2B5EF4-FFF2-40B4-BE49-F238E27FC236}">
                <a16:creationId xmlns:a16="http://schemas.microsoft.com/office/drawing/2014/main" id="{35FFD731-8114-783F-14A5-FC66C08F87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266"/>
          <a:stretch>
            <a:fillRect/>
          </a:stretch>
        </p:blipFill>
        <p:spPr>
          <a:xfrm>
            <a:off x="143987" y="277507"/>
            <a:ext cx="4353671" cy="2231055"/>
          </a:xfrm>
          <a:prstGeom prst="rect">
            <a:avLst/>
          </a:prstGeom>
          <a:ln w="41275">
            <a:solidFill>
              <a:schemeClr val="dk2"/>
            </a:solidFill>
          </a:ln>
          <a:effectLst>
            <a:softEdge rad="0"/>
          </a:effectLst>
        </p:spPr>
      </p:pic>
      <p:pic>
        <p:nvPicPr>
          <p:cNvPr id="1660" name="Picture 1659">
            <a:extLst>
              <a:ext uri="{FF2B5EF4-FFF2-40B4-BE49-F238E27FC236}">
                <a16:creationId xmlns:a16="http://schemas.microsoft.com/office/drawing/2014/main" id="{EBB0F2E2-2CD9-0FDD-DAE8-43AC257F2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820" y="2654911"/>
            <a:ext cx="7525800" cy="1781424"/>
          </a:xfrm>
          <a:prstGeom prst="rect">
            <a:avLst/>
          </a:prstGeom>
          <a:ln w="41275">
            <a:solidFill>
              <a:schemeClr val="dk2"/>
            </a:solidFill>
          </a:ln>
          <a:effectLst>
            <a:softEdge rad="0"/>
          </a:effectLst>
        </p:spPr>
      </p:pic>
      <p:sp>
        <p:nvSpPr>
          <p:cNvPr id="1662" name="TextBox 1661">
            <a:extLst>
              <a:ext uri="{FF2B5EF4-FFF2-40B4-BE49-F238E27FC236}">
                <a16:creationId xmlns:a16="http://schemas.microsoft.com/office/drawing/2014/main" id="{E54B2212-C57E-824D-EF86-C304BE3CF926}"/>
              </a:ext>
            </a:extLst>
          </p:cNvPr>
          <p:cNvSpPr txBox="1"/>
          <p:nvPr/>
        </p:nvSpPr>
        <p:spPr>
          <a:xfrm>
            <a:off x="4646343" y="1302333"/>
            <a:ext cx="26855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👉</a:t>
            </a:r>
            <a:r>
              <a:rPr lang="en-US" dirty="0"/>
              <a:t> encoded categorical data</a:t>
            </a:r>
            <a:endParaRPr lang="en-IN" dirty="0"/>
          </a:p>
        </p:txBody>
      </p:sp>
      <p:sp>
        <p:nvSpPr>
          <p:cNvPr id="1664" name="TextBox 1663">
            <a:extLst>
              <a:ext uri="{FF2B5EF4-FFF2-40B4-BE49-F238E27FC236}">
                <a16:creationId xmlns:a16="http://schemas.microsoft.com/office/drawing/2014/main" id="{842DAC21-E591-2EB6-4B50-E96FA3581F46}"/>
              </a:ext>
            </a:extLst>
          </p:cNvPr>
          <p:cNvSpPr txBox="1"/>
          <p:nvPr/>
        </p:nvSpPr>
        <p:spPr>
          <a:xfrm>
            <a:off x="2243256" y="4528473"/>
            <a:ext cx="65067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👉</a:t>
            </a:r>
            <a:r>
              <a:rPr lang="en-US" dirty="0"/>
              <a:t>Created feature (x) &amp; target (y) variables ,</a:t>
            </a:r>
            <a:r>
              <a:rPr lang="en-US" dirty="0" err="1"/>
              <a:t>splited</a:t>
            </a:r>
            <a:r>
              <a:rPr lang="en-US" dirty="0"/>
              <a:t> the dataset into training and testing sets ,scaled features.”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4FA94-8AEC-84C7-F0F9-2C74C266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Models used</a:t>
            </a:r>
          </a:p>
        </p:txBody>
      </p:sp>
      <p:graphicFrame>
        <p:nvGraphicFramePr>
          <p:cNvPr id="161" name="Table 160">
            <a:extLst>
              <a:ext uri="{FF2B5EF4-FFF2-40B4-BE49-F238E27FC236}">
                <a16:creationId xmlns:a16="http://schemas.microsoft.com/office/drawing/2014/main" id="{81EC412E-C6FF-C6BD-EE7B-48DF5B713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484075"/>
              </p:ext>
            </p:extLst>
          </p:nvPr>
        </p:nvGraphicFramePr>
        <p:xfrm>
          <a:off x="724829" y="1083894"/>
          <a:ext cx="8047464" cy="3198176"/>
        </p:xfrm>
        <a:graphic>
          <a:graphicData uri="http://schemas.openxmlformats.org/drawingml/2006/table">
            <a:tbl>
              <a:tblPr/>
              <a:tblGrid>
                <a:gridCol w="8047464">
                  <a:extLst>
                    <a:ext uri="{9D8B030D-6E8A-4147-A177-3AD203B41FA5}">
                      <a16:colId xmlns:a16="http://schemas.microsoft.com/office/drawing/2014/main" val="3951433696"/>
                    </a:ext>
                  </a:extLst>
                </a:gridCol>
              </a:tblGrid>
              <a:tr h="39977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940147"/>
                  </a:ext>
                </a:extLst>
              </a:tr>
              <a:tr h="39977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Decision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408185"/>
                  </a:ext>
                </a:extLst>
              </a:tr>
              <a:tr h="39977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048098"/>
                  </a:ext>
                </a:extLst>
              </a:tr>
              <a:tr h="39977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K-Nearest Neighbors (KNN)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268683"/>
                  </a:ext>
                </a:extLst>
              </a:tr>
              <a:tr h="39977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Support Vector Classifier (SVC)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484514"/>
                  </a:ext>
                </a:extLst>
              </a:tr>
              <a:tr h="39977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AdaBoost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940940"/>
                  </a:ext>
                </a:extLst>
              </a:tr>
              <a:tr h="39977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Gradient Boosting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599113"/>
                  </a:ext>
                </a:extLst>
              </a:tr>
              <a:tr h="39977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 err="1"/>
                        <a:t>XGBoost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160095"/>
                  </a:ext>
                </a:extLst>
              </a:tr>
            </a:tbl>
          </a:graphicData>
        </a:graphic>
      </p:graphicFrame>
      <p:grpSp>
        <p:nvGrpSpPr>
          <p:cNvPr id="162" name="Google Shape;2130;p55">
            <a:extLst>
              <a:ext uri="{FF2B5EF4-FFF2-40B4-BE49-F238E27FC236}">
                <a16:creationId xmlns:a16="http://schemas.microsoft.com/office/drawing/2014/main" id="{4CAD082A-DF40-E743-61DB-783EF63863B9}"/>
              </a:ext>
            </a:extLst>
          </p:cNvPr>
          <p:cNvGrpSpPr/>
          <p:nvPr/>
        </p:nvGrpSpPr>
        <p:grpSpPr>
          <a:xfrm>
            <a:off x="6984854" y="3260166"/>
            <a:ext cx="2073181" cy="1883334"/>
            <a:chOff x="1538775" y="1087050"/>
            <a:chExt cx="4515750" cy="4102225"/>
          </a:xfrm>
        </p:grpSpPr>
        <p:sp>
          <p:nvSpPr>
            <p:cNvPr id="163" name="Google Shape;2131;p55">
              <a:extLst>
                <a:ext uri="{FF2B5EF4-FFF2-40B4-BE49-F238E27FC236}">
                  <a16:creationId xmlns:a16="http://schemas.microsoft.com/office/drawing/2014/main" id="{4216BAD2-B139-F59D-EEF5-FDEB0530B755}"/>
                </a:ext>
              </a:extLst>
            </p:cNvPr>
            <p:cNvSpPr/>
            <p:nvPr/>
          </p:nvSpPr>
          <p:spPr>
            <a:xfrm>
              <a:off x="1915700" y="4591225"/>
              <a:ext cx="3761050" cy="506225"/>
            </a:xfrm>
            <a:custGeom>
              <a:avLst/>
              <a:gdLst/>
              <a:ahLst/>
              <a:cxnLst/>
              <a:rect l="l" t="t" r="r" b="b"/>
              <a:pathLst>
                <a:path w="150442" h="20249" extrusionOk="0">
                  <a:moveTo>
                    <a:pt x="75221" y="1"/>
                  </a:moveTo>
                  <a:cubicBezTo>
                    <a:pt x="33691" y="1"/>
                    <a:pt x="1" y="4537"/>
                    <a:pt x="1" y="10141"/>
                  </a:cubicBezTo>
                  <a:cubicBezTo>
                    <a:pt x="1" y="15712"/>
                    <a:pt x="33691" y="20248"/>
                    <a:pt x="75221" y="20248"/>
                  </a:cubicBezTo>
                  <a:cubicBezTo>
                    <a:pt x="116751" y="20248"/>
                    <a:pt x="150441" y="15712"/>
                    <a:pt x="150441" y="10141"/>
                  </a:cubicBezTo>
                  <a:cubicBezTo>
                    <a:pt x="150441" y="4537"/>
                    <a:pt x="116751" y="1"/>
                    <a:pt x="752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132;p55">
              <a:extLst>
                <a:ext uri="{FF2B5EF4-FFF2-40B4-BE49-F238E27FC236}">
                  <a16:creationId xmlns:a16="http://schemas.microsoft.com/office/drawing/2014/main" id="{B7DB3513-571B-A40D-A704-1F1668DE2069}"/>
                </a:ext>
              </a:extLst>
            </p:cNvPr>
            <p:cNvSpPr/>
            <p:nvPr/>
          </p:nvSpPr>
          <p:spPr>
            <a:xfrm>
              <a:off x="1538775" y="4438625"/>
              <a:ext cx="4515750" cy="10850"/>
            </a:xfrm>
            <a:custGeom>
              <a:avLst/>
              <a:gdLst/>
              <a:ahLst/>
              <a:cxnLst/>
              <a:rect l="l" t="t" r="r" b="b"/>
              <a:pathLst>
                <a:path w="180630" h="434" extrusionOk="0">
                  <a:moveTo>
                    <a:pt x="90298" y="0"/>
                  </a:moveTo>
                  <a:lnTo>
                    <a:pt x="45133" y="100"/>
                  </a:lnTo>
                  <a:lnTo>
                    <a:pt x="22550" y="134"/>
                  </a:lnTo>
                  <a:lnTo>
                    <a:pt x="0" y="234"/>
                  </a:lnTo>
                  <a:lnTo>
                    <a:pt x="22550" y="334"/>
                  </a:lnTo>
                  <a:lnTo>
                    <a:pt x="45133" y="367"/>
                  </a:lnTo>
                  <a:lnTo>
                    <a:pt x="90298" y="434"/>
                  </a:lnTo>
                  <a:lnTo>
                    <a:pt x="135464" y="367"/>
                  </a:lnTo>
                  <a:lnTo>
                    <a:pt x="158046" y="334"/>
                  </a:lnTo>
                  <a:lnTo>
                    <a:pt x="180629" y="234"/>
                  </a:lnTo>
                  <a:lnTo>
                    <a:pt x="158046" y="134"/>
                  </a:lnTo>
                  <a:lnTo>
                    <a:pt x="135464" y="100"/>
                  </a:lnTo>
                  <a:lnTo>
                    <a:pt x="90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133;p55">
              <a:extLst>
                <a:ext uri="{FF2B5EF4-FFF2-40B4-BE49-F238E27FC236}">
                  <a16:creationId xmlns:a16="http://schemas.microsoft.com/office/drawing/2014/main" id="{B1085C73-5ED7-2485-2B70-F2B751F7B33A}"/>
                </a:ext>
              </a:extLst>
            </p:cNvPr>
            <p:cNvSpPr/>
            <p:nvPr/>
          </p:nvSpPr>
          <p:spPr>
            <a:xfrm>
              <a:off x="1999925" y="2237050"/>
              <a:ext cx="351950" cy="351100"/>
            </a:xfrm>
            <a:custGeom>
              <a:avLst/>
              <a:gdLst/>
              <a:ahLst/>
              <a:cxnLst/>
              <a:rect l="l" t="t" r="r" b="b"/>
              <a:pathLst>
                <a:path w="14078" h="14044" extrusionOk="0">
                  <a:moveTo>
                    <a:pt x="11642" y="0"/>
                  </a:moveTo>
                  <a:cubicBezTo>
                    <a:pt x="11642" y="0"/>
                    <a:pt x="1" y="2636"/>
                    <a:pt x="3637" y="14044"/>
                  </a:cubicBezTo>
                  <a:cubicBezTo>
                    <a:pt x="3637" y="14044"/>
                    <a:pt x="14078" y="12576"/>
                    <a:pt x="11642" y="0"/>
                  </a:cubicBezTo>
                  <a:close/>
                </a:path>
              </a:pathLst>
            </a:custGeom>
            <a:solidFill>
              <a:srgbClr val="FBB1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134;p55">
              <a:extLst>
                <a:ext uri="{FF2B5EF4-FFF2-40B4-BE49-F238E27FC236}">
                  <a16:creationId xmlns:a16="http://schemas.microsoft.com/office/drawing/2014/main" id="{2DBFD026-DAD2-157F-A439-7C04EA18EB0C}"/>
                </a:ext>
              </a:extLst>
            </p:cNvPr>
            <p:cNvSpPr/>
            <p:nvPr/>
          </p:nvSpPr>
          <p:spPr>
            <a:xfrm>
              <a:off x="1999925" y="2237050"/>
              <a:ext cx="351950" cy="351100"/>
            </a:xfrm>
            <a:custGeom>
              <a:avLst/>
              <a:gdLst/>
              <a:ahLst/>
              <a:cxnLst/>
              <a:rect l="l" t="t" r="r" b="b"/>
              <a:pathLst>
                <a:path w="14078" h="14044" extrusionOk="0">
                  <a:moveTo>
                    <a:pt x="11642" y="0"/>
                  </a:moveTo>
                  <a:cubicBezTo>
                    <a:pt x="11642" y="0"/>
                    <a:pt x="1" y="2636"/>
                    <a:pt x="3637" y="14044"/>
                  </a:cubicBezTo>
                  <a:cubicBezTo>
                    <a:pt x="3637" y="14044"/>
                    <a:pt x="14078" y="12576"/>
                    <a:pt x="116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135;p55">
              <a:extLst>
                <a:ext uri="{FF2B5EF4-FFF2-40B4-BE49-F238E27FC236}">
                  <a16:creationId xmlns:a16="http://schemas.microsoft.com/office/drawing/2014/main" id="{2FFABA0D-562B-84BC-C67C-A97E6C3A70EA}"/>
                </a:ext>
              </a:extLst>
            </p:cNvPr>
            <p:cNvSpPr/>
            <p:nvPr/>
          </p:nvSpPr>
          <p:spPr>
            <a:xfrm>
              <a:off x="2088325" y="2302575"/>
              <a:ext cx="155975" cy="406500"/>
            </a:xfrm>
            <a:custGeom>
              <a:avLst/>
              <a:gdLst/>
              <a:ahLst/>
              <a:cxnLst/>
              <a:rect l="l" t="t" r="r" b="b"/>
              <a:pathLst>
                <a:path w="6239" h="16260" extrusionOk="0">
                  <a:moveTo>
                    <a:pt x="6106" y="1"/>
                  </a:moveTo>
                  <a:cubicBezTo>
                    <a:pt x="6094" y="1"/>
                    <a:pt x="6081" y="5"/>
                    <a:pt x="6072" y="14"/>
                  </a:cubicBezTo>
                  <a:cubicBezTo>
                    <a:pt x="5671" y="481"/>
                    <a:pt x="5238" y="948"/>
                    <a:pt x="4837" y="1415"/>
                  </a:cubicBezTo>
                  <a:cubicBezTo>
                    <a:pt x="4437" y="1882"/>
                    <a:pt x="4037" y="2349"/>
                    <a:pt x="3703" y="2850"/>
                  </a:cubicBezTo>
                  <a:cubicBezTo>
                    <a:pt x="2903" y="3984"/>
                    <a:pt x="2202" y="5185"/>
                    <a:pt x="1602" y="6419"/>
                  </a:cubicBezTo>
                  <a:lnTo>
                    <a:pt x="1602" y="6186"/>
                  </a:lnTo>
                  <a:cubicBezTo>
                    <a:pt x="1635" y="5785"/>
                    <a:pt x="1669" y="5418"/>
                    <a:pt x="1669" y="5051"/>
                  </a:cubicBezTo>
                  <a:lnTo>
                    <a:pt x="1669" y="2783"/>
                  </a:lnTo>
                  <a:cubicBezTo>
                    <a:pt x="1669" y="2766"/>
                    <a:pt x="1652" y="2758"/>
                    <a:pt x="1635" y="2758"/>
                  </a:cubicBezTo>
                  <a:cubicBezTo>
                    <a:pt x="1618" y="2758"/>
                    <a:pt x="1602" y="2766"/>
                    <a:pt x="1602" y="2783"/>
                  </a:cubicBezTo>
                  <a:cubicBezTo>
                    <a:pt x="1602" y="3550"/>
                    <a:pt x="1535" y="4284"/>
                    <a:pt x="1502" y="5051"/>
                  </a:cubicBezTo>
                  <a:cubicBezTo>
                    <a:pt x="1468" y="5418"/>
                    <a:pt x="1468" y="5785"/>
                    <a:pt x="1435" y="6186"/>
                  </a:cubicBezTo>
                  <a:cubicBezTo>
                    <a:pt x="1402" y="6352"/>
                    <a:pt x="1368" y="6519"/>
                    <a:pt x="1368" y="6686"/>
                  </a:cubicBezTo>
                  <a:cubicBezTo>
                    <a:pt x="1368" y="6753"/>
                    <a:pt x="1368" y="6853"/>
                    <a:pt x="1368" y="6919"/>
                  </a:cubicBezTo>
                  <a:cubicBezTo>
                    <a:pt x="1068" y="7553"/>
                    <a:pt x="835" y="8154"/>
                    <a:pt x="634" y="8821"/>
                  </a:cubicBezTo>
                  <a:cubicBezTo>
                    <a:pt x="234" y="9955"/>
                    <a:pt x="34" y="11156"/>
                    <a:pt x="1" y="12357"/>
                  </a:cubicBezTo>
                  <a:cubicBezTo>
                    <a:pt x="34" y="13658"/>
                    <a:pt x="67" y="14958"/>
                    <a:pt x="167" y="16259"/>
                  </a:cubicBezTo>
                  <a:lnTo>
                    <a:pt x="234" y="16259"/>
                  </a:lnTo>
                  <a:cubicBezTo>
                    <a:pt x="268" y="14825"/>
                    <a:pt x="234" y="13391"/>
                    <a:pt x="368" y="11956"/>
                  </a:cubicBezTo>
                  <a:cubicBezTo>
                    <a:pt x="434" y="10956"/>
                    <a:pt x="634" y="9955"/>
                    <a:pt x="968" y="9021"/>
                  </a:cubicBezTo>
                  <a:cubicBezTo>
                    <a:pt x="1302" y="8921"/>
                    <a:pt x="1635" y="8787"/>
                    <a:pt x="1935" y="8621"/>
                  </a:cubicBezTo>
                  <a:cubicBezTo>
                    <a:pt x="2302" y="8454"/>
                    <a:pt x="2669" y="8254"/>
                    <a:pt x="3036" y="8054"/>
                  </a:cubicBezTo>
                  <a:cubicBezTo>
                    <a:pt x="3770" y="7653"/>
                    <a:pt x="4471" y="7253"/>
                    <a:pt x="5171" y="6853"/>
                  </a:cubicBezTo>
                  <a:cubicBezTo>
                    <a:pt x="5204" y="6853"/>
                    <a:pt x="5171" y="6786"/>
                    <a:pt x="5138" y="6786"/>
                  </a:cubicBezTo>
                  <a:cubicBezTo>
                    <a:pt x="4437" y="7186"/>
                    <a:pt x="3703" y="7553"/>
                    <a:pt x="2969" y="7887"/>
                  </a:cubicBezTo>
                  <a:lnTo>
                    <a:pt x="1902" y="8354"/>
                  </a:lnTo>
                  <a:cubicBezTo>
                    <a:pt x="1602" y="8487"/>
                    <a:pt x="1335" y="8621"/>
                    <a:pt x="1068" y="8787"/>
                  </a:cubicBezTo>
                  <a:lnTo>
                    <a:pt x="1135" y="8554"/>
                  </a:lnTo>
                  <a:cubicBezTo>
                    <a:pt x="1502" y="7553"/>
                    <a:pt x="1935" y="6552"/>
                    <a:pt x="2436" y="5552"/>
                  </a:cubicBezTo>
                  <a:cubicBezTo>
                    <a:pt x="2603" y="5185"/>
                    <a:pt x="2836" y="4785"/>
                    <a:pt x="3036" y="4418"/>
                  </a:cubicBezTo>
                  <a:cubicBezTo>
                    <a:pt x="3136" y="4418"/>
                    <a:pt x="3203" y="4384"/>
                    <a:pt x="3303" y="4318"/>
                  </a:cubicBezTo>
                  <a:lnTo>
                    <a:pt x="3737" y="4151"/>
                  </a:lnTo>
                  <a:lnTo>
                    <a:pt x="4537" y="3817"/>
                  </a:lnTo>
                  <a:cubicBezTo>
                    <a:pt x="5104" y="3584"/>
                    <a:pt x="5638" y="3350"/>
                    <a:pt x="6205" y="3117"/>
                  </a:cubicBezTo>
                  <a:cubicBezTo>
                    <a:pt x="6238" y="3117"/>
                    <a:pt x="6238" y="3050"/>
                    <a:pt x="6205" y="3050"/>
                  </a:cubicBezTo>
                  <a:cubicBezTo>
                    <a:pt x="5638" y="3250"/>
                    <a:pt x="5071" y="3484"/>
                    <a:pt x="4537" y="3684"/>
                  </a:cubicBezTo>
                  <a:cubicBezTo>
                    <a:pt x="4270" y="3784"/>
                    <a:pt x="3970" y="3884"/>
                    <a:pt x="3703" y="4017"/>
                  </a:cubicBezTo>
                  <a:cubicBezTo>
                    <a:pt x="3570" y="4051"/>
                    <a:pt x="3436" y="4117"/>
                    <a:pt x="3336" y="4151"/>
                  </a:cubicBezTo>
                  <a:lnTo>
                    <a:pt x="3236" y="4184"/>
                  </a:lnTo>
                  <a:cubicBezTo>
                    <a:pt x="3503" y="3684"/>
                    <a:pt x="3803" y="3217"/>
                    <a:pt x="4137" y="2716"/>
                  </a:cubicBezTo>
                  <a:cubicBezTo>
                    <a:pt x="4704" y="1782"/>
                    <a:pt x="5371" y="882"/>
                    <a:pt x="6138" y="48"/>
                  </a:cubicBezTo>
                  <a:cubicBezTo>
                    <a:pt x="6162" y="24"/>
                    <a:pt x="6136" y="1"/>
                    <a:pt x="61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136;p55">
              <a:extLst>
                <a:ext uri="{FF2B5EF4-FFF2-40B4-BE49-F238E27FC236}">
                  <a16:creationId xmlns:a16="http://schemas.microsoft.com/office/drawing/2014/main" id="{E3BD5B74-76D3-3C28-F5EC-8A87706F75FF}"/>
                </a:ext>
              </a:extLst>
            </p:cNvPr>
            <p:cNvSpPr/>
            <p:nvPr/>
          </p:nvSpPr>
          <p:spPr>
            <a:xfrm>
              <a:off x="2142950" y="2337325"/>
              <a:ext cx="4625" cy="55700"/>
            </a:xfrm>
            <a:custGeom>
              <a:avLst/>
              <a:gdLst/>
              <a:ahLst/>
              <a:cxnLst/>
              <a:rect l="l" t="t" r="r" b="b"/>
              <a:pathLst>
                <a:path w="185" h="2228" extrusionOk="0">
                  <a:moveTo>
                    <a:pt x="21" y="0"/>
                  </a:moveTo>
                  <a:cubicBezTo>
                    <a:pt x="9" y="0"/>
                    <a:pt x="1" y="9"/>
                    <a:pt x="17" y="25"/>
                  </a:cubicBezTo>
                  <a:cubicBezTo>
                    <a:pt x="84" y="759"/>
                    <a:pt x="84" y="1493"/>
                    <a:pt x="151" y="2227"/>
                  </a:cubicBezTo>
                  <a:cubicBezTo>
                    <a:pt x="184" y="1493"/>
                    <a:pt x="151" y="759"/>
                    <a:pt x="51" y="25"/>
                  </a:cubicBezTo>
                  <a:cubicBezTo>
                    <a:pt x="51" y="9"/>
                    <a:pt x="34" y="0"/>
                    <a:pt x="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137;p55">
              <a:extLst>
                <a:ext uri="{FF2B5EF4-FFF2-40B4-BE49-F238E27FC236}">
                  <a16:creationId xmlns:a16="http://schemas.microsoft.com/office/drawing/2014/main" id="{4B7CD272-9534-8F86-3365-C4C6AF5760C8}"/>
                </a:ext>
              </a:extLst>
            </p:cNvPr>
            <p:cNvSpPr/>
            <p:nvPr/>
          </p:nvSpPr>
          <p:spPr>
            <a:xfrm>
              <a:off x="2218425" y="2336900"/>
              <a:ext cx="35725" cy="17750"/>
            </a:xfrm>
            <a:custGeom>
              <a:avLst/>
              <a:gdLst/>
              <a:ahLst/>
              <a:cxnLst/>
              <a:rect l="l" t="t" r="r" b="b"/>
              <a:pathLst>
                <a:path w="1429" h="710" extrusionOk="0">
                  <a:moveTo>
                    <a:pt x="1387" y="0"/>
                  </a:moveTo>
                  <a:cubicBezTo>
                    <a:pt x="1381" y="0"/>
                    <a:pt x="1374" y="3"/>
                    <a:pt x="1368" y="9"/>
                  </a:cubicBezTo>
                  <a:cubicBezTo>
                    <a:pt x="934" y="276"/>
                    <a:pt x="501" y="476"/>
                    <a:pt x="34" y="676"/>
                  </a:cubicBezTo>
                  <a:cubicBezTo>
                    <a:pt x="0" y="710"/>
                    <a:pt x="0" y="710"/>
                    <a:pt x="34" y="710"/>
                  </a:cubicBezTo>
                  <a:cubicBezTo>
                    <a:pt x="534" y="543"/>
                    <a:pt x="968" y="343"/>
                    <a:pt x="1401" y="76"/>
                  </a:cubicBezTo>
                  <a:cubicBezTo>
                    <a:pt x="1428" y="49"/>
                    <a:pt x="1412" y="0"/>
                    <a:pt x="138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2138;p55">
              <a:extLst>
                <a:ext uri="{FF2B5EF4-FFF2-40B4-BE49-F238E27FC236}">
                  <a16:creationId xmlns:a16="http://schemas.microsoft.com/office/drawing/2014/main" id="{6F823931-66C1-BB21-A9AC-1D17D4F5EB57}"/>
                </a:ext>
              </a:extLst>
            </p:cNvPr>
            <p:cNvSpPr/>
            <p:nvPr/>
          </p:nvSpPr>
          <p:spPr>
            <a:xfrm>
              <a:off x="2080825" y="2422175"/>
              <a:ext cx="25050" cy="1106650"/>
            </a:xfrm>
            <a:custGeom>
              <a:avLst/>
              <a:gdLst/>
              <a:ahLst/>
              <a:cxnLst/>
              <a:rect l="l" t="t" r="r" b="b"/>
              <a:pathLst>
                <a:path w="1002" h="44266" extrusionOk="0">
                  <a:moveTo>
                    <a:pt x="534" y="1"/>
                  </a:moveTo>
                  <a:cubicBezTo>
                    <a:pt x="501" y="1"/>
                    <a:pt x="501" y="34"/>
                    <a:pt x="501" y="34"/>
                  </a:cubicBezTo>
                  <a:lnTo>
                    <a:pt x="501" y="2536"/>
                  </a:lnTo>
                  <a:cubicBezTo>
                    <a:pt x="467" y="2536"/>
                    <a:pt x="467" y="2569"/>
                    <a:pt x="467" y="2569"/>
                  </a:cubicBezTo>
                  <a:cubicBezTo>
                    <a:pt x="367" y="5605"/>
                    <a:pt x="301" y="8640"/>
                    <a:pt x="234" y="11676"/>
                  </a:cubicBezTo>
                  <a:cubicBezTo>
                    <a:pt x="167" y="15512"/>
                    <a:pt x="134" y="19348"/>
                    <a:pt x="134" y="23150"/>
                  </a:cubicBezTo>
                  <a:cubicBezTo>
                    <a:pt x="101" y="24318"/>
                    <a:pt x="101" y="25452"/>
                    <a:pt x="101" y="26620"/>
                  </a:cubicBezTo>
                  <a:cubicBezTo>
                    <a:pt x="67" y="28855"/>
                    <a:pt x="67" y="31089"/>
                    <a:pt x="0" y="33324"/>
                  </a:cubicBezTo>
                  <a:cubicBezTo>
                    <a:pt x="0" y="36860"/>
                    <a:pt x="34" y="40429"/>
                    <a:pt x="34" y="43999"/>
                  </a:cubicBezTo>
                  <a:cubicBezTo>
                    <a:pt x="34" y="44199"/>
                    <a:pt x="301" y="44266"/>
                    <a:pt x="534" y="44266"/>
                  </a:cubicBezTo>
                  <a:cubicBezTo>
                    <a:pt x="734" y="44266"/>
                    <a:pt x="934" y="44165"/>
                    <a:pt x="934" y="43999"/>
                  </a:cubicBezTo>
                  <a:cubicBezTo>
                    <a:pt x="934" y="40763"/>
                    <a:pt x="968" y="37561"/>
                    <a:pt x="968" y="34325"/>
                  </a:cubicBezTo>
                  <a:lnTo>
                    <a:pt x="968" y="32657"/>
                  </a:lnTo>
                  <a:cubicBezTo>
                    <a:pt x="1001" y="29121"/>
                    <a:pt x="968" y="25619"/>
                    <a:pt x="934" y="22083"/>
                  </a:cubicBezTo>
                  <a:lnTo>
                    <a:pt x="934" y="18814"/>
                  </a:lnTo>
                  <a:cubicBezTo>
                    <a:pt x="901" y="13410"/>
                    <a:pt x="768" y="8006"/>
                    <a:pt x="601" y="2602"/>
                  </a:cubicBezTo>
                  <a:cubicBezTo>
                    <a:pt x="601" y="2569"/>
                    <a:pt x="601" y="2569"/>
                    <a:pt x="601" y="2536"/>
                  </a:cubicBezTo>
                  <a:lnTo>
                    <a:pt x="601" y="34"/>
                  </a:lnTo>
                  <a:cubicBezTo>
                    <a:pt x="601" y="1"/>
                    <a:pt x="568" y="1"/>
                    <a:pt x="5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2139;p55">
              <a:extLst>
                <a:ext uri="{FF2B5EF4-FFF2-40B4-BE49-F238E27FC236}">
                  <a16:creationId xmlns:a16="http://schemas.microsoft.com/office/drawing/2014/main" id="{5A950116-8644-DF12-CA42-2137533D85A3}"/>
                </a:ext>
              </a:extLst>
            </p:cNvPr>
            <p:cNvSpPr/>
            <p:nvPr/>
          </p:nvSpPr>
          <p:spPr>
            <a:xfrm>
              <a:off x="2182575" y="2948500"/>
              <a:ext cx="391125" cy="329250"/>
            </a:xfrm>
            <a:custGeom>
              <a:avLst/>
              <a:gdLst/>
              <a:ahLst/>
              <a:cxnLst/>
              <a:rect l="l" t="t" r="r" b="b"/>
              <a:pathLst>
                <a:path w="15645" h="13170" extrusionOk="0">
                  <a:moveTo>
                    <a:pt x="6590" y="1"/>
                  </a:moveTo>
                  <a:cubicBezTo>
                    <a:pt x="3175" y="1"/>
                    <a:pt x="367" y="2097"/>
                    <a:pt x="367" y="2097"/>
                  </a:cubicBezTo>
                  <a:cubicBezTo>
                    <a:pt x="367" y="2097"/>
                    <a:pt x="0" y="5833"/>
                    <a:pt x="4270" y="9870"/>
                  </a:cubicBezTo>
                  <a:cubicBezTo>
                    <a:pt x="7255" y="12718"/>
                    <a:pt x="11469" y="13169"/>
                    <a:pt x="13840" y="13169"/>
                  </a:cubicBezTo>
                  <a:cubicBezTo>
                    <a:pt x="14941" y="13169"/>
                    <a:pt x="15645" y="13072"/>
                    <a:pt x="15645" y="13072"/>
                  </a:cubicBezTo>
                  <a:cubicBezTo>
                    <a:pt x="15645" y="13072"/>
                    <a:pt x="14911" y="3398"/>
                    <a:pt x="10141" y="863"/>
                  </a:cubicBezTo>
                  <a:cubicBezTo>
                    <a:pt x="8944" y="236"/>
                    <a:pt x="7733" y="1"/>
                    <a:pt x="6590" y="1"/>
                  </a:cubicBezTo>
                  <a:close/>
                </a:path>
              </a:pathLst>
            </a:custGeom>
            <a:solidFill>
              <a:srgbClr val="FBB1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140;p55">
              <a:extLst>
                <a:ext uri="{FF2B5EF4-FFF2-40B4-BE49-F238E27FC236}">
                  <a16:creationId xmlns:a16="http://schemas.microsoft.com/office/drawing/2014/main" id="{3A08F970-887D-933E-27B9-754910E63B1C}"/>
                </a:ext>
              </a:extLst>
            </p:cNvPr>
            <p:cNvSpPr/>
            <p:nvPr/>
          </p:nvSpPr>
          <p:spPr>
            <a:xfrm>
              <a:off x="2097800" y="2985075"/>
              <a:ext cx="395000" cy="228875"/>
            </a:xfrm>
            <a:custGeom>
              <a:avLst/>
              <a:gdLst/>
              <a:ahLst/>
              <a:cxnLst/>
              <a:rect l="l" t="t" r="r" b="b"/>
              <a:pathLst>
                <a:path w="15800" h="9155" extrusionOk="0">
                  <a:moveTo>
                    <a:pt x="11063" y="1"/>
                  </a:moveTo>
                  <a:cubicBezTo>
                    <a:pt x="10062" y="101"/>
                    <a:pt x="9095" y="167"/>
                    <a:pt x="8094" y="234"/>
                  </a:cubicBezTo>
                  <a:lnTo>
                    <a:pt x="6627" y="334"/>
                  </a:lnTo>
                  <a:lnTo>
                    <a:pt x="5926" y="401"/>
                  </a:lnTo>
                  <a:cubicBezTo>
                    <a:pt x="5726" y="401"/>
                    <a:pt x="5526" y="401"/>
                    <a:pt x="5326" y="434"/>
                  </a:cubicBezTo>
                  <a:cubicBezTo>
                    <a:pt x="5111" y="413"/>
                    <a:pt x="4897" y="402"/>
                    <a:pt x="4683" y="402"/>
                  </a:cubicBezTo>
                  <a:cubicBezTo>
                    <a:pt x="3899" y="402"/>
                    <a:pt x="3124" y="546"/>
                    <a:pt x="2390" y="835"/>
                  </a:cubicBezTo>
                  <a:cubicBezTo>
                    <a:pt x="1290" y="1302"/>
                    <a:pt x="289" y="2202"/>
                    <a:pt x="22" y="3403"/>
                  </a:cubicBezTo>
                  <a:cubicBezTo>
                    <a:pt x="0" y="3468"/>
                    <a:pt x="63" y="3519"/>
                    <a:pt x="119" y="3519"/>
                  </a:cubicBezTo>
                  <a:cubicBezTo>
                    <a:pt x="149" y="3519"/>
                    <a:pt x="177" y="3505"/>
                    <a:pt x="189" y="3470"/>
                  </a:cubicBezTo>
                  <a:cubicBezTo>
                    <a:pt x="756" y="2202"/>
                    <a:pt x="1857" y="1302"/>
                    <a:pt x="3224" y="1035"/>
                  </a:cubicBezTo>
                  <a:cubicBezTo>
                    <a:pt x="3551" y="972"/>
                    <a:pt x="3880" y="945"/>
                    <a:pt x="4209" y="945"/>
                  </a:cubicBezTo>
                  <a:cubicBezTo>
                    <a:pt x="5290" y="945"/>
                    <a:pt x="6371" y="1244"/>
                    <a:pt x="7394" y="1602"/>
                  </a:cubicBezTo>
                  <a:cubicBezTo>
                    <a:pt x="7494" y="1635"/>
                    <a:pt x="7561" y="1702"/>
                    <a:pt x="7661" y="1735"/>
                  </a:cubicBezTo>
                  <a:cubicBezTo>
                    <a:pt x="7694" y="1869"/>
                    <a:pt x="7694" y="1969"/>
                    <a:pt x="7727" y="2102"/>
                  </a:cubicBezTo>
                  <a:lnTo>
                    <a:pt x="7861" y="2803"/>
                  </a:lnTo>
                  <a:cubicBezTo>
                    <a:pt x="7961" y="3303"/>
                    <a:pt x="8094" y="3770"/>
                    <a:pt x="8194" y="4270"/>
                  </a:cubicBezTo>
                  <a:cubicBezTo>
                    <a:pt x="8395" y="5238"/>
                    <a:pt x="8695" y="6205"/>
                    <a:pt x="8928" y="7172"/>
                  </a:cubicBezTo>
                  <a:cubicBezTo>
                    <a:pt x="8928" y="7206"/>
                    <a:pt x="8945" y="7222"/>
                    <a:pt x="8962" y="7222"/>
                  </a:cubicBezTo>
                  <a:cubicBezTo>
                    <a:pt x="8978" y="7222"/>
                    <a:pt x="8995" y="7206"/>
                    <a:pt x="8995" y="7172"/>
                  </a:cubicBezTo>
                  <a:cubicBezTo>
                    <a:pt x="8795" y="6205"/>
                    <a:pt x="8695" y="5238"/>
                    <a:pt x="8495" y="4270"/>
                  </a:cubicBezTo>
                  <a:cubicBezTo>
                    <a:pt x="8395" y="3770"/>
                    <a:pt x="8328" y="3303"/>
                    <a:pt x="8228" y="2836"/>
                  </a:cubicBezTo>
                  <a:lnTo>
                    <a:pt x="8061" y="2169"/>
                  </a:lnTo>
                  <a:lnTo>
                    <a:pt x="8028" y="1902"/>
                  </a:lnTo>
                  <a:lnTo>
                    <a:pt x="8028" y="1902"/>
                  </a:lnTo>
                  <a:cubicBezTo>
                    <a:pt x="8962" y="2302"/>
                    <a:pt x="9862" y="2803"/>
                    <a:pt x="10663" y="3436"/>
                  </a:cubicBezTo>
                  <a:cubicBezTo>
                    <a:pt x="11297" y="3870"/>
                    <a:pt x="11897" y="4404"/>
                    <a:pt x="12464" y="4938"/>
                  </a:cubicBezTo>
                  <a:cubicBezTo>
                    <a:pt x="12464" y="4971"/>
                    <a:pt x="12498" y="5038"/>
                    <a:pt x="12498" y="5071"/>
                  </a:cubicBezTo>
                  <a:lnTo>
                    <a:pt x="12664" y="5505"/>
                  </a:lnTo>
                  <a:lnTo>
                    <a:pt x="12965" y="6339"/>
                  </a:lnTo>
                  <a:cubicBezTo>
                    <a:pt x="13131" y="6906"/>
                    <a:pt x="13365" y="7506"/>
                    <a:pt x="13565" y="8073"/>
                  </a:cubicBezTo>
                  <a:cubicBezTo>
                    <a:pt x="13565" y="8090"/>
                    <a:pt x="13582" y="8098"/>
                    <a:pt x="13598" y="8098"/>
                  </a:cubicBezTo>
                  <a:cubicBezTo>
                    <a:pt x="13615" y="8098"/>
                    <a:pt x="13632" y="8090"/>
                    <a:pt x="13632" y="8073"/>
                  </a:cubicBezTo>
                  <a:cubicBezTo>
                    <a:pt x="13465" y="7473"/>
                    <a:pt x="13265" y="6872"/>
                    <a:pt x="13065" y="6305"/>
                  </a:cubicBezTo>
                  <a:cubicBezTo>
                    <a:pt x="12965" y="6005"/>
                    <a:pt x="12898" y="5705"/>
                    <a:pt x="12798" y="5405"/>
                  </a:cubicBezTo>
                  <a:cubicBezTo>
                    <a:pt x="12764" y="5338"/>
                    <a:pt x="12764" y="5271"/>
                    <a:pt x="12731" y="5204"/>
                  </a:cubicBezTo>
                  <a:lnTo>
                    <a:pt x="12731" y="5204"/>
                  </a:lnTo>
                  <a:cubicBezTo>
                    <a:pt x="13899" y="6372"/>
                    <a:pt x="14899" y="7706"/>
                    <a:pt x="15733" y="9141"/>
                  </a:cubicBezTo>
                  <a:cubicBezTo>
                    <a:pt x="15743" y="9150"/>
                    <a:pt x="15753" y="9154"/>
                    <a:pt x="15762" y="9154"/>
                  </a:cubicBezTo>
                  <a:cubicBezTo>
                    <a:pt x="15783" y="9154"/>
                    <a:pt x="15800" y="9131"/>
                    <a:pt x="15800" y="9107"/>
                  </a:cubicBezTo>
                  <a:cubicBezTo>
                    <a:pt x="15133" y="7706"/>
                    <a:pt x="14299" y="6405"/>
                    <a:pt x="13298" y="5204"/>
                  </a:cubicBezTo>
                  <a:cubicBezTo>
                    <a:pt x="12297" y="4004"/>
                    <a:pt x="11097" y="2936"/>
                    <a:pt x="9762" y="2102"/>
                  </a:cubicBezTo>
                  <a:lnTo>
                    <a:pt x="9762" y="2102"/>
                  </a:lnTo>
                  <a:lnTo>
                    <a:pt x="10196" y="2202"/>
                  </a:lnTo>
                  <a:cubicBezTo>
                    <a:pt x="10796" y="2336"/>
                    <a:pt x="11397" y="2502"/>
                    <a:pt x="11964" y="2636"/>
                  </a:cubicBezTo>
                  <a:cubicBezTo>
                    <a:pt x="13198" y="2903"/>
                    <a:pt x="14399" y="3203"/>
                    <a:pt x="15600" y="3470"/>
                  </a:cubicBezTo>
                  <a:cubicBezTo>
                    <a:pt x="15633" y="3470"/>
                    <a:pt x="15633" y="3436"/>
                    <a:pt x="15600" y="3436"/>
                  </a:cubicBezTo>
                  <a:cubicBezTo>
                    <a:pt x="14399" y="3070"/>
                    <a:pt x="13198" y="2703"/>
                    <a:pt x="11964" y="2402"/>
                  </a:cubicBezTo>
                  <a:cubicBezTo>
                    <a:pt x="11363" y="2236"/>
                    <a:pt x="10730" y="2069"/>
                    <a:pt x="10129" y="1935"/>
                  </a:cubicBezTo>
                  <a:cubicBezTo>
                    <a:pt x="9729" y="1835"/>
                    <a:pt x="9362" y="1735"/>
                    <a:pt x="8962" y="1669"/>
                  </a:cubicBezTo>
                  <a:cubicBezTo>
                    <a:pt x="8228" y="1268"/>
                    <a:pt x="7461" y="968"/>
                    <a:pt x="6660" y="735"/>
                  </a:cubicBezTo>
                  <a:cubicBezTo>
                    <a:pt x="6527" y="701"/>
                    <a:pt x="6393" y="668"/>
                    <a:pt x="6226" y="634"/>
                  </a:cubicBezTo>
                  <a:lnTo>
                    <a:pt x="6627" y="568"/>
                  </a:lnTo>
                  <a:cubicBezTo>
                    <a:pt x="7127" y="534"/>
                    <a:pt x="7627" y="468"/>
                    <a:pt x="8128" y="434"/>
                  </a:cubicBezTo>
                  <a:cubicBezTo>
                    <a:pt x="9095" y="334"/>
                    <a:pt x="10096" y="201"/>
                    <a:pt x="11063" y="67"/>
                  </a:cubicBezTo>
                  <a:cubicBezTo>
                    <a:pt x="11097" y="67"/>
                    <a:pt x="11097" y="1"/>
                    <a:pt x="110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141;p55">
              <a:extLst>
                <a:ext uri="{FF2B5EF4-FFF2-40B4-BE49-F238E27FC236}">
                  <a16:creationId xmlns:a16="http://schemas.microsoft.com/office/drawing/2014/main" id="{DD57886F-3215-6D63-E1AA-A24A46892F03}"/>
                </a:ext>
              </a:extLst>
            </p:cNvPr>
            <p:cNvSpPr/>
            <p:nvPr/>
          </p:nvSpPr>
          <p:spPr>
            <a:xfrm>
              <a:off x="2347675" y="3108700"/>
              <a:ext cx="20875" cy="94675"/>
            </a:xfrm>
            <a:custGeom>
              <a:avLst/>
              <a:gdLst/>
              <a:ahLst/>
              <a:cxnLst/>
              <a:rect l="l" t="t" r="r" b="b"/>
              <a:pathLst>
                <a:path w="835" h="3787" extrusionOk="0">
                  <a:moveTo>
                    <a:pt x="34" y="1"/>
                  </a:moveTo>
                  <a:cubicBezTo>
                    <a:pt x="17" y="1"/>
                    <a:pt x="1" y="9"/>
                    <a:pt x="1" y="26"/>
                  </a:cubicBezTo>
                  <a:cubicBezTo>
                    <a:pt x="134" y="660"/>
                    <a:pt x="268" y="1293"/>
                    <a:pt x="368" y="1894"/>
                  </a:cubicBezTo>
                  <a:cubicBezTo>
                    <a:pt x="468" y="2528"/>
                    <a:pt x="601" y="3161"/>
                    <a:pt x="801" y="3762"/>
                  </a:cubicBezTo>
                  <a:cubicBezTo>
                    <a:pt x="801" y="3779"/>
                    <a:pt x="810" y="3787"/>
                    <a:pt x="818" y="3787"/>
                  </a:cubicBezTo>
                  <a:cubicBezTo>
                    <a:pt x="826" y="3787"/>
                    <a:pt x="835" y="3779"/>
                    <a:pt x="835" y="3762"/>
                  </a:cubicBezTo>
                  <a:cubicBezTo>
                    <a:pt x="768" y="3161"/>
                    <a:pt x="635" y="2528"/>
                    <a:pt x="501" y="1927"/>
                  </a:cubicBezTo>
                  <a:cubicBezTo>
                    <a:pt x="368" y="1260"/>
                    <a:pt x="201" y="660"/>
                    <a:pt x="67" y="26"/>
                  </a:cubicBezTo>
                  <a:cubicBezTo>
                    <a:pt x="67" y="9"/>
                    <a:pt x="51" y="1"/>
                    <a:pt x="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142;p55">
              <a:extLst>
                <a:ext uri="{FF2B5EF4-FFF2-40B4-BE49-F238E27FC236}">
                  <a16:creationId xmlns:a16="http://schemas.microsoft.com/office/drawing/2014/main" id="{CD21AC30-A89D-756F-9FDC-F06365384762}"/>
                </a:ext>
              </a:extLst>
            </p:cNvPr>
            <p:cNvSpPr/>
            <p:nvPr/>
          </p:nvSpPr>
          <p:spPr>
            <a:xfrm>
              <a:off x="2470275" y="3149375"/>
              <a:ext cx="49225" cy="25875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0" y="0"/>
                  </a:moveTo>
                  <a:cubicBezTo>
                    <a:pt x="0" y="0"/>
                    <a:pt x="0" y="33"/>
                    <a:pt x="0" y="33"/>
                  </a:cubicBezTo>
                  <a:cubicBezTo>
                    <a:pt x="601" y="400"/>
                    <a:pt x="1268" y="734"/>
                    <a:pt x="1902" y="1034"/>
                  </a:cubicBezTo>
                  <a:cubicBezTo>
                    <a:pt x="1935" y="1034"/>
                    <a:pt x="1968" y="967"/>
                    <a:pt x="1935" y="967"/>
                  </a:cubicBezTo>
                  <a:cubicBezTo>
                    <a:pt x="1268" y="701"/>
                    <a:pt x="634" y="334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143;p55">
              <a:extLst>
                <a:ext uri="{FF2B5EF4-FFF2-40B4-BE49-F238E27FC236}">
                  <a16:creationId xmlns:a16="http://schemas.microsoft.com/office/drawing/2014/main" id="{3E823724-E6B5-7915-50E2-A73A24897395}"/>
                </a:ext>
              </a:extLst>
            </p:cNvPr>
            <p:cNvSpPr/>
            <p:nvPr/>
          </p:nvSpPr>
          <p:spPr>
            <a:xfrm>
              <a:off x="2155050" y="2493050"/>
              <a:ext cx="304400" cy="337150"/>
            </a:xfrm>
            <a:custGeom>
              <a:avLst/>
              <a:gdLst/>
              <a:ahLst/>
              <a:cxnLst/>
              <a:rect l="l" t="t" r="r" b="b"/>
              <a:pathLst>
                <a:path w="12176" h="13486" extrusionOk="0">
                  <a:moveTo>
                    <a:pt x="11542" y="1"/>
                  </a:moveTo>
                  <a:lnTo>
                    <a:pt x="11542" y="1"/>
                  </a:lnTo>
                  <a:cubicBezTo>
                    <a:pt x="11542" y="1"/>
                    <a:pt x="5104" y="802"/>
                    <a:pt x="2535" y="3704"/>
                  </a:cubicBezTo>
                  <a:cubicBezTo>
                    <a:pt x="0" y="6572"/>
                    <a:pt x="334" y="13477"/>
                    <a:pt x="334" y="13477"/>
                  </a:cubicBezTo>
                  <a:cubicBezTo>
                    <a:pt x="334" y="13477"/>
                    <a:pt x="479" y="13486"/>
                    <a:pt x="735" y="13486"/>
                  </a:cubicBezTo>
                  <a:cubicBezTo>
                    <a:pt x="2144" y="13486"/>
                    <a:pt x="6908" y="13223"/>
                    <a:pt x="9307" y="9808"/>
                  </a:cubicBezTo>
                  <a:cubicBezTo>
                    <a:pt x="12176" y="5772"/>
                    <a:pt x="11542" y="1"/>
                    <a:pt x="11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2144;p55">
              <a:extLst>
                <a:ext uri="{FF2B5EF4-FFF2-40B4-BE49-F238E27FC236}">
                  <a16:creationId xmlns:a16="http://schemas.microsoft.com/office/drawing/2014/main" id="{26525513-B4B1-69AF-491C-D471690B967A}"/>
                </a:ext>
              </a:extLst>
            </p:cNvPr>
            <p:cNvSpPr/>
            <p:nvPr/>
          </p:nvSpPr>
          <p:spPr>
            <a:xfrm>
              <a:off x="2091175" y="2549775"/>
              <a:ext cx="294900" cy="434475"/>
            </a:xfrm>
            <a:custGeom>
              <a:avLst/>
              <a:gdLst/>
              <a:ahLst/>
              <a:cxnLst/>
              <a:rect l="l" t="t" r="r" b="b"/>
              <a:pathLst>
                <a:path w="11796" h="17379" extrusionOk="0">
                  <a:moveTo>
                    <a:pt x="11161" y="0"/>
                  </a:moveTo>
                  <a:cubicBezTo>
                    <a:pt x="10327" y="834"/>
                    <a:pt x="9527" y="1668"/>
                    <a:pt x="8760" y="2502"/>
                  </a:cubicBezTo>
                  <a:cubicBezTo>
                    <a:pt x="8760" y="2469"/>
                    <a:pt x="8793" y="2435"/>
                    <a:pt x="8793" y="2402"/>
                  </a:cubicBezTo>
                  <a:cubicBezTo>
                    <a:pt x="8860" y="2168"/>
                    <a:pt x="8960" y="1935"/>
                    <a:pt x="9027" y="1701"/>
                  </a:cubicBezTo>
                  <a:cubicBezTo>
                    <a:pt x="9193" y="1201"/>
                    <a:pt x="9327" y="701"/>
                    <a:pt x="9427" y="200"/>
                  </a:cubicBezTo>
                  <a:cubicBezTo>
                    <a:pt x="9427" y="161"/>
                    <a:pt x="9415" y="145"/>
                    <a:pt x="9399" y="145"/>
                  </a:cubicBezTo>
                  <a:cubicBezTo>
                    <a:pt x="9388" y="145"/>
                    <a:pt x="9374" y="153"/>
                    <a:pt x="9360" y="167"/>
                  </a:cubicBezTo>
                  <a:cubicBezTo>
                    <a:pt x="9260" y="667"/>
                    <a:pt x="9093" y="1134"/>
                    <a:pt x="8926" y="1635"/>
                  </a:cubicBezTo>
                  <a:cubicBezTo>
                    <a:pt x="8826" y="1868"/>
                    <a:pt x="8760" y="2102"/>
                    <a:pt x="8660" y="2369"/>
                  </a:cubicBezTo>
                  <a:cubicBezTo>
                    <a:pt x="8626" y="2469"/>
                    <a:pt x="8560" y="2602"/>
                    <a:pt x="8526" y="2702"/>
                  </a:cubicBezTo>
                  <a:cubicBezTo>
                    <a:pt x="8493" y="2735"/>
                    <a:pt x="8459" y="2802"/>
                    <a:pt x="8459" y="2836"/>
                  </a:cubicBezTo>
                  <a:cubicBezTo>
                    <a:pt x="8326" y="3002"/>
                    <a:pt x="8159" y="3169"/>
                    <a:pt x="8026" y="3336"/>
                  </a:cubicBezTo>
                  <a:cubicBezTo>
                    <a:pt x="6925" y="4603"/>
                    <a:pt x="5924" y="5904"/>
                    <a:pt x="4990" y="7272"/>
                  </a:cubicBezTo>
                  <a:cubicBezTo>
                    <a:pt x="5024" y="7139"/>
                    <a:pt x="5057" y="6972"/>
                    <a:pt x="5057" y="6838"/>
                  </a:cubicBezTo>
                  <a:cubicBezTo>
                    <a:pt x="5124" y="6405"/>
                    <a:pt x="5157" y="6004"/>
                    <a:pt x="5224" y="5571"/>
                  </a:cubicBezTo>
                  <a:cubicBezTo>
                    <a:pt x="5357" y="4737"/>
                    <a:pt x="5424" y="3903"/>
                    <a:pt x="5557" y="3069"/>
                  </a:cubicBezTo>
                  <a:cubicBezTo>
                    <a:pt x="5557" y="3052"/>
                    <a:pt x="5541" y="3044"/>
                    <a:pt x="5524" y="3044"/>
                  </a:cubicBezTo>
                  <a:cubicBezTo>
                    <a:pt x="5507" y="3044"/>
                    <a:pt x="5491" y="3052"/>
                    <a:pt x="5491" y="3069"/>
                  </a:cubicBezTo>
                  <a:cubicBezTo>
                    <a:pt x="5357" y="3936"/>
                    <a:pt x="5190" y="4770"/>
                    <a:pt x="5024" y="5604"/>
                  </a:cubicBezTo>
                  <a:cubicBezTo>
                    <a:pt x="4990" y="6004"/>
                    <a:pt x="4924" y="6371"/>
                    <a:pt x="4857" y="6772"/>
                  </a:cubicBezTo>
                  <a:cubicBezTo>
                    <a:pt x="4824" y="6972"/>
                    <a:pt x="4790" y="7139"/>
                    <a:pt x="4757" y="7339"/>
                  </a:cubicBezTo>
                  <a:cubicBezTo>
                    <a:pt x="4757" y="7439"/>
                    <a:pt x="4723" y="7572"/>
                    <a:pt x="4723" y="7672"/>
                  </a:cubicBezTo>
                  <a:cubicBezTo>
                    <a:pt x="4223" y="8373"/>
                    <a:pt x="3756" y="9107"/>
                    <a:pt x="3356" y="9841"/>
                  </a:cubicBezTo>
                  <a:cubicBezTo>
                    <a:pt x="2655" y="11008"/>
                    <a:pt x="2055" y="12209"/>
                    <a:pt x="1521" y="13443"/>
                  </a:cubicBezTo>
                  <a:cubicBezTo>
                    <a:pt x="1221" y="14044"/>
                    <a:pt x="987" y="14644"/>
                    <a:pt x="754" y="15278"/>
                  </a:cubicBezTo>
                  <a:cubicBezTo>
                    <a:pt x="487" y="15945"/>
                    <a:pt x="220" y="16579"/>
                    <a:pt x="20" y="17246"/>
                  </a:cubicBezTo>
                  <a:cubicBezTo>
                    <a:pt x="1" y="17323"/>
                    <a:pt x="60" y="17378"/>
                    <a:pt x="120" y="17378"/>
                  </a:cubicBezTo>
                  <a:cubicBezTo>
                    <a:pt x="163" y="17378"/>
                    <a:pt x="206" y="17349"/>
                    <a:pt x="220" y="17279"/>
                  </a:cubicBezTo>
                  <a:cubicBezTo>
                    <a:pt x="520" y="16579"/>
                    <a:pt x="821" y="15845"/>
                    <a:pt x="1121" y="15178"/>
                  </a:cubicBezTo>
                  <a:cubicBezTo>
                    <a:pt x="1454" y="14511"/>
                    <a:pt x="1788" y="13843"/>
                    <a:pt x="2122" y="13176"/>
                  </a:cubicBezTo>
                  <a:cubicBezTo>
                    <a:pt x="2889" y="11642"/>
                    <a:pt x="3723" y="10174"/>
                    <a:pt x="4623" y="8706"/>
                  </a:cubicBezTo>
                  <a:cubicBezTo>
                    <a:pt x="4723" y="8706"/>
                    <a:pt x="4790" y="8673"/>
                    <a:pt x="4890" y="8673"/>
                  </a:cubicBezTo>
                  <a:lnTo>
                    <a:pt x="5591" y="8506"/>
                  </a:lnTo>
                  <a:cubicBezTo>
                    <a:pt x="6024" y="8406"/>
                    <a:pt x="6491" y="8306"/>
                    <a:pt x="6925" y="8173"/>
                  </a:cubicBezTo>
                  <a:cubicBezTo>
                    <a:pt x="7859" y="7939"/>
                    <a:pt x="8793" y="7672"/>
                    <a:pt x="9727" y="7472"/>
                  </a:cubicBezTo>
                  <a:cubicBezTo>
                    <a:pt x="9794" y="7439"/>
                    <a:pt x="9760" y="7405"/>
                    <a:pt x="9727" y="7405"/>
                  </a:cubicBezTo>
                  <a:cubicBezTo>
                    <a:pt x="8793" y="7606"/>
                    <a:pt x="7859" y="7772"/>
                    <a:pt x="6925" y="7939"/>
                  </a:cubicBezTo>
                  <a:cubicBezTo>
                    <a:pt x="6458" y="8006"/>
                    <a:pt x="5991" y="8106"/>
                    <a:pt x="5524" y="8173"/>
                  </a:cubicBezTo>
                  <a:lnTo>
                    <a:pt x="4890" y="8306"/>
                  </a:lnTo>
                  <a:cubicBezTo>
                    <a:pt x="5324" y="7639"/>
                    <a:pt x="5724" y="6972"/>
                    <a:pt x="6191" y="6305"/>
                  </a:cubicBezTo>
                  <a:cubicBezTo>
                    <a:pt x="6291" y="6171"/>
                    <a:pt x="6391" y="6038"/>
                    <a:pt x="6491" y="5904"/>
                  </a:cubicBezTo>
                  <a:cubicBezTo>
                    <a:pt x="6825" y="5771"/>
                    <a:pt x="7192" y="5671"/>
                    <a:pt x="7559" y="5571"/>
                  </a:cubicBezTo>
                  <a:cubicBezTo>
                    <a:pt x="8026" y="5504"/>
                    <a:pt x="8459" y="5404"/>
                    <a:pt x="8893" y="5304"/>
                  </a:cubicBezTo>
                  <a:cubicBezTo>
                    <a:pt x="9860" y="5104"/>
                    <a:pt x="10794" y="4870"/>
                    <a:pt x="11728" y="4704"/>
                  </a:cubicBezTo>
                  <a:cubicBezTo>
                    <a:pt x="11795" y="4670"/>
                    <a:pt x="11762" y="4637"/>
                    <a:pt x="11728" y="4637"/>
                  </a:cubicBezTo>
                  <a:cubicBezTo>
                    <a:pt x="10728" y="4804"/>
                    <a:pt x="9760" y="4904"/>
                    <a:pt x="8760" y="5037"/>
                  </a:cubicBezTo>
                  <a:cubicBezTo>
                    <a:pt x="8259" y="5104"/>
                    <a:pt x="7792" y="5171"/>
                    <a:pt x="7325" y="5271"/>
                  </a:cubicBezTo>
                  <a:cubicBezTo>
                    <a:pt x="7159" y="5304"/>
                    <a:pt x="7025" y="5337"/>
                    <a:pt x="6858" y="5371"/>
                  </a:cubicBezTo>
                  <a:cubicBezTo>
                    <a:pt x="8193" y="3503"/>
                    <a:pt x="9627" y="1701"/>
                    <a:pt x="11228" y="67"/>
                  </a:cubicBezTo>
                  <a:cubicBezTo>
                    <a:pt x="11228" y="34"/>
                    <a:pt x="11195" y="0"/>
                    <a:pt x="111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145;p55">
              <a:extLst>
                <a:ext uri="{FF2B5EF4-FFF2-40B4-BE49-F238E27FC236}">
                  <a16:creationId xmlns:a16="http://schemas.microsoft.com/office/drawing/2014/main" id="{BD25D08A-47C6-6F48-5763-D4D720A99D18}"/>
                </a:ext>
              </a:extLst>
            </p:cNvPr>
            <p:cNvSpPr/>
            <p:nvPr/>
          </p:nvSpPr>
          <p:spPr>
            <a:xfrm>
              <a:off x="2242600" y="2584425"/>
              <a:ext cx="16700" cy="87125"/>
            </a:xfrm>
            <a:custGeom>
              <a:avLst/>
              <a:gdLst/>
              <a:ahLst/>
              <a:cxnLst/>
              <a:rect l="l" t="t" r="r" b="b"/>
              <a:pathLst>
                <a:path w="668" h="3485" extrusionOk="0">
                  <a:moveTo>
                    <a:pt x="618" y="0"/>
                  </a:moveTo>
                  <a:cubicBezTo>
                    <a:pt x="609" y="0"/>
                    <a:pt x="601" y="4"/>
                    <a:pt x="601" y="15"/>
                  </a:cubicBezTo>
                  <a:cubicBezTo>
                    <a:pt x="468" y="616"/>
                    <a:pt x="334" y="1183"/>
                    <a:pt x="234" y="1783"/>
                  </a:cubicBezTo>
                  <a:cubicBezTo>
                    <a:pt x="101" y="2317"/>
                    <a:pt x="34" y="2884"/>
                    <a:pt x="1" y="3484"/>
                  </a:cubicBezTo>
                  <a:cubicBezTo>
                    <a:pt x="134" y="2917"/>
                    <a:pt x="234" y="2317"/>
                    <a:pt x="334" y="1750"/>
                  </a:cubicBezTo>
                  <a:cubicBezTo>
                    <a:pt x="434" y="1183"/>
                    <a:pt x="534" y="616"/>
                    <a:pt x="668" y="15"/>
                  </a:cubicBezTo>
                  <a:cubicBezTo>
                    <a:pt x="668" y="15"/>
                    <a:pt x="638" y="0"/>
                    <a:pt x="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146;p55">
              <a:extLst>
                <a:ext uri="{FF2B5EF4-FFF2-40B4-BE49-F238E27FC236}">
                  <a16:creationId xmlns:a16="http://schemas.microsoft.com/office/drawing/2014/main" id="{E0D765FC-4BD0-6D73-E077-3671C4604403}"/>
                </a:ext>
              </a:extLst>
            </p:cNvPr>
            <p:cNvSpPr/>
            <p:nvPr/>
          </p:nvSpPr>
          <p:spPr>
            <a:xfrm>
              <a:off x="2336850" y="2605400"/>
              <a:ext cx="48875" cy="20275"/>
            </a:xfrm>
            <a:custGeom>
              <a:avLst/>
              <a:gdLst/>
              <a:ahLst/>
              <a:cxnLst/>
              <a:rect l="l" t="t" r="r" b="b"/>
              <a:pathLst>
                <a:path w="1955" h="811" extrusionOk="0">
                  <a:moveTo>
                    <a:pt x="1904" y="1"/>
                  </a:moveTo>
                  <a:cubicBezTo>
                    <a:pt x="1893" y="1"/>
                    <a:pt x="1881" y="3"/>
                    <a:pt x="1868" y="10"/>
                  </a:cubicBezTo>
                  <a:cubicBezTo>
                    <a:pt x="1801" y="43"/>
                    <a:pt x="1701" y="77"/>
                    <a:pt x="1635" y="110"/>
                  </a:cubicBezTo>
                  <a:lnTo>
                    <a:pt x="1368" y="210"/>
                  </a:lnTo>
                  <a:lnTo>
                    <a:pt x="901" y="410"/>
                  </a:lnTo>
                  <a:cubicBezTo>
                    <a:pt x="634" y="510"/>
                    <a:pt x="334" y="611"/>
                    <a:pt x="33" y="777"/>
                  </a:cubicBezTo>
                  <a:cubicBezTo>
                    <a:pt x="0" y="777"/>
                    <a:pt x="33" y="811"/>
                    <a:pt x="67" y="811"/>
                  </a:cubicBezTo>
                  <a:cubicBezTo>
                    <a:pt x="367" y="711"/>
                    <a:pt x="667" y="611"/>
                    <a:pt x="967" y="477"/>
                  </a:cubicBezTo>
                  <a:lnTo>
                    <a:pt x="1401" y="277"/>
                  </a:lnTo>
                  <a:lnTo>
                    <a:pt x="1635" y="177"/>
                  </a:lnTo>
                  <a:cubicBezTo>
                    <a:pt x="1735" y="110"/>
                    <a:pt x="1801" y="77"/>
                    <a:pt x="1901" y="43"/>
                  </a:cubicBezTo>
                  <a:cubicBezTo>
                    <a:pt x="1955" y="43"/>
                    <a:pt x="1944" y="1"/>
                    <a:pt x="19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147;p55">
              <a:extLst>
                <a:ext uri="{FF2B5EF4-FFF2-40B4-BE49-F238E27FC236}">
                  <a16:creationId xmlns:a16="http://schemas.microsoft.com/office/drawing/2014/main" id="{BFE15429-87D8-5C09-3D37-95D1E6D72BAF}"/>
                </a:ext>
              </a:extLst>
            </p:cNvPr>
            <p:cNvSpPr/>
            <p:nvPr/>
          </p:nvSpPr>
          <p:spPr>
            <a:xfrm>
              <a:off x="1545450" y="2505625"/>
              <a:ext cx="461175" cy="279450"/>
            </a:xfrm>
            <a:custGeom>
              <a:avLst/>
              <a:gdLst/>
              <a:ahLst/>
              <a:cxnLst/>
              <a:rect l="l" t="t" r="r" b="b"/>
              <a:pathLst>
                <a:path w="18447" h="11178" extrusionOk="0">
                  <a:moveTo>
                    <a:pt x="7729" y="1"/>
                  </a:moveTo>
                  <a:cubicBezTo>
                    <a:pt x="2910" y="1"/>
                    <a:pt x="0" y="4868"/>
                    <a:pt x="0" y="4868"/>
                  </a:cubicBezTo>
                  <a:cubicBezTo>
                    <a:pt x="0" y="4868"/>
                    <a:pt x="4136" y="10139"/>
                    <a:pt x="9307" y="11039"/>
                  </a:cubicBezTo>
                  <a:cubicBezTo>
                    <a:pt x="9854" y="11135"/>
                    <a:pt x="10388" y="11177"/>
                    <a:pt x="10905" y="11177"/>
                  </a:cubicBezTo>
                  <a:cubicBezTo>
                    <a:pt x="15273" y="11177"/>
                    <a:pt x="18447" y="8137"/>
                    <a:pt x="18447" y="8137"/>
                  </a:cubicBezTo>
                  <a:cubicBezTo>
                    <a:pt x="18447" y="8137"/>
                    <a:pt x="14744" y="1232"/>
                    <a:pt x="9107" y="132"/>
                  </a:cubicBezTo>
                  <a:cubicBezTo>
                    <a:pt x="8632" y="42"/>
                    <a:pt x="8173" y="1"/>
                    <a:pt x="77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148;p55">
              <a:extLst>
                <a:ext uri="{FF2B5EF4-FFF2-40B4-BE49-F238E27FC236}">
                  <a16:creationId xmlns:a16="http://schemas.microsoft.com/office/drawing/2014/main" id="{A7139D22-9FF5-0190-1A17-B9B0A30C2BD5}"/>
                </a:ext>
              </a:extLst>
            </p:cNvPr>
            <p:cNvSpPr/>
            <p:nvPr/>
          </p:nvSpPr>
          <p:spPr>
            <a:xfrm>
              <a:off x="1677200" y="2534575"/>
              <a:ext cx="426175" cy="352475"/>
            </a:xfrm>
            <a:custGeom>
              <a:avLst/>
              <a:gdLst/>
              <a:ahLst/>
              <a:cxnLst/>
              <a:rect l="l" t="t" r="r" b="b"/>
              <a:pathLst>
                <a:path w="17047" h="14099" extrusionOk="0">
                  <a:moveTo>
                    <a:pt x="353" y="1"/>
                  </a:moveTo>
                  <a:cubicBezTo>
                    <a:pt x="326" y="1"/>
                    <a:pt x="306" y="74"/>
                    <a:pt x="334" y="74"/>
                  </a:cubicBezTo>
                  <a:cubicBezTo>
                    <a:pt x="1235" y="441"/>
                    <a:pt x="2102" y="875"/>
                    <a:pt x="2969" y="1375"/>
                  </a:cubicBezTo>
                  <a:cubicBezTo>
                    <a:pt x="3403" y="1609"/>
                    <a:pt x="3803" y="1809"/>
                    <a:pt x="4237" y="2009"/>
                  </a:cubicBezTo>
                  <a:lnTo>
                    <a:pt x="4470" y="2143"/>
                  </a:lnTo>
                  <a:cubicBezTo>
                    <a:pt x="3652" y="2012"/>
                    <a:pt x="2834" y="1944"/>
                    <a:pt x="2016" y="1944"/>
                  </a:cubicBezTo>
                  <a:cubicBezTo>
                    <a:pt x="1366" y="1944"/>
                    <a:pt x="717" y="1987"/>
                    <a:pt x="67" y="2076"/>
                  </a:cubicBezTo>
                  <a:cubicBezTo>
                    <a:pt x="1" y="2109"/>
                    <a:pt x="1" y="2176"/>
                    <a:pt x="67" y="2209"/>
                  </a:cubicBezTo>
                  <a:cubicBezTo>
                    <a:pt x="458" y="2179"/>
                    <a:pt x="850" y="2164"/>
                    <a:pt x="1242" y="2164"/>
                  </a:cubicBezTo>
                  <a:cubicBezTo>
                    <a:pt x="2594" y="2164"/>
                    <a:pt x="3953" y="2340"/>
                    <a:pt x="5271" y="2676"/>
                  </a:cubicBezTo>
                  <a:cubicBezTo>
                    <a:pt x="8140" y="3410"/>
                    <a:pt x="10775" y="4945"/>
                    <a:pt x="12843" y="7046"/>
                  </a:cubicBezTo>
                  <a:cubicBezTo>
                    <a:pt x="14778" y="9014"/>
                    <a:pt x="16179" y="11416"/>
                    <a:pt x="16979" y="14085"/>
                  </a:cubicBezTo>
                  <a:cubicBezTo>
                    <a:pt x="16979" y="14094"/>
                    <a:pt x="16985" y="14098"/>
                    <a:pt x="16993" y="14098"/>
                  </a:cubicBezTo>
                  <a:cubicBezTo>
                    <a:pt x="17013" y="14098"/>
                    <a:pt x="17046" y="14075"/>
                    <a:pt x="17046" y="14051"/>
                  </a:cubicBezTo>
                  <a:cubicBezTo>
                    <a:pt x="16179" y="9681"/>
                    <a:pt x="13410" y="5945"/>
                    <a:pt x="9474" y="3844"/>
                  </a:cubicBezTo>
                  <a:cubicBezTo>
                    <a:pt x="9374" y="3677"/>
                    <a:pt x="9241" y="3544"/>
                    <a:pt x="9107" y="3377"/>
                  </a:cubicBezTo>
                  <a:cubicBezTo>
                    <a:pt x="8840" y="3110"/>
                    <a:pt x="8573" y="2810"/>
                    <a:pt x="8307" y="2543"/>
                  </a:cubicBezTo>
                  <a:cubicBezTo>
                    <a:pt x="7739" y="1976"/>
                    <a:pt x="7106" y="1509"/>
                    <a:pt x="6505" y="975"/>
                  </a:cubicBezTo>
                  <a:cubicBezTo>
                    <a:pt x="6495" y="965"/>
                    <a:pt x="6486" y="961"/>
                    <a:pt x="6478" y="961"/>
                  </a:cubicBezTo>
                  <a:cubicBezTo>
                    <a:pt x="6458" y="961"/>
                    <a:pt x="6448" y="985"/>
                    <a:pt x="6472" y="1008"/>
                  </a:cubicBezTo>
                  <a:cubicBezTo>
                    <a:pt x="7039" y="1542"/>
                    <a:pt x="7573" y="2143"/>
                    <a:pt x="8073" y="2710"/>
                  </a:cubicBezTo>
                  <a:cubicBezTo>
                    <a:pt x="8307" y="2977"/>
                    <a:pt x="8540" y="3210"/>
                    <a:pt x="8807" y="3477"/>
                  </a:cubicBezTo>
                  <a:cubicBezTo>
                    <a:pt x="7639" y="2943"/>
                    <a:pt x="6439" y="2543"/>
                    <a:pt x="5204" y="2276"/>
                  </a:cubicBezTo>
                  <a:cubicBezTo>
                    <a:pt x="4937" y="2109"/>
                    <a:pt x="4637" y="1976"/>
                    <a:pt x="4337" y="1809"/>
                  </a:cubicBezTo>
                  <a:cubicBezTo>
                    <a:pt x="3903" y="1609"/>
                    <a:pt x="3470" y="1375"/>
                    <a:pt x="3036" y="1175"/>
                  </a:cubicBezTo>
                  <a:cubicBezTo>
                    <a:pt x="2169" y="775"/>
                    <a:pt x="1235" y="441"/>
                    <a:pt x="368" y="8"/>
                  </a:cubicBezTo>
                  <a:cubicBezTo>
                    <a:pt x="363" y="3"/>
                    <a:pt x="358" y="1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149;p55">
              <a:extLst>
                <a:ext uri="{FF2B5EF4-FFF2-40B4-BE49-F238E27FC236}">
                  <a16:creationId xmlns:a16="http://schemas.microsoft.com/office/drawing/2014/main" id="{9EF25C94-F9A3-8F29-C27D-5597AD3C2D96}"/>
                </a:ext>
              </a:extLst>
            </p:cNvPr>
            <p:cNvSpPr/>
            <p:nvPr/>
          </p:nvSpPr>
          <p:spPr>
            <a:xfrm>
              <a:off x="1545450" y="2608775"/>
              <a:ext cx="452850" cy="176400"/>
            </a:xfrm>
            <a:custGeom>
              <a:avLst/>
              <a:gdLst/>
              <a:ahLst/>
              <a:cxnLst/>
              <a:rect l="l" t="t" r="r" b="b"/>
              <a:pathLst>
                <a:path w="18114" h="7056" extrusionOk="0">
                  <a:moveTo>
                    <a:pt x="5956" y="0"/>
                  </a:moveTo>
                  <a:cubicBezTo>
                    <a:pt x="2639" y="0"/>
                    <a:pt x="0" y="742"/>
                    <a:pt x="0" y="742"/>
                  </a:cubicBezTo>
                  <a:cubicBezTo>
                    <a:pt x="0" y="742"/>
                    <a:pt x="4136" y="6013"/>
                    <a:pt x="9307" y="6913"/>
                  </a:cubicBezTo>
                  <a:cubicBezTo>
                    <a:pt x="9858" y="7012"/>
                    <a:pt x="10397" y="7055"/>
                    <a:pt x="10918" y="7055"/>
                  </a:cubicBezTo>
                  <a:cubicBezTo>
                    <a:pt x="14120" y="7055"/>
                    <a:pt x="16694" y="5406"/>
                    <a:pt x="17813" y="4545"/>
                  </a:cubicBezTo>
                  <a:lnTo>
                    <a:pt x="18113" y="4078"/>
                  </a:lnTo>
                  <a:cubicBezTo>
                    <a:pt x="18113" y="4078"/>
                    <a:pt x="15445" y="1810"/>
                    <a:pt x="10374" y="509"/>
                  </a:cubicBezTo>
                  <a:cubicBezTo>
                    <a:pt x="8879" y="133"/>
                    <a:pt x="7357" y="0"/>
                    <a:pt x="59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150;p55">
              <a:extLst>
                <a:ext uri="{FF2B5EF4-FFF2-40B4-BE49-F238E27FC236}">
                  <a16:creationId xmlns:a16="http://schemas.microsoft.com/office/drawing/2014/main" id="{10AC61BB-6146-38B5-39E9-13AC08787300}"/>
                </a:ext>
              </a:extLst>
            </p:cNvPr>
            <p:cNvSpPr/>
            <p:nvPr/>
          </p:nvSpPr>
          <p:spPr>
            <a:xfrm>
              <a:off x="1758925" y="2524750"/>
              <a:ext cx="60900" cy="47550"/>
            </a:xfrm>
            <a:custGeom>
              <a:avLst/>
              <a:gdLst/>
              <a:ahLst/>
              <a:cxnLst/>
              <a:rect l="l" t="t" r="r" b="b"/>
              <a:pathLst>
                <a:path w="2436" h="1902" extrusionOk="0">
                  <a:moveTo>
                    <a:pt x="67" y="0"/>
                  </a:moveTo>
                  <a:cubicBezTo>
                    <a:pt x="34" y="0"/>
                    <a:pt x="1" y="34"/>
                    <a:pt x="34" y="101"/>
                  </a:cubicBezTo>
                  <a:cubicBezTo>
                    <a:pt x="434" y="334"/>
                    <a:pt x="835" y="634"/>
                    <a:pt x="1201" y="934"/>
                  </a:cubicBezTo>
                  <a:cubicBezTo>
                    <a:pt x="1602" y="1235"/>
                    <a:pt x="1969" y="1568"/>
                    <a:pt x="2369" y="1902"/>
                  </a:cubicBezTo>
                  <a:cubicBezTo>
                    <a:pt x="2369" y="1902"/>
                    <a:pt x="2436" y="1868"/>
                    <a:pt x="2402" y="1835"/>
                  </a:cubicBezTo>
                  <a:cubicBezTo>
                    <a:pt x="2069" y="1468"/>
                    <a:pt x="1702" y="1135"/>
                    <a:pt x="1302" y="834"/>
                  </a:cubicBezTo>
                  <a:cubicBezTo>
                    <a:pt x="901" y="534"/>
                    <a:pt x="501" y="267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151;p55">
              <a:extLst>
                <a:ext uri="{FF2B5EF4-FFF2-40B4-BE49-F238E27FC236}">
                  <a16:creationId xmlns:a16="http://schemas.microsoft.com/office/drawing/2014/main" id="{A8E95CE6-26C6-3387-AE37-6ABF019E7F36}"/>
                </a:ext>
              </a:extLst>
            </p:cNvPr>
            <p:cNvSpPr/>
            <p:nvPr/>
          </p:nvSpPr>
          <p:spPr>
            <a:xfrm>
              <a:off x="1681700" y="2554550"/>
              <a:ext cx="33875" cy="14600"/>
            </a:xfrm>
            <a:custGeom>
              <a:avLst/>
              <a:gdLst/>
              <a:ahLst/>
              <a:cxnLst/>
              <a:rect l="l" t="t" r="r" b="b"/>
              <a:pathLst>
                <a:path w="1355" h="584" extrusionOk="0">
                  <a:moveTo>
                    <a:pt x="36" y="0"/>
                  </a:moveTo>
                  <a:cubicBezTo>
                    <a:pt x="12" y="0"/>
                    <a:pt x="0" y="49"/>
                    <a:pt x="54" y="76"/>
                  </a:cubicBezTo>
                  <a:cubicBezTo>
                    <a:pt x="254" y="143"/>
                    <a:pt x="454" y="243"/>
                    <a:pt x="655" y="343"/>
                  </a:cubicBezTo>
                  <a:lnTo>
                    <a:pt x="1322" y="576"/>
                  </a:lnTo>
                  <a:cubicBezTo>
                    <a:pt x="1326" y="581"/>
                    <a:pt x="1331" y="583"/>
                    <a:pt x="1334" y="583"/>
                  </a:cubicBezTo>
                  <a:cubicBezTo>
                    <a:pt x="1354" y="583"/>
                    <a:pt x="1350" y="510"/>
                    <a:pt x="1322" y="510"/>
                  </a:cubicBezTo>
                  <a:lnTo>
                    <a:pt x="688" y="243"/>
                  </a:lnTo>
                  <a:cubicBezTo>
                    <a:pt x="488" y="143"/>
                    <a:pt x="254" y="76"/>
                    <a:pt x="54" y="9"/>
                  </a:cubicBezTo>
                  <a:cubicBezTo>
                    <a:pt x="48" y="3"/>
                    <a:pt x="41" y="0"/>
                    <a:pt x="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152;p55">
              <a:extLst>
                <a:ext uri="{FF2B5EF4-FFF2-40B4-BE49-F238E27FC236}">
                  <a16:creationId xmlns:a16="http://schemas.microsoft.com/office/drawing/2014/main" id="{A0DCF86D-2D63-1C3C-EF46-6518E2023EAF}"/>
                </a:ext>
              </a:extLst>
            </p:cNvPr>
            <p:cNvSpPr/>
            <p:nvPr/>
          </p:nvSpPr>
          <p:spPr>
            <a:xfrm>
              <a:off x="1584625" y="2896000"/>
              <a:ext cx="440350" cy="290075"/>
            </a:xfrm>
            <a:custGeom>
              <a:avLst/>
              <a:gdLst/>
              <a:ahLst/>
              <a:cxnLst/>
              <a:rect l="l" t="t" r="r" b="b"/>
              <a:pathLst>
                <a:path w="17614" h="11603" extrusionOk="0">
                  <a:moveTo>
                    <a:pt x="11327" y="0"/>
                  </a:moveTo>
                  <a:cubicBezTo>
                    <a:pt x="1749" y="0"/>
                    <a:pt x="1" y="10535"/>
                    <a:pt x="1" y="10535"/>
                  </a:cubicBezTo>
                  <a:cubicBezTo>
                    <a:pt x="1" y="10535"/>
                    <a:pt x="2803" y="11603"/>
                    <a:pt x="6203" y="11603"/>
                  </a:cubicBezTo>
                  <a:cubicBezTo>
                    <a:pt x="7903" y="11603"/>
                    <a:pt x="9752" y="11336"/>
                    <a:pt x="11476" y="10535"/>
                  </a:cubicBezTo>
                  <a:cubicBezTo>
                    <a:pt x="16646" y="8134"/>
                    <a:pt x="17614" y="1262"/>
                    <a:pt x="17614" y="1262"/>
                  </a:cubicBezTo>
                  <a:cubicBezTo>
                    <a:pt x="15213" y="374"/>
                    <a:pt x="13132" y="0"/>
                    <a:pt x="1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153;p55">
              <a:extLst>
                <a:ext uri="{FF2B5EF4-FFF2-40B4-BE49-F238E27FC236}">
                  <a16:creationId xmlns:a16="http://schemas.microsoft.com/office/drawing/2014/main" id="{EA24501B-EC71-6A04-62F1-10EC297AE1E8}"/>
                </a:ext>
              </a:extLst>
            </p:cNvPr>
            <p:cNvSpPr/>
            <p:nvPr/>
          </p:nvSpPr>
          <p:spPr>
            <a:xfrm>
              <a:off x="1673025" y="2916800"/>
              <a:ext cx="427000" cy="221250"/>
            </a:xfrm>
            <a:custGeom>
              <a:avLst/>
              <a:gdLst/>
              <a:ahLst/>
              <a:cxnLst/>
              <a:rect l="l" t="t" r="r" b="b"/>
              <a:pathLst>
                <a:path w="17080" h="8850" extrusionOk="0">
                  <a:moveTo>
                    <a:pt x="12423" y="0"/>
                  </a:moveTo>
                  <a:cubicBezTo>
                    <a:pt x="11535" y="0"/>
                    <a:pt x="10653" y="148"/>
                    <a:pt x="9808" y="430"/>
                  </a:cubicBezTo>
                  <a:cubicBezTo>
                    <a:pt x="9508" y="530"/>
                    <a:pt x="9207" y="630"/>
                    <a:pt x="8907" y="730"/>
                  </a:cubicBezTo>
                  <a:lnTo>
                    <a:pt x="8674" y="764"/>
                  </a:lnTo>
                  <a:lnTo>
                    <a:pt x="7840" y="830"/>
                  </a:lnTo>
                  <a:lnTo>
                    <a:pt x="6172" y="997"/>
                  </a:lnTo>
                  <a:cubicBezTo>
                    <a:pt x="5038" y="1097"/>
                    <a:pt x="3937" y="1197"/>
                    <a:pt x="2769" y="1297"/>
                  </a:cubicBezTo>
                  <a:cubicBezTo>
                    <a:pt x="2765" y="1293"/>
                    <a:pt x="2761" y="1290"/>
                    <a:pt x="2757" y="1290"/>
                  </a:cubicBezTo>
                  <a:cubicBezTo>
                    <a:pt x="2737" y="1290"/>
                    <a:pt x="2741" y="1364"/>
                    <a:pt x="2769" y="1364"/>
                  </a:cubicBezTo>
                  <a:cubicBezTo>
                    <a:pt x="3904" y="1264"/>
                    <a:pt x="5038" y="1264"/>
                    <a:pt x="6172" y="1197"/>
                  </a:cubicBezTo>
                  <a:lnTo>
                    <a:pt x="7873" y="1131"/>
                  </a:lnTo>
                  <a:lnTo>
                    <a:pt x="7973" y="1131"/>
                  </a:lnTo>
                  <a:cubicBezTo>
                    <a:pt x="7339" y="1397"/>
                    <a:pt x="6706" y="1731"/>
                    <a:pt x="6072" y="2098"/>
                  </a:cubicBezTo>
                  <a:cubicBezTo>
                    <a:pt x="4971" y="2765"/>
                    <a:pt x="3904" y="3532"/>
                    <a:pt x="2936" y="4400"/>
                  </a:cubicBezTo>
                  <a:cubicBezTo>
                    <a:pt x="2769" y="4533"/>
                    <a:pt x="2636" y="4666"/>
                    <a:pt x="2503" y="4800"/>
                  </a:cubicBezTo>
                  <a:lnTo>
                    <a:pt x="2136" y="4867"/>
                  </a:lnTo>
                  <a:lnTo>
                    <a:pt x="1469" y="5000"/>
                  </a:lnTo>
                  <a:cubicBezTo>
                    <a:pt x="968" y="5067"/>
                    <a:pt x="501" y="5167"/>
                    <a:pt x="34" y="5200"/>
                  </a:cubicBezTo>
                  <a:cubicBezTo>
                    <a:pt x="1" y="5233"/>
                    <a:pt x="1" y="5267"/>
                    <a:pt x="68" y="5267"/>
                  </a:cubicBezTo>
                  <a:cubicBezTo>
                    <a:pt x="535" y="5233"/>
                    <a:pt x="1035" y="5167"/>
                    <a:pt x="1502" y="5133"/>
                  </a:cubicBezTo>
                  <a:lnTo>
                    <a:pt x="2236" y="5000"/>
                  </a:lnTo>
                  <a:lnTo>
                    <a:pt x="2302" y="5000"/>
                  </a:lnTo>
                  <a:cubicBezTo>
                    <a:pt x="2036" y="5267"/>
                    <a:pt x="1769" y="5534"/>
                    <a:pt x="1502" y="5801"/>
                  </a:cubicBezTo>
                  <a:cubicBezTo>
                    <a:pt x="1068" y="6301"/>
                    <a:pt x="635" y="6801"/>
                    <a:pt x="268" y="7335"/>
                  </a:cubicBezTo>
                  <a:cubicBezTo>
                    <a:pt x="245" y="7358"/>
                    <a:pt x="269" y="7397"/>
                    <a:pt x="298" y="7397"/>
                  </a:cubicBezTo>
                  <a:cubicBezTo>
                    <a:pt x="310" y="7397"/>
                    <a:pt x="324" y="7389"/>
                    <a:pt x="334" y="7368"/>
                  </a:cubicBezTo>
                  <a:cubicBezTo>
                    <a:pt x="1268" y="6334"/>
                    <a:pt x="2302" y="5400"/>
                    <a:pt x="3403" y="4566"/>
                  </a:cubicBezTo>
                  <a:cubicBezTo>
                    <a:pt x="4070" y="4099"/>
                    <a:pt x="4738" y="3632"/>
                    <a:pt x="5438" y="3232"/>
                  </a:cubicBezTo>
                  <a:lnTo>
                    <a:pt x="5438" y="3232"/>
                  </a:lnTo>
                  <a:cubicBezTo>
                    <a:pt x="5405" y="3299"/>
                    <a:pt x="5405" y="3399"/>
                    <a:pt x="5405" y="3466"/>
                  </a:cubicBezTo>
                  <a:cubicBezTo>
                    <a:pt x="5338" y="3699"/>
                    <a:pt x="5305" y="3966"/>
                    <a:pt x="5238" y="4233"/>
                  </a:cubicBezTo>
                  <a:cubicBezTo>
                    <a:pt x="5138" y="4733"/>
                    <a:pt x="5038" y="5233"/>
                    <a:pt x="4904" y="5767"/>
                  </a:cubicBezTo>
                  <a:cubicBezTo>
                    <a:pt x="4704" y="6768"/>
                    <a:pt x="4404" y="7802"/>
                    <a:pt x="4170" y="8803"/>
                  </a:cubicBezTo>
                  <a:cubicBezTo>
                    <a:pt x="4170" y="8826"/>
                    <a:pt x="4187" y="8850"/>
                    <a:pt x="4209" y="8850"/>
                  </a:cubicBezTo>
                  <a:cubicBezTo>
                    <a:pt x="4218" y="8850"/>
                    <a:pt x="4227" y="8846"/>
                    <a:pt x="4237" y="8836"/>
                  </a:cubicBezTo>
                  <a:lnTo>
                    <a:pt x="4271" y="8803"/>
                  </a:lnTo>
                  <a:cubicBezTo>
                    <a:pt x="4271" y="8803"/>
                    <a:pt x="4271" y="8769"/>
                    <a:pt x="4271" y="8769"/>
                  </a:cubicBezTo>
                  <a:cubicBezTo>
                    <a:pt x="4604" y="7802"/>
                    <a:pt x="4904" y="6801"/>
                    <a:pt x="5138" y="5801"/>
                  </a:cubicBezTo>
                  <a:cubicBezTo>
                    <a:pt x="5238" y="5267"/>
                    <a:pt x="5371" y="4733"/>
                    <a:pt x="5471" y="4199"/>
                  </a:cubicBezTo>
                  <a:cubicBezTo>
                    <a:pt x="5505" y="3966"/>
                    <a:pt x="5538" y="3732"/>
                    <a:pt x="5571" y="3499"/>
                  </a:cubicBezTo>
                  <a:cubicBezTo>
                    <a:pt x="5605" y="3365"/>
                    <a:pt x="5638" y="3232"/>
                    <a:pt x="5638" y="3099"/>
                  </a:cubicBezTo>
                  <a:cubicBezTo>
                    <a:pt x="6272" y="2732"/>
                    <a:pt x="6872" y="2431"/>
                    <a:pt x="7540" y="2131"/>
                  </a:cubicBezTo>
                  <a:lnTo>
                    <a:pt x="7540" y="2131"/>
                  </a:lnTo>
                  <a:cubicBezTo>
                    <a:pt x="7439" y="2598"/>
                    <a:pt x="7339" y="3032"/>
                    <a:pt x="7239" y="3499"/>
                  </a:cubicBezTo>
                  <a:cubicBezTo>
                    <a:pt x="7139" y="4033"/>
                    <a:pt x="7006" y="4600"/>
                    <a:pt x="6906" y="5167"/>
                  </a:cubicBezTo>
                  <a:cubicBezTo>
                    <a:pt x="6906" y="5200"/>
                    <a:pt x="6906" y="5233"/>
                    <a:pt x="6906" y="5267"/>
                  </a:cubicBezTo>
                  <a:cubicBezTo>
                    <a:pt x="6906" y="5283"/>
                    <a:pt x="6914" y="5292"/>
                    <a:pt x="6922" y="5292"/>
                  </a:cubicBezTo>
                  <a:cubicBezTo>
                    <a:pt x="6931" y="5292"/>
                    <a:pt x="6939" y="5283"/>
                    <a:pt x="6939" y="5267"/>
                  </a:cubicBezTo>
                  <a:cubicBezTo>
                    <a:pt x="7139" y="4700"/>
                    <a:pt x="7306" y="4099"/>
                    <a:pt x="7439" y="3466"/>
                  </a:cubicBezTo>
                  <a:cubicBezTo>
                    <a:pt x="7540" y="2999"/>
                    <a:pt x="7673" y="2498"/>
                    <a:pt x="7740" y="2031"/>
                  </a:cubicBezTo>
                  <a:cubicBezTo>
                    <a:pt x="8507" y="1698"/>
                    <a:pt x="9274" y="1397"/>
                    <a:pt x="10075" y="1164"/>
                  </a:cubicBezTo>
                  <a:cubicBezTo>
                    <a:pt x="10508" y="1030"/>
                    <a:pt x="10975" y="930"/>
                    <a:pt x="11409" y="864"/>
                  </a:cubicBezTo>
                  <a:lnTo>
                    <a:pt x="11409" y="864"/>
                  </a:lnTo>
                  <a:cubicBezTo>
                    <a:pt x="11309" y="1164"/>
                    <a:pt x="11209" y="1497"/>
                    <a:pt x="11142" y="1798"/>
                  </a:cubicBezTo>
                  <a:lnTo>
                    <a:pt x="10775" y="3232"/>
                  </a:lnTo>
                  <a:cubicBezTo>
                    <a:pt x="10542" y="4199"/>
                    <a:pt x="10342" y="5200"/>
                    <a:pt x="10108" y="6167"/>
                  </a:cubicBezTo>
                  <a:lnTo>
                    <a:pt x="10175" y="6167"/>
                  </a:lnTo>
                  <a:cubicBezTo>
                    <a:pt x="10442" y="5200"/>
                    <a:pt x="10775" y="4233"/>
                    <a:pt x="11075" y="3265"/>
                  </a:cubicBezTo>
                  <a:cubicBezTo>
                    <a:pt x="11209" y="2798"/>
                    <a:pt x="11342" y="2298"/>
                    <a:pt x="11476" y="1831"/>
                  </a:cubicBezTo>
                  <a:cubicBezTo>
                    <a:pt x="11609" y="1464"/>
                    <a:pt x="11676" y="1131"/>
                    <a:pt x="11743" y="764"/>
                  </a:cubicBezTo>
                  <a:cubicBezTo>
                    <a:pt x="12077" y="720"/>
                    <a:pt x="12419" y="695"/>
                    <a:pt x="12761" y="695"/>
                  </a:cubicBezTo>
                  <a:cubicBezTo>
                    <a:pt x="13202" y="695"/>
                    <a:pt x="13645" y="736"/>
                    <a:pt x="14078" y="830"/>
                  </a:cubicBezTo>
                  <a:cubicBezTo>
                    <a:pt x="15245" y="1064"/>
                    <a:pt x="16513" y="1631"/>
                    <a:pt x="17013" y="2798"/>
                  </a:cubicBezTo>
                  <a:cubicBezTo>
                    <a:pt x="17013" y="2808"/>
                    <a:pt x="17019" y="2812"/>
                    <a:pt x="17027" y="2812"/>
                  </a:cubicBezTo>
                  <a:cubicBezTo>
                    <a:pt x="17046" y="2812"/>
                    <a:pt x="17080" y="2789"/>
                    <a:pt x="17080" y="2765"/>
                  </a:cubicBezTo>
                  <a:cubicBezTo>
                    <a:pt x="16779" y="1364"/>
                    <a:pt x="15479" y="530"/>
                    <a:pt x="14178" y="197"/>
                  </a:cubicBezTo>
                  <a:cubicBezTo>
                    <a:pt x="13595" y="64"/>
                    <a:pt x="13008" y="0"/>
                    <a:pt x="12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154;p55">
              <a:extLst>
                <a:ext uri="{FF2B5EF4-FFF2-40B4-BE49-F238E27FC236}">
                  <a16:creationId xmlns:a16="http://schemas.microsoft.com/office/drawing/2014/main" id="{07D48250-D6F7-D636-2831-F01044F4E593}"/>
                </a:ext>
              </a:extLst>
            </p:cNvPr>
            <p:cNvSpPr/>
            <p:nvPr/>
          </p:nvSpPr>
          <p:spPr>
            <a:xfrm>
              <a:off x="1764775" y="3060350"/>
              <a:ext cx="10025" cy="44850"/>
            </a:xfrm>
            <a:custGeom>
              <a:avLst/>
              <a:gdLst/>
              <a:ahLst/>
              <a:cxnLst/>
              <a:rect l="l" t="t" r="r" b="b"/>
              <a:pathLst>
                <a:path w="401" h="1794" extrusionOk="0">
                  <a:moveTo>
                    <a:pt x="384" y="0"/>
                  </a:moveTo>
                  <a:cubicBezTo>
                    <a:pt x="375" y="0"/>
                    <a:pt x="367" y="8"/>
                    <a:pt x="367" y="25"/>
                  </a:cubicBezTo>
                  <a:cubicBezTo>
                    <a:pt x="267" y="492"/>
                    <a:pt x="200" y="926"/>
                    <a:pt x="67" y="1393"/>
                  </a:cubicBezTo>
                  <a:cubicBezTo>
                    <a:pt x="67" y="1460"/>
                    <a:pt x="33" y="1560"/>
                    <a:pt x="33" y="1626"/>
                  </a:cubicBezTo>
                  <a:cubicBezTo>
                    <a:pt x="0" y="1693"/>
                    <a:pt x="0" y="1760"/>
                    <a:pt x="0" y="1793"/>
                  </a:cubicBezTo>
                  <a:lnTo>
                    <a:pt x="33" y="1793"/>
                  </a:lnTo>
                  <a:cubicBezTo>
                    <a:pt x="234" y="1226"/>
                    <a:pt x="367" y="626"/>
                    <a:pt x="400" y="25"/>
                  </a:cubicBezTo>
                  <a:cubicBezTo>
                    <a:pt x="400" y="8"/>
                    <a:pt x="392" y="0"/>
                    <a:pt x="3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155;p55">
              <a:extLst>
                <a:ext uri="{FF2B5EF4-FFF2-40B4-BE49-F238E27FC236}">
                  <a16:creationId xmlns:a16="http://schemas.microsoft.com/office/drawing/2014/main" id="{6217032A-6441-02D2-FC43-08FD4C9F8B67}"/>
                </a:ext>
              </a:extLst>
            </p:cNvPr>
            <p:cNvSpPr/>
            <p:nvPr/>
          </p:nvSpPr>
          <p:spPr>
            <a:xfrm>
              <a:off x="1872350" y="3007600"/>
              <a:ext cx="23375" cy="99875"/>
            </a:xfrm>
            <a:custGeom>
              <a:avLst/>
              <a:gdLst/>
              <a:ahLst/>
              <a:cxnLst/>
              <a:rect l="l" t="t" r="r" b="b"/>
              <a:pathLst>
                <a:path w="935" h="3995" extrusionOk="0">
                  <a:moveTo>
                    <a:pt x="867" y="0"/>
                  </a:moveTo>
                  <a:cubicBezTo>
                    <a:pt x="801" y="167"/>
                    <a:pt x="767" y="301"/>
                    <a:pt x="734" y="467"/>
                  </a:cubicBezTo>
                  <a:cubicBezTo>
                    <a:pt x="734" y="634"/>
                    <a:pt x="701" y="801"/>
                    <a:pt x="667" y="968"/>
                  </a:cubicBezTo>
                  <a:cubicBezTo>
                    <a:pt x="601" y="1301"/>
                    <a:pt x="534" y="1635"/>
                    <a:pt x="467" y="1935"/>
                  </a:cubicBezTo>
                  <a:cubicBezTo>
                    <a:pt x="334" y="2569"/>
                    <a:pt x="200" y="3169"/>
                    <a:pt x="34" y="3770"/>
                  </a:cubicBezTo>
                  <a:cubicBezTo>
                    <a:pt x="34" y="3770"/>
                    <a:pt x="0" y="3770"/>
                    <a:pt x="0" y="3803"/>
                  </a:cubicBezTo>
                  <a:lnTo>
                    <a:pt x="0" y="3970"/>
                  </a:lnTo>
                  <a:cubicBezTo>
                    <a:pt x="0" y="3986"/>
                    <a:pt x="17" y="3995"/>
                    <a:pt x="34" y="3995"/>
                  </a:cubicBezTo>
                  <a:cubicBezTo>
                    <a:pt x="50" y="3995"/>
                    <a:pt x="67" y="3986"/>
                    <a:pt x="67" y="3970"/>
                  </a:cubicBezTo>
                  <a:cubicBezTo>
                    <a:pt x="267" y="3303"/>
                    <a:pt x="434" y="2602"/>
                    <a:pt x="601" y="1935"/>
                  </a:cubicBezTo>
                  <a:cubicBezTo>
                    <a:pt x="667" y="1601"/>
                    <a:pt x="734" y="1268"/>
                    <a:pt x="801" y="934"/>
                  </a:cubicBezTo>
                  <a:cubicBezTo>
                    <a:pt x="867" y="634"/>
                    <a:pt x="934" y="334"/>
                    <a:pt x="9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156;p55">
              <a:extLst>
                <a:ext uri="{FF2B5EF4-FFF2-40B4-BE49-F238E27FC236}">
                  <a16:creationId xmlns:a16="http://schemas.microsoft.com/office/drawing/2014/main" id="{39EC3B83-0E22-07AA-DC50-B5D9E19E6BBE}"/>
                </a:ext>
              </a:extLst>
            </p:cNvPr>
            <p:cNvSpPr/>
            <p:nvPr/>
          </p:nvSpPr>
          <p:spPr>
            <a:xfrm>
              <a:off x="1684700" y="2988425"/>
              <a:ext cx="73425" cy="10850"/>
            </a:xfrm>
            <a:custGeom>
              <a:avLst/>
              <a:gdLst/>
              <a:ahLst/>
              <a:cxnLst/>
              <a:rect l="l" t="t" r="r" b="b"/>
              <a:pathLst>
                <a:path w="2937" h="434" extrusionOk="0">
                  <a:moveTo>
                    <a:pt x="2870" y="0"/>
                  </a:moveTo>
                  <a:cubicBezTo>
                    <a:pt x="1936" y="100"/>
                    <a:pt x="968" y="234"/>
                    <a:pt x="34" y="367"/>
                  </a:cubicBezTo>
                  <a:cubicBezTo>
                    <a:pt x="1" y="367"/>
                    <a:pt x="1" y="434"/>
                    <a:pt x="34" y="434"/>
                  </a:cubicBezTo>
                  <a:cubicBezTo>
                    <a:pt x="968" y="300"/>
                    <a:pt x="1936" y="200"/>
                    <a:pt x="2870" y="33"/>
                  </a:cubicBezTo>
                  <a:cubicBezTo>
                    <a:pt x="2936" y="33"/>
                    <a:pt x="2903" y="0"/>
                    <a:pt x="28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157;p55">
              <a:extLst>
                <a:ext uri="{FF2B5EF4-FFF2-40B4-BE49-F238E27FC236}">
                  <a16:creationId xmlns:a16="http://schemas.microsoft.com/office/drawing/2014/main" id="{ABE49083-41BD-76FA-E590-A4E7DCCCD317}"/>
                </a:ext>
              </a:extLst>
            </p:cNvPr>
            <p:cNvSpPr/>
            <p:nvPr/>
          </p:nvSpPr>
          <p:spPr>
            <a:xfrm>
              <a:off x="1694725" y="2037725"/>
              <a:ext cx="475350" cy="486225"/>
            </a:xfrm>
            <a:custGeom>
              <a:avLst/>
              <a:gdLst/>
              <a:ahLst/>
              <a:cxnLst/>
              <a:rect l="l" t="t" r="r" b="b"/>
              <a:pathLst>
                <a:path w="19014" h="19449" extrusionOk="0">
                  <a:moveTo>
                    <a:pt x="4136" y="1"/>
                  </a:moveTo>
                  <a:cubicBezTo>
                    <a:pt x="4136" y="1"/>
                    <a:pt x="0" y="18247"/>
                    <a:pt x="15878" y="19448"/>
                  </a:cubicBezTo>
                  <a:cubicBezTo>
                    <a:pt x="15878" y="19448"/>
                    <a:pt x="19014" y="5605"/>
                    <a:pt x="4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158;p55">
              <a:extLst>
                <a:ext uri="{FF2B5EF4-FFF2-40B4-BE49-F238E27FC236}">
                  <a16:creationId xmlns:a16="http://schemas.microsoft.com/office/drawing/2014/main" id="{3F14C65B-7638-925F-F37B-E3D70EF7CB85}"/>
                </a:ext>
              </a:extLst>
            </p:cNvPr>
            <p:cNvSpPr/>
            <p:nvPr/>
          </p:nvSpPr>
          <p:spPr>
            <a:xfrm>
              <a:off x="1856825" y="2160475"/>
              <a:ext cx="242375" cy="434350"/>
            </a:xfrm>
            <a:custGeom>
              <a:avLst/>
              <a:gdLst/>
              <a:ahLst/>
              <a:cxnLst/>
              <a:rect l="l" t="t" r="r" b="b"/>
              <a:pathLst>
                <a:path w="9695" h="17374" extrusionOk="0">
                  <a:moveTo>
                    <a:pt x="1866" y="0"/>
                  </a:moveTo>
                  <a:cubicBezTo>
                    <a:pt x="1825" y="0"/>
                    <a:pt x="1798" y="47"/>
                    <a:pt x="1822" y="94"/>
                  </a:cubicBezTo>
                  <a:cubicBezTo>
                    <a:pt x="2723" y="1195"/>
                    <a:pt x="3557" y="2329"/>
                    <a:pt x="4324" y="3497"/>
                  </a:cubicBezTo>
                  <a:cubicBezTo>
                    <a:pt x="4924" y="4398"/>
                    <a:pt x="5458" y="5332"/>
                    <a:pt x="5958" y="6266"/>
                  </a:cubicBezTo>
                  <a:lnTo>
                    <a:pt x="5258" y="5899"/>
                  </a:lnTo>
                  <a:lnTo>
                    <a:pt x="3557" y="4998"/>
                  </a:lnTo>
                  <a:cubicBezTo>
                    <a:pt x="2389" y="4398"/>
                    <a:pt x="1222" y="3797"/>
                    <a:pt x="87" y="3197"/>
                  </a:cubicBezTo>
                  <a:cubicBezTo>
                    <a:pt x="81" y="3190"/>
                    <a:pt x="73" y="3187"/>
                    <a:pt x="65" y="3187"/>
                  </a:cubicBezTo>
                  <a:cubicBezTo>
                    <a:pt x="33" y="3187"/>
                    <a:pt x="1" y="3230"/>
                    <a:pt x="54" y="3230"/>
                  </a:cubicBezTo>
                  <a:cubicBezTo>
                    <a:pt x="1188" y="3864"/>
                    <a:pt x="2322" y="4531"/>
                    <a:pt x="3457" y="5165"/>
                  </a:cubicBezTo>
                  <a:lnTo>
                    <a:pt x="5191" y="6132"/>
                  </a:lnTo>
                  <a:cubicBezTo>
                    <a:pt x="5458" y="6266"/>
                    <a:pt x="5725" y="6432"/>
                    <a:pt x="6025" y="6599"/>
                  </a:cubicBezTo>
                  <a:cubicBezTo>
                    <a:pt x="6058" y="6632"/>
                    <a:pt x="6125" y="6666"/>
                    <a:pt x="6158" y="6699"/>
                  </a:cubicBezTo>
                  <a:cubicBezTo>
                    <a:pt x="6759" y="7800"/>
                    <a:pt x="7259" y="8934"/>
                    <a:pt x="7760" y="10102"/>
                  </a:cubicBezTo>
                  <a:cubicBezTo>
                    <a:pt x="7926" y="10502"/>
                    <a:pt x="8060" y="10969"/>
                    <a:pt x="8193" y="11369"/>
                  </a:cubicBezTo>
                  <a:cubicBezTo>
                    <a:pt x="7726" y="11036"/>
                    <a:pt x="7193" y="10735"/>
                    <a:pt x="6659" y="10469"/>
                  </a:cubicBezTo>
                  <a:cubicBezTo>
                    <a:pt x="6025" y="10102"/>
                    <a:pt x="5425" y="9768"/>
                    <a:pt x="4791" y="9434"/>
                  </a:cubicBezTo>
                  <a:cubicBezTo>
                    <a:pt x="3490" y="8801"/>
                    <a:pt x="2189" y="8234"/>
                    <a:pt x="888" y="7667"/>
                  </a:cubicBezTo>
                  <a:cubicBezTo>
                    <a:pt x="881" y="7660"/>
                    <a:pt x="875" y="7657"/>
                    <a:pt x="869" y="7657"/>
                  </a:cubicBezTo>
                  <a:cubicBezTo>
                    <a:pt x="844" y="7657"/>
                    <a:pt x="828" y="7700"/>
                    <a:pt x="855" y="7700"/>
                  </a:cubicBezTo>
                  <a:cubicBezTo>
                    <a:pt x="2122" y="8300"/>
                    <a:pt x="3356" y="9001"/>
                    <a:pt x="4624" y="9701"/>
                  </a:cubicBezTo>
                  <a:cubicBezTo>
                    <a:pt x="5224" y="10035"/>
                    <a:pt x="5892" y="10368"/>
                    <a:pt x="6492" y="10702"/>
                  </a:cubicBezTo>
                  <a:cubicBezTo>
                    <a:pt x="7092" y="11036"/>
                    <a:pt x="7693" y="11403"/>
                    <a:pt x="8293" y="11703"/>
                  </a:cubicBezTo>
                  <a:cubicBezTo>
                    <a:pt x="8493" y="12337"/>
                    <a:pt x="8694" y="13004"/>
                    <a:pt x="8894" y="13637"/>
                  </a:cubicBezTo>
                  <a:cubicBezTo>
                    <a:pt x="9261" y="14872"/>
                    <a:pt x="9528" y="16106"/>
                    <a:pt x="9694" y="17373"/>
                  </a:cubicBezTo>
                  <a:cubicBezTo>
                    <a:pt x="9561" y="15972"/>
                    <a:pt x="9394" y="14605"/>
                    <a:pt x="9127" y="13204"/>
                  </a:cubicBezTo>
                  <a:cubicBezTo>
                    <a:pt x="8860" y="11903"/>
                    <a:pt x="8460" y="10635"/>
                    <a:pt x="7993" y="9401"/>
                  </a:cubicBezTo>
                  <a:lnTo>
                    <a:pt x="8026" y="9001"/>
                  </a:lnTo>
                  <a:cubicBezTo>
                    <a:pt x="8060" y="8601"/>
                    <a:pt x="8093" y="8234"/>
                    <a:pt x="8093" y="7867"/>
                  </a:cubicBezTo>
                  <a:lnTo>
                    <a:pt x="8093" y="5565"/>
                  </a:lnTo>
                  <a:cubicBezTo>
                    <a:pt x="8093" y="5548"/>
                    <a:pt x="8076" y="5540"/>
                    <a:pt x="8060" y="5540"/>
                  </a:cubicBezTo>
                  <a:cubicBezTo>
                    <a:pt x="8043" y="5540"/>
                    <a:pt x="8026" y="5548"/>
                    <a:pt x="8026" y="5565"/>
                  </a:cubicBezTo>
                  <a:cubicBezTo>
                    <a:pt x="7993" y="6332"/>
                    <a:pt x="7893" y="7099"/>
                    <a:pt x="7860" y="7833"/>
                  </a:cubicBezTo>
                  <a:cubicBezTo>
                    <a:pt x="7826" y="8200"/>
                    <a:pt x="7793" y="8534"/>
                    <a:pt x="7793" y="8867"/>
                  </a:cubicBezTo>
                  <a:cubicBezTo>
                    <a:pt x="7393" y="7933"/>
                    <a:pt x="6959" y="6999"/>
                    <a:pt x="6459" y="6099"/>
                  </a:cubicBezTo>
                  <a:cubicBezTo>
                    <a:pt x="6158" y="5598"/>
                    <a:pt x="5892" y="5098"/>
                    <a:pt x="5558" y="4598"/>
                  </a:cubicBezTo>
                  <a:lnTo>
                    <a:pt x="5558" y="4031"/>
                  </a:lnTo>
                  <a:cubicBezTo>
                    <a:pt x="5558" y="3697"/>
                    <a:pt x="5525" y="3363"/>
                    <a:pt x="5525" y="3030"/>
                  </a:cubicBezTo>
                  <a:cubicBezTo>
                    <a:pt x="5491" y="2363"/>
                    <a:pt x="5425" y="1696"/>
                    <a:pt x="5391" y="1028"/>
                  </a:cubicBezTo>
                  <a:cubicBezTo>
                    <a:pt x="5391" y="1012"/>
                    <a:pt x="5375" y="1003"/>
                    <a:pt x="5358" y="1003"/>
                  </a:cubicBezTo>
                  <a:cubicBezTo>
                    <a:pt x="5341" y="1003"/>
                    <a:pt x="5325" y="1012"/>
                    <a:pt x="5325" y="1028"/>
                  </a:cubicBezTo>
                  <a:lnTo>
                    <a:pt x="5325" y="3063"/>
                  </a:lnTo>
                  <a:cubicBezTo>
                    <a:pt x="5325" y="3397"/>
                    <a:pt x="5358" y="3764"/>
                    <a:pt x="5358" y="4097"/>
                  </a:cubicBezTo>
                  <a:lnTo>
                    <a:pt x="5358" y="4231"/>
                  </a:lnTo>
                  <a:cubicBezTo>
                    <a:pt x="4357" y="2696"/>
                    <a:pt x="3223" y="1295"/>
                    <a:pt x="1922" y="28"/>
                  </a:cubicBezTo>
                  <a:cubicBezTo>
                    <a:pt x="1903" y="8"/>
                    <a:pt x="1883" y="0"/>
                    <a:pt x="1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159;p55">
              <a:extLst>
                <a:ext uri="{FF2B5EF4-FFF2-40B4-BE49-F238E27FC236}">
                  <a16:creationId xmlns:a16="http://schemas.microsoft.com/office/drawing/2014/main" id="{DB31D1C3-8D56-CBE9-1D34-D7F644588032}"/>
                </a:ext>
              </a:extLst>
            </p:cNvPr>
            <p:cNvSpPr/>
            <p:nvPr/>
          </p:nvSpPr>
          <p:spPr>
            <a:xfrm>
              <a:off x="2038300" y="2247475"/>
              <a:ext cx="5850" cy="61100"/>
            </a:xfrm>
            <a:custGeom>
              <a:avLst/>
              <a:gdLst/>
              <a:ahLst/>
              <a:cxnLst/>
              <a:rect l="l" t="t" r="r" b="b"/>
              <a:pathLst>
                <a:path w="234" h="2444" extrusionOk="0">
                  <a:moveTo>
                    <a:pt x="200" y="0"/>
                  </a:moveTo>
                  <a:cubicBezTo>
                    <a:pt x="184" y="0"/>
                    <a:pt x="167" y="17"/>
                    <a:pt x="167" y="50"/>
                  </a:cubicBezTo>
                  <a:cubicBezTo>
                    <a:pt x="100" y="817"/>
                    <a:pt x="34" y="1618"/>
                    <a:pt x="0" y="2419"/>
                  </a:cubicBezTo>
                  <a:cubicBezTo>
                    <a:pt x="0" y="2435"/>
                    <a:pt x="17" y="2444"/>
                    <a:pt x="34" y="2444"/>
                  </a:cubicBezTo>
                  <a:cubicBezTo>
                    <a:pt x="50" y="2444"/>
                    <a:pt x="67" y="2435"/>
                    <a:pt x="67" y="2419"/>
                  </a:cubicBezTo>
                  <a:cubicBezTo>
                    <a:pt x="134" y="1618"/>
                    <a:pt x="167" y="817"/>
                    <a:pt x="234" y="50"/>
                  </a:cubicBezTo>
                  <a:cubicBezTo>
                    <a:pt x="234" y="17"/>
                    <a:pt x="217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160;p55">
              <a:extLst>
                <a:ext uri="{FF2B5EF4-FFF2-40B4-BE49-F238E27FC236}">
                  <a16:creationId xmlns:a16="http://schemas.microsoft.com/office/drawing/2014/main" id="{6AF316F5-32BE-449D-8FE8-9DB89CD3CB30}"/>
                </a:ext>
              </a:extLst>
            </p:cNvPr>
            <p:cNvSpPr/>
            <p:nvPr/>
          </p:nvSpPr>
          <p:spPr>
            <a:xfrm>
              <a:off x="1862325" y="2314600"/>
              <a:ext cx="72575" cy="29200"/>
            </a:xfrm>
            <a:custGeom>
              <a:avLst/>
              <a:gdLst/>
              <a:ahLst/>
              <a:cxnLst/>
              <a:rect l="l" t="t" r="r" b="b"/>
              <a:pathLst>
                <a:path w="2903" h="1168" extrusionOk="0">
                  <a:moveTo>
                    <a:pt x="68" y="0"/>
                  </a:moveTo>
                  <a:cubicBezTo>
                    <a:pt x="34" y="0"/>
                    <a:pt x="1" y="34"/>
                    <a:pt x="68" y="67"/>
                  </a:cubicBezTo>
                  <a:cubicBezTo>
                    <a:pt x="1002" y="434"/>
                    <a:pt x="1936" y="801"/>
                    <a:pt x="2870" y="1168"/>
                  </a:cubicBezTo>
                  <a:cubicBezTo>
                    <a:pt x="2870" y="1168"/>
                    <a:pt x="2903" y="1135"/>
                    <a:pt x="2870" y="1135"/>
                  </a:cubicBezTo>
                  <a:cubicBezTo>
                    <a:pt x="1936" y="734"/>
                    <a:pt x="1002" y="367"/>
                    <a:pt x="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161;p55">
              <a:extLst>
                <a:ext uri="{FF2B5EF4-FFF2-40B4-BE49-F238E27FC236}">
                  <a16:creationId xmlns:a16="http://schemas.microsoft.com/office/drawing/2014/main" id="{6DFB9305-44EF-5ED0-C25C-5DCE8080974A}"/>
                </a:ext>
              </a:extLst>
            </p:cNvPr>
            <p:cNvSpPr/>
            <p:nvPr/>
          </p:nvSpPr>
          <p:spPr>
            <a:xfrm>
              <a:off x="1826475" y="2154475"/>
              <a:ext cx="69075" cy="37800"/>
            </a:xfrm>
            <a:custGeom>
              <a:avLst/>
              <a:gdLst/>
              <a:ahLst/>
              <a:cxnLst/>
              <a:rect l="l" t="t" r="r" b="b"/>
              <a:pathLst>
                <a:path w="2763" h="1512" extrusionOk="0">
                  <a:moveTo>
                    <a:pt x="67" y="1"/>
                  </a:moveTo>
                  <a:cubicBezTo>
                    <a:pt x="34" y="1"/>
                    <a:pt x="1" y="68"/>
                    <a:pt x="34" y="68"/>
                  </a:cubicBezTo>
                  <a:cubicBezTo>
                    <a:pt x="935" y="501"/>
                    <a:pt x="1835" y="1002"/>
                    <a:pt x="2702" y="1502"/>
                  </a:cubicBezTo>
                  <a:cubicBezTo>
                    <a:pt x="2709" y="1508"/>
                    <a:pt x="2715" y="1511"/>
                    <a:pt x="2721" y="1511"/>
                  </a:cubicBezTo>
                  <a:cubicBezTo>
                    <a:pt x="2746" y="1511"/>
                    <a:pt x="2763" y="1462"/>
                    <a:pt x="2736" y="1435"/>
                  </a:cubicBezTo>
                  <a:cubicBezTo>
                    <a:pt x="1869" y="902"/>
                    <a:pt x="1001" y="435"/>
                    <a:pt x="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162;p55">
              <a:extLst>
                <a:ext uri="{FF2B5EF4-FFF2-40B4-BE49-F238E27FC236}">
                  <a16:creationId xmlns:a16="http://schemas.microsoft.com/office/drawing/2014/main" id="{366424B1-616C-63B4-0FFD-46786B7EAA6E}"/>
                </a:ext>
              </a:extLst>
            </p:cNvPr>
            <p:cNvSpPr/>
            <p:nvPr/>
          </p:nvSpPr>
          <p:spPr>
            <a:xfrm>
              <a:off x="1833975" y="3273625"/>
              <a:ext cx="537075" cy="566250"/>
            </a:xfrm>
            <a:custGeom>
              <a:avLst/>
              <a:gdLst/>
              <a:ahLst/>
              <a:cxnLst/>
              <a:rect l="l" t="t" r="r" b="b"/>
              <a:pathLst>
                <a:path w="21483" h="22650" extrusionOk="0">
                  <a:moveTo>
                    <a:pt x="1" y="0"/>
                  </a:moveTo>
                  <a:lnTo>
                    <a:pt x="1" y="22650"/>
                  </a:lnTo>
                  <a:lnTo>
                    <a:pt x="21483" y="22650"/>
                  </a:lnTo>
                  <a:lnTo>
                    <a:pt x="214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163;p55">
              <a:extLst>
                <a:ext uri="{FF2B5EF4-FFF2-40B4-BE49-F238E27FC236}">
                  <a16:creationId xmlns:a16="http://schemas.microsoft.com/office/drawing/2014/main" id="{6E44DB3E-A654-314B-A26E-A9E7FF965274}"/>
                </a:ext>
              </a:extLst>
            </p:cNvPr>
            <p:cNvSpPr/>
            <p:nvPr/>
          </p:nvSpPr>
          <p:spPr>
            <a:xfrm>
              <a:off x="2381050" y="3474600"/>
              <a:ext cx="27525" cy="969875"/>
            </a:xfrm>
            <a:custGeom>
              <a:avLst/>
              <a:gdLst/>
              <a:ahLst/>
              <a:cxnLst/>
              <a:rect l="l" t="t" r="r" b="b"/>
              <a:pathLst>
                <a:path w="1101" h="38795" extrusionOk="0">
                  <a:moveTo>
                    <a:pt x="0" y="0"/>
                  </a:moveTo>
                  <a:lnTo>
                    <a:pt x="0" y="38795"/>
                  </a:lnTo>
                  <a:lnTo>
                    <a:pt x="1101" y="38795"/>
                  </a:lnTo>
                  <a:lnTo>
                    <a:pt x="11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164;p55">
              <a:extLst>
                <a:ext uri="{FF2B5EF4-FFF2-40B4-BE49-F238E27FC236}">
                  <a16:creationId xmlns:a16="http://schemas.microsoft.com/office/drawing/2014/main" id="{A217AAA1-2FF4-33FB-2DFE-5D8A0F0D33AC}"/>
                </a:ext>
              </a:extLst>
            </p:cNvPr>
            <p:cNvSpPr/>
            <p:nvPr/>
          </p:nvSpPr>
          <p:spPr>
            <a:xfrm>
              <a:off x="1799800" y="3474600"/>
              <a:ext cx="27525" cy="969875"/>
            </a:xfrm>
            <a:custGeom>
              <a:avLst/>
              <a:gdLst/>
              <a:ahLst/>
              <a:cxnLst/>
              <a:rect l="l" t="t" r="r" b="b"/>
              <a:pathLst>
                <a:path w="1101" h="38795" extrusionOk="0">
                  <a:moveTo>
                    <a:pt x="0" y="0"/>
                  </a:moveTo>
                  <a:lnTo>
                    <a:pt x="0" y="38795"/>
                  </a:lnTo>
                  <a:lnTo>
                    <a:pt x="1101" y="38795"/>
                  </a:lnTo>
                  <a:lnTo>
                    <a:pt x="11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165;p55">
              <a:extLst>
                <a:ext uri="{FF2B5EF4-FFF2-40B4-BE49-F238E27FC236}">
                  <a16:creationId xmlns:a16="http://schemas.microsoft.com/office/drawing/2014/main" id="{48D12CC8-AF84-56B0-C40A-0B64BFAB833D}"/>
                </a:ext>
              </a:extLst>
            </p:cNvPr>
            <p:cNvSpPr/>
            <p:nvPr/>
          </p:nvSpPr>
          <p:spPr>
            <a:xfrm>
              <a:off x="2075825" y="3474600"/>
              <a:ext cx="27550" cy="969875"/>
            </a:xfrm>
            <a:custGeom>
              <a:avLst/>
              <a:gdLst/>
              <a:ahLst/>
              <a:cxnLst/>
              <a:rect l="l" t="t" r="r" b="b"/>
              <a:pathLst>
                <a:path w="1102" h="38795" extrusionOk="0">
                  <a:moveTo>
                    <a:pt x="0" y="0"/>
                  </a:moveTo>
                  <a:lnTo>
                    <a:pt x="0" y="38795"/>
                  </a:lnTo>
                  <a:lnTo>
                    <a:pt x="1101" y="38795"/>
                  </a:lnTo>
                  <a:lnTo>
                    <a:pt x="11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166;p55">
              <a:extLst>
                <a:ext uri="{FF2B5EF4-FFF2-40B4-BE49-F238E27FC236}">
                  <a16:creationId xmlns:a16="http://schemas.microsoft.com/office/drawing/2014/main" id="{309FEB29-652A-78C0-98E7-345F1D8FB2D3}"/>
                </a:ext>
              </a:extLst>
            </p:cNvPr>
            <p:cNvSpPr/>
            <p:nvPr/>
          </p:nvSpPr>
          <p:spPr>
            <a:xfrm>
              <a:off x="1813975" y="3804000"/>
              <a:ext cx="580425" cy="78425"/>
            </a:xfrm>
            <a:custGeom>
              <a:avLst/>
              <a:gdLst/>
              <a:ahLst/>
              <a:cxnLst/>
              <a:rect l="l" t="t" r="r" b="b"/>
              <a:pathLst>
                <a:path w="23217" h="3137" extrusionOk="0">
                  <a:moveTo>
                    <a:pt x="0" y="0"/>
                  </a:moveTo>
                  <a:lnTo>
                    <a:pt x="0" y="3136"/>
                  </a:lnTo>
                  <a:lnTo>
                    <a:pt x="23217" y="3136"/>
                  </a:lnTo>
                  <a:lnTo>
                    <a:pt x="232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167;p55">
              <a:extLst>
                <a:ext uri="{FF2B5EF4-FFF2-40B4-BE49-F238E27FC236}">
                  <a16:creationId xmlns:a16="http://schemas.microsoft.com/office/drawing/2014/main" id="{72F3AA83-3BA4-23FB-60C8-9FF49AB67778}"/>
                </a:ext>
              </a:extLst>
            </p:cNvPr>
            <p:cNvSpPr/>
            <p:nvPr/>
          </p:nvSpPr>
          <p:spPr>
            <a:xfrm>
              <a:off x="2168375" y="2677350"/>
              <a:ext cx="526250" cy="1380200"/>
            </a:xfrm>
            <a:custGeom>
              <a:avLst/>
              <a:gdLst/>
              <a:ahLst/>
              <a:cxnLst/>
              <a:rect l="l" t="t" r="r" b="b"/>
              <a:pathLst>
                <a:path w="21050" h="55208" extrusionOk="0">
                  <a:moveTo>
                    <a:pt x="1" y="1"/>
                  </a:moveTo>
                  <a:lnTo>
                    <a:pt x="1" y="55207"/>
                  </a:lnTo>
                  <a:lnTo>
                    <a:pt x="21049" y="55207"/>
                  </a:lnTo>
                  <a:lnTo>
                    <a:pt x="21049" y="1"/>
                  </a:lnTo>
                  <a:close/>
                </a:path>
              </a:pathLst>
            </a:custGeom>
            <a:solidFill>
              <a:srgbClr val="FBB1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168;p55">
              <a:extLst>
                <a:ext uri="{FF2B5EF4-FFF2-40B4-BE49-F238E27FC236}">
                  <a16:creationId xmlns:a16="http://schemas.microsoft.com/office/drawing/2014/main" id="{12018D7C-390E-550F-8EBD-4B1C3A30B604}"/>
                </a:ext>
              </a:extLst>
            </p:cNvPr>
            <p:cNvSpPr/>
            <p:nvPr/>
          </p:nvSpPr>
          <p:spPr>
            <a:xfrm>
              <a:off x="2168375" y="2677350"/>
              <a:ext cx="526250" cy="1380200"/>
            </a:xfrm>
            <a:custGeom>
              <a:avLst/>
              <a:gdLst/>
              <a:ahLst/>
              <a:cxnLst/>
              <a:rect l="l" t="t" r="r" b="b"/>
              <a:pathLst>
                <a:path w="21050" h="55208" extrusionOk="0">
                  <a:moveTo>
                    <a:pt x="1" y="1"/>
                  </a:moveTo>
                  <a:lnTo>
                    <a:pt x="1" y="55207"/>
                  </a:lnTo>
                  <a:lnTo>
                    <a:pt x="21049" y="55207"/>
                  </a:lnTo>
                  <a:lnTo>
                    <a:pt x="210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169;p55">
              <a:extLst>
                <a:ext uri="{FF2B5EF4-FFF2-40B4-BE49-F238E27FC236}">
                  <a16:creationId xmlns:a16="http://schemas.microsoft.com/office/drawing/2014/main" id="{50258ED2-281B-E2D0-E1EF-8CA1AD9A1285}"/>
                </a:ext>
              </a:extLst>
            </p:cNvPr>
            <p:cNvSpPr/>
            <p:nvPr/>
          </p:nvSpPr>
          <p:spPr>
            <a:xfrm>
              <a:off x="4897825" y="2677350"/>
              <a:ext cx="526250" cy="1380200"/>
            </a:xfrm>
            <a:custGeom>
              <a:avLst/>
              <a:gdLst/>
              <a:ahLst/>
              <a:cxnLst/>
              <a:rect l="l" t="t" r="r" b="b"/>
              <a:pathLst>
                <a:path w="21050" h="55208" extrusionOk="0">
                  <a:moveTo>
                    <a:pt x="1" y="1"/>
                  </a:moveTo>
                  <a:lnTo>
                    <a:pt x="1" y="55207"/>
                  </a:lnTo>
                  <a:lnTo>
                    <a:pt x="21049" y="55207"/>
                  </a:lnTo>
                  <a:lnTo>
                    <a:pt x="21049" y="1"/>
                  </a:lnTo>
                  <a:close/>
                </a:path>
              </a:pathLst>
            </a:custGeom>
            <a:solidFill>
              <a:srgbClr val="FBB1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170;p55">
              <a:extLst>
                <a:ext uri="{FF2B5EF4-FFF2-40B4-BE49-F238E27FC236}">
                  <a16:creationId xmlns:a16="http://schemas.microsoft.com/office/drawing/2014/main" id="{99CA65AD-B7E3-9A49-AB4D-28B884FF39F2}"/>
                </a:ext>
              </a:extLst>
            </p:cNvPr>
            <p:cNvSpPr/>
            <p:nvPr/>
          </p:nvSpPr>
          <p:spPr>
            <a:xfrm>
              <a:off x="4897825" y="2677350"/>
              <a:ext cx="526250" cy="1380200"/>
            </a:xfrm>
            <a:custGeom>
              <a:avLst/>
              <a:gdLst/>
              <a:ahLst/>
              <a:cxnLst/>
              <a:rect l="l" t="t" r="r" b="b"/>
              <a:pathLst>
                <a:path w="21050" h="55208" extrusionOk="0">
                  <a:moveTo>
                    <a:pt x="1" y="1"/>
                  </a:moveTo>
                  <a:lnTo>
                    <a:pt x="1" y="55207"/>
                  </a:lnTo>
                  <a:lnTo>
                    <a:pt x="21049" y="55207"/>
                  </a:lnTo>
                  <a:lnTo>
                    <a:pt x="210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171;p55">
              <a:extLst>
                <a:ext uri="{FF2B5EF4-FFF2-40B4-BE49-F238E27FC236}">
                  <a16:creationId xmlns:a16="http://schemas.microsoft.com/office/drawing/2014/main" id="{ED7F782C-6386-F271-823A-02518EC30ED8}"/>
                </a:ext>
              </a:extLst>
            </p:cNvPr>
            <p:cNvSpPr/>
            <p:nvPr/>
          </p:nvSpPr>
          <p:spPr>
            <a:xfrm>
              <a:off x="2694600" y="1705000"/>
              <a:ext cx="2203250" cy="2352550"/>
            </a:xfrm>
            <a:custGeom>
              <a:avLst/>
              <a:gdLst/>
              <a:ahLst/>
              <a:cxnLst/>
              <a:rect l="l" t="t" r="r" b="b"/>
              <a:pathLst>
                <a:path w="88130" h="94102" extrusionOk="0">
                  <a:moveTo>
                    <a:pt x="0" y="0"/>
                  </a:moveTo>
                  <a:lnTo>
                    <a:pt x="0" y="94101"/>
                  </a:lnTo>
                  <a:lnTo>
                    <a:pt x="88130" y="94101"/>
                  </a:lnTo>
                  <a:lnTo>
                    <a:pt x="88130" y="0"/>
                  </a:lnTo>
                  <a:close/>
                </a:path>
              </a:pathLst>
            </a:custGeom>
            <a:solidFill>
              <a:srgbClr val="FBB1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172;p55">
              <a:extLst>
                <a:ext uri="{FF2B5EF4-FFF2-40B4-BE49-F238E27FC236}">
                  <a16:creationId xmlns:a16="http://schemas.microsoft.com/office/drawing/2014/main" id="{600A3855-EC35-EE84-888F-62E0C6C89A76}"/>
                </a:ext>
              </a:extLst>
            </p:cNvPr>
            <p:cNvSpPr/>
            <p:nvPr/>
          </p:nvSpPr>
          <p:spPr>
            <a:xfrm>
              <a:off x="2694600" y="1705000"/>
              <a:ext cx="2203250" cy="2352550"/>
            </a:xfrm>
            <a:custGeom>
              <a:avLst/>
              <a:gdLst/>
              <a:ahLst/>
              <a:cxnLst/>
              <a:rect l="l" t="t" r="r" b="b"/>
              <a:pathLst>
                <a:path w="88130" h="94102" extrusionOk="0">
                  <a:moveTo>
                    <a:pt x="0" y="0"/>
                  </a:moveTo>
                  <a:lnTo>
                    <a:pt x="0" y="94101"/>
                  </a:lnTo>
                  <a:lnTo>
                    <a:pt x="88130" y="94101"/>
                  </a:lnTo>
                  <a:lnTo>
                    <a:pt x="881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173;p55">
              <a:extLst>
                <a:ext uri="{FF2B5EF4-FFF2-40B4-BE49-F238E27FC236}">
                  <a16:creationId xmlns:a16="http://schemas.microsoft.com/office/drawing/2014/main" id="{633AA204-2678-D04E-AC35-E44048D54707}"/>
                </a:ext>
              </a:extLst>
            </p:cNvPr>
            <p:cNvSpPr/>
            <p:nvPr/>
          </p:nvSpPr>
          <p:spPr>
            <a:xfrm>
              <a:off x="4897825" y="2677350"/>
              <a:ext cx="12550" cy="1380200"/>
            </a:xfrm>
            <a:custGeom>
              <a:avLst/>
              <a:gdLst/>
              <a:ahLst/>
              <a:cxnLst/>
              <a:rect l="l" t="t" r="r" b="b"/>
              <a:pathLst>
                <a:path w="502" h="55208" extrusionOk="0">
                  <a:moveTo>
                    <a:pt x="1" y="1"/>
                  </a:moveTo>
                  <a:lnTo>
                    <a:pt x="1" y="55207"/>
                  </a:lnTo>
                  <a:lnTo>
                    <a:pt x="501" y="55207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174;p55">
              <a:extLst>
                <a:ext uri="{FF2B5EF4-FFF2-40B4-BE49-F238E27FC236}">
                  <a16:creationId xmlns:a16="http://schemas.microsoft.com/office/drawing/2014/main" id="{22CE36BC-A3A0-5422-1C66-30CD20B670B5}"/>
                </a:ext>
              </a:extLst>
            </p:cNvPr>
            <p:cNvSpPr/>
            <p:nvPr/>
          </p:nvSpPr>
          <p:spPr>
            <a:xfrm>
              <a:off x="2688750" y="2677350"/>
              <a:ext cx="12550" cy="1380200"/>
            </a:xfrm>
            <a:custGeom>
              <a:avLst/>
              <a:gdLst/>
              <a:ahLst/>
              <a:cxnLst/>
              <a:rect l="l" t="t" r="r" b="b"/>
              <a:pathLst>
                <a:path w="502" h="55208" extrusionOk="0">
                  <a:moveTo>
                    <a:pt x="1" y="1"/>
                  </a:moveTo>
                  <a:lnTo>
                    <a:pt x="1" y="55207"/>
                  </a:lnTo>
                  <a:lnTo>
                    <a:pt x="501" y="55207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175;p55">
              <a:extLst>
                <a:ext uri="{FF2B5EF4-FFF2-40B4-BE49-F238E27FC236}">
                  <a16:creationId xmlns:a16="http://schemas.microsoft.com/office/drawing/2014/main" id="{094D6D2F-0092-D6AF-91E5-095E39749658}"/>
                </a:ext>
              </a:extLst>
            </p:cNvPr>
            <p:cNvSpPr/>
            <p:nvPr/>
          </p:nvSpPr>
          <p:spPr>
            <a:xfrm>
              <a:off x="2688750" y="3228575"/>
              <a:ext cx="2221625" cy="428675"/>
            </a:xfrm>
            <a:custGeom>
              <a:avLst/>
              <a:gdLst/>
              <a:ahLst/>
              <a:cxnLst/>
              <a:rect l="l" t="t" r="r" b="b"/>
              <a:pathLst>
                <a:path w="88865" h="17147" extrusionOk="0">
                  <a:moveTo>
                    <a:pt x="88364" y="535"/>
                  </a:moveTo>
                  <a:lnTo>
                    <a:pt x="88364" y="16613"/>
                  </a:lnTo>
                  <a:lnTo>
                    <a:pt x="535" y="16613"/>
                  </a:lnTo>
                  <a:lnTo>
                    <a:pt x="535" y="535"/>
                  </a:lnTo>
                  <a:close/>
                  <a:moveTo>
                    <a:pt x="1" y="1"/>
                  </a:moveTo>
                  <a:lnTo>
                    <a:pt x="1" y="17147"/>
                  </a:lnTo>
                  <a:lnTo>
                    <a:pt x="88864" y="17147"/>
                  </a:lnTo>
                  <a:lnTo>
                    <a:pt x="8886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176;p55">
              <a:extLst>
                <a:ext uri="{FF2B5EF4-FFF2-40B4-BE49-F238E27FC236}">
                  <a16:creationId xmlns:a16="http://schemas.microsoft.com/office/drawing/2014/main" id="{C62F1EC1-8216-CC22-0068-E3F182C8CA71}"/>
                </a:ext>
              </a:extLst>
            </p:cNvPr>
            <p:cNvSpPr/>
            <p:nvPr/>
          </p:nvSpPr>
          <p:spPr>
            <a:xfrm>
              <a:off x="2821350" y="2460525"/>
              <a:ext cx="20875" cy="16725"/>
            </a:xfrm>
            <a:custGeom>
              <a:avLst/>
              <a:gdLst/>
              <a:ahLst/>
              <a:cxnLst/>
              <a:rect l="l" t="t" r="r" b="b"/>
              <a:pathLst>
                <a:path w="835" h="669" extrusionOk="0">
                  <a:moveTo>
                    <a:pt x="434" y="1"/>
                  </a:moveTo>
                  <a:cubicBezTo>
                    <a:pt x="1" y="34"/>
                    <a:pt x="1" y="635"/>
                    <a:pt x="434" y="668"/>
                  </a:cubicBezTo>
                  <a:cubicBezTo>
                    <a:pt x="835" y="635"/>
                    <a:pt x="835" y="34"/>
                    <a:pt x="4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177;p55">
              <a:extLst>
                <a:ext uri="{FF2B5EF4-FFF2-40B4-BE49-F238E27FC236}">
                  <a16:creationId xmlns:a16="http://schemas.microsoft.com/office/drawing/2014/main" id="{2A87C958-DA0D-ED07-2B5D-4C31EF8E87CF}"/>
                </a:ext>
              </a:extLst>
            </p:cNvPr>
            <p:cNvSpPr/>
            <p:nvPr/>
          </p:nvSpPr>
          <p:spPr>
            <a:xfrm>
              <a:off x="2836375" y="3526300"/>
              <a:ext cx="20850" cy="17525"/>
            </a:xfrm>
            <a:custGeom>
              <a:avLst/>
              <a:gdLst/>
              <a:ahLst/>
              <a:cxnLst/>
              <a:rect l="l" t="t" r="r" b="b"/>
              <a:pathLst>
                <a:path w="834" h="701" extrusionOk="0">
                  <a:moveTo>
                    <a:pt x="434" y="0"/>
                  </a:moveTo>
                  <a:cubicBezTo>
                    <a:pt x="0" y="34"/>
                    <a:pt x="0" y="634"/>
                    <a:pt x="434" y="701"/>
                  </a:cubicBezTo>
                  <a:cubicBezTo>
                    <a:pt x="834" y="634"/>
                    <a:pt x="834" y="34"/>
                    <a:pt x="4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78;p55">
              <a:extLst>
                <a:ext uri="{FF2B5EF4-FFF2-40B4-BE49-F238E27FC236}">
                  <a16:creationId xmlns:a16="http://schemas.microsoft.com/office/drawing/2014/main" id="{72DFF37F-127E-2828-1EB4-033B48E06FF5}"/>
                </a:ext>
              </a:extLst>
            </p:cNvPr>
            <p:cNvSpPr/>
            <p:nvPr/>
          </p:nvSpPr>
          <p:spPr>
            <a:xfrm>
              <a:off x="3430125" y="3355125"/>
              <a:ext cx="15025" cy="11925"/>
            </a:xfrm>
            <a:custGeom>
              <a:avLst/>
              <a:gdLst/>
              <a:ahLst/>
              <a:cxnLst/>
              <a:rect l="l" t="t" r="r" b="b"/>
              <a:pathLst>
                <a:path w="601" h="477" extrusionOk="0">
                  <a:moveTo>
                    <a:pt x="301" y="1"/>
                  </a:moveTo>
                  <a:cubicBezTo>
                    <a:pt x="251" y="1"/>
                    <a:pt x="200" y="26"/>
                    <a:pt x="167" y="76"/>
                  </a:cubicBezTo>
                  <a:cubicBezTo>
                    <a:pt x="134" y="109"/>
                    <a:pt x="134" y="143"/>
                    <a:pt x="100" y="176"/>
                  </a:cubicBezTo>
                  <a:cubicBezTo>
                    <a:pt x="0" y="376"/>
                    <a:pt x="150" y="476"/>
                    <a:pt x="301" y="476"/>
                  </a:cubicBezTo>
                  <a:cubicBezTo>
                    <a:pt x="451" y="476"/>
                    <a:pt x="601" y="376"/>
                    <a:pt x="501" y="176"/>
                  </a:cubicBezTo>
                  <a:cubicBezTo>
                    <a:pt x="501" y="143"/>
                    <a:pt x="467" y="109"/>
                    <a:pt x="434" y="76"/>
                  </a:cubicBezTo>
                  <a:cubicBezTo>
                    <a:pt x="401" y="26"/>
                    <a:pt x="351" y="1"/>
                    <a:pt x="3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79;p55">
              <a:extLst>
                <a:ext uri="{FF2B5EF4-FFF2-40B4-BE49-F238E27FC236}">
                  <a16:creationId xmlns:a16="http://schemas.microsoft.com/office/drawing/2014/main" id="{FF72EEAE-DCEF-A672-2478-A5EE94C7720B}"/>
                </a:ext>
              </a:extLst>
            </p:cNvPr>
            <p:cNvSpPr/>
            <p:nvPr/>
          </p:nvSpPr>
          <p:spPr>
            <a:xfrm>
              <a:off x="2560750" y="3543600"/>
              <a:ext cx="14625" cy="11900"/>
            </a:xfrm>
            <a:custGeom>
              <a:avLst/>
              <a:gdLst/>
              <a:ahLst/>
              <a:cxnLst/>
              <a:rect l="l" t="t" r="r" b="b"/>
              <a:pathLst>
                <a:path w="585" h="476" extrusionOk="0">
                  <a:moveTo>
                    <a:pt x="284" y="1"/>
                  </a:moveTo>
                  <a:cubicBezTo>
                    <a:pt x="234" y="1"/>
                    <a:pt x="184" y="26"/>
                    <a:pt x="151" y="76"/>
                  </a:cubicBezTo>
                  <a:cubicBezTo>
                    <a:pt x="117" y="109"/>
                    <a:pt x="117" y="142"/>
                    <a:pt x="84" y="176"/>
                  </a:cubicBezTo>
                  <a:cubicBezTo>
                    <a:pt x="0" y="376"/>
                    <a:pt x="151" y="476"/>
                    <a:pt x="297" y="476"/>
                  </a:cubicBezTo>
                  <a:cubicBezTo>
                    <a:pt x="442" y="476"/>
                    <a:pt x="584" y="376"/>
                    <a:pt x="484" y="176"/>
                  </a:cubicBezTo>
                  <a:cubicBezTo>
                    <a:pt x="484" y="142"/>
                    <a:pt x="451" y="109"/>
                    <a:pt x="417" y="76"/>
                  </a:cubicBezTo>
                  <a:cubicBezTo>
                    <a:pt x="384" y="26"/>
                    <a:pt x="334" y="1"/>
                    <a:pt x="2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80;p55">
              <a:extLst>
                <a:ext uri="{FF2B5EF4-FFF2-40B4-BE49-F238E27FC236}">
                  <a16:creationId xmlns:a16="http://schemas.microsoft.com/office/drawing/2014/main" id="{E9F430D1-4A9E-8FF7-6894-39E1D72C872F}"/>
                </a:ext>
              </a:extLst>
            </p:cNvPr>
            <p:cNvSpPr/>
            <p:nvPr/>
          </p:nvSpPr>
          <p:spPr>
            <a:xfrm>
              <a:off x="2898075" y="2513075"/>
              <a:ext cx="17525" cy="13375"/>
            </a:xfrm>
            <a:custGeom>
              <a:avLst/>
              <a:gdLst/>
              <a:ahLst/>
              <a:cxnLst/>
              <a:rect l="l" t="t" r="r" b="b"/>
              <a:pathLst>
                <a:path w="701" h="535" extrusionOk="0">
                  <a:moveTo>
                    <a:pt x="367" y="0"/>
                  </a:moveTo>
                  <a:cubicBezTo>
                    <a:pt x="0" y="0"/>
                    <a:pt x="0" y="534"/>
                    <a:pt x="367" y="534"/>
                  </a:cubicBezTo>
                  <a:cubicBezTo>
                    <a:pt x="701" y="534"/>
                    <a:pt x="701" y="0"/>
                    <a:pt x="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81;p55">
              <a:extLst>
                <a:ext uri="{FF2B5EF4-FFF2-40B4-BE49-F238E27FC236}">
                  <a16:creationId xmlns:a16="http://schemas.microsoft.com/office/drawing/2014/main" id="{F4119C15-CE6E-EB07-57DF-7C49C93E4087}"/>
                </a:ext>
              </a:extLst>
            </p:cNvPr>
            <p:cNvSpPr/>
            <p:nvPr/>
          </p:nvSpPr>
          <p:spPr>
            <a:xfrm>
              <a:off x="2435250" y="3188550"/>
              <a:ext cx="15875" cy="13375"/>
            </a:xfrm>
            <a:custGeom>
              <a:avLst/>
              <a:gdLst/>
              <a:ahLst/>
              <a:cxnLst/>
              <a:rect l="l" t="t" r="r" b="b"/>
              <a:pathLst>
                <a:path w="635" h="535" extrusionOk="0">
                  <a:moveTo>
                    <a:pt x="334" y="1"/>
                  </a:moveTo>
                  <a:cubicBezTo>
                    <a:pt x="0" y="68"/>
                    <a:pt x="0" y="501"/>
                    <a:pt x="334" y="535"/>
                  </a:cubicBezTo>
                  <a:cubicBezTo>
                    <a:pt x="634" y="501"/>
                    <a:pt x="634" y="68"/>
                    <a:pt x="3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82;p55">
              <a:extLst>
                <a:ext uri="{FF2B5EF4-FFF2-40B4-BE49-F238E27FC236}">
                  <a16:creationId xmlns:a16="http://schemas.microsoft.com/office/drawing/2014/main" id="{4328111A-2678-7055-056E-2994A6D66619}"/>
                </a:ext>
              </a:extLst>
            </p:cNvPr>
            <p:cNvSpPr/>
            <p:nvPr/>
          </p:nvSpPr>
          <p:spPr>
            <a:xfrm>
              <a:off x="3299200" y="2139475"/>
              <a:ext cx="21700" cy="21925"/>
            </a:xfrm>
            <a:custGeom>
              <a:avLst/>
              <a:gdLst/>
              <a:ahLst/>
              <a:cxnLst/>
              <a:rect l="l" t="t" r="r" b="b"/>
              <a:pathLst>
                <a:path w="868" h="877" extrusionOk="0">
                  <a:moveTo>
                    <a:pt x="446" y="0"/>
                  </a:moveTo>
                  <a:cubicBezTo>
                    <a:pt x="351" y="0"/>
                    <a:pt x="250" y="34"/>
                    <a:pt x="167" y="101"/>
                  </a:cubicBezTo>
                  <a:cubicBezTo>
                    <a:pt x="67" y="234"/>
                    <a:pt x="0" y="434"/>
                    <a:pt x="67" y="601"/>
                  </a:cubicBezTo>
                  <a:cubicBezTo>
                    <a:pt x="134" y="784"/>
                    <a:pt x="292" y="876"/>
                    <a:pt x="451" y="876"/>
                  </a:cubicBezTo>
                  <a:cubicBezTo>
                    <a:pt x="609" y="876"/>
                    <a:pt x="767" y="784"/>
                    <a:pt x="834" y="601"/>
                  </a:cubicBezTo>
                  <a:cubicBezTo>
                    <a:pt x="868" y="434"/>
                    <a:pt x="834" y="234"/>
                    <a:pt x="701" y="101"/>
                  </a:cubicBezTo>
                  <a:cubicBezTo>
                    <a:pt x="634" y="34"/>
                    <a:pt x="542" y="0"/>
                    <a:pt x="44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83;p55">
              <a:extLst>
                <a:ext uri="{FF2B5EF4-FFF2-40B4-BE49-F238E27FC236}">
                  <a16:creationId xmlns:a16="http://schemas.microsoft.com/office/drawing/2014/main" id="{727C59E3-827A-10F5-3933-73BA72701B05}"/>
                </a:ext>
              </a:extLst>
            </p:cNvPr>
            <p:cNvSpPr/>
            <p:nvPr/>
          </p:nvSpPr>
          <p:spPr>
            <a:xfrm>
              <a:off x="2902250" y="3473975"/>
              <a:ext cx="21700" cy="21900"/>
            </a:xfrm>
            <a:custGeom>
              <a:avLst/>
              <a:gdLst/>
              <a:ahLst/>
              <a:cxnLst/>
              <a:rect l="l" t="t" r="r" b="b"/>
              <a:pathLst>
                <a:path w="868" h="876" extrusionOk="0">
                  <a:moveTo>
                    <a:pt x="451" y="0"/>
                  </a:moveTo>
                  <a:cubicBezTo>
                    <a:pt x="359" y="0"/>
                    <a:pt x="267" y="42"/>
                    <a:pt x="200" y="125"/>
                  </a:cubicBezTo>
                  <a:cubicBezTo>
                    <a:pt x="67" y="225"/>
                    <a:pt x="0" y="426"/>
                    <a:pt x="67" y="626"/>
                  </a:cubicBezTo>
                  <a:cubicBezTo>
                    <a:pt x="134" y="793"/>
                    <a:pt x="292" y="876"/>
                    <a:pt x="451" y="876"/>
                  </a:cubicBezTo>
                  <a:cubicBezTo>
                    <a:pt x="609" y="876"/>
                    <a:pt x="767" y="793"/>
                    <a:pt x="834" y="626"/>
                  </a:cubicBezTo>
                  <a:cubicBezTo>
                    <a:pt x="868" y="426"/>
                    <a:pt x="834" y="225"/>
                    <a:pt x="701" y="125"/>
                  </a:cubicBezTo>
                  <a:cubicBezTo>
                    <a:pt x="634" y="42"/>
                    <a:pt x="542" y="0"/>
                    <a:pt x="4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84;p55">
              <a:extLst>
                <a:ext uri="{FF2B5EF4-FFF2-40B4-BE49-F238E27FC236}">
                  <a16:creationId xmlns:a16="http://schemas.microsoft.com/office/drawing/2014/main" id="{FFEBDD3B-2AFC-4A14-A458-8710DCBC4EA5}"/>
                </a:ext>
              </a:extLst>
            </p:cNvPr>
            <p:cNvSpPr/>
            <p:nvPr/>
          </p:nvSpPr>
          <p:spPr>
            <a:xfrm>
              <a:off x="4738550" y="3548825"/>
              <a:ext cx="23375" cy="17525"/>
            </a:xfrm>
            <a:custGeom>
              <a:avLst/>
              <a:gdLst/>
              <a:ahLst/>
              <a:cxnLst/>
              <a:rect l="l" t="t" r="r" b="b"/>
              <a:pathLst>
                <a:path w="935" h="701" extrusionOk="0">
                  <a:moveTo>
                    <a:pt x="468" y="0"/>
                  </a:moveTo>
                  <a:cubicBezTo>
                    <a:pt x="1" y="0"/>
                    <a:pt x="1" y="701"/>
                    <a:pt x="468" y="701"/>
                  </a:cubicBezTo>
                  <a:cubicBezTo>
                    <a:pt x="935" y="701"/>
                    <a:pt x="935" y="0"/>
                    <a:pt x="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85;p55">
              <a:extLst>
                <a:ext uri="{FF2B5EF4-FFF2-40B4-BE49-F238E27FC236}">
                  <a16:creationId xmlns:a16="http://schemas.microsoft.com/office/drawing/2014/main" id="{2DBD5E4D-8FA5-A06D-E194-7359C8F622DB}"/>
                </a:ext>
              </a:extLst>
            </p:cNvPr>
            <p:cNvSpPr/>
            <p:nvPr/>
          </p:nvSpPr>
          <p:spPr>
            <a:xfrm>
              <a:off x="4210675" y="2386325"/>
              <a:ext cx="20875" cy="17525"/>
            </a:xfrm>
            <a:custGeom>
              <a:avLst/>
              <a:gdLst/>
              <a:ahLst/>
              <a:cxnLst/>
              <a:rect l="l" t="t" r="r" b="b"/>
              <a:pathLst>
                <a:path w="835" h="701" extrusionOk="0">
                  <a:moveTo>
                    <a:pt x="434" y="0"/>
                  </a:moveTo>
                  <a:cubicBezTo>
                    <a:pt x="1" y="34"/>
                    <a:pt x="1" y="634"/>
                    <a:pt x="434" y="701"/>
                  </a:cubicBezTo>
                  <a:cubicBezTo>
                    <a:pt x="835" y="634"/>
                    <a:pt x="835" y="34"/>
                    <a:pt x="4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6;p55">
              <a:extLst>
                <a:ext uri="{FF2B5EF4-FFF2-40B4-BE49-F238E27FC236}">
                  <a16:creationId xmlns:a16="http://schemas.microsoft.com/office/drawing/2014/main" id="{FE28B6C1-0F86-985C-A247-CD50B0AA99D7}"/>
                </a:ext>
              </a:extLst>
            </p:cNvPr>
            <p:cNvSpPr/>
            <p:nvPr/>
          </p:nvSpPr>
          <p:spPr>
            <a:xfrm>
              <a:off x="5029600" y="3476475"/>
              <a:ext cx="15025" cy="12525"/>
            </a:xfrm>
            <a:custGeom>
              <a:avLst/>
              <a:gdLst/>
              <a:ahLst/>
              <a:cxnLst/>
              <a:rect l="l" t="t" r="r" b="b"/>
              <a:pathLst>
                <a:path w="601" h="501" extrusionOk="0">
                  <a:moveTo>
                    <a:pt x="301" y="0"/>
                  </a:moveTo>
                  <a:cubicBezTo>
                    <a:pt x="150" y="0"/>
                    <a:pt x="0" y="109"/>
                    <a:pt x="100" y="326"/>
                  </a:cubicBezTo>
                  <a:cubicBezTo>
                    <a:pt x="100" y="359"/>
                    <a:pt x="134" y="392"/>
                    <a:pt x="167" y="426"/>
                  </a:cubicBezTo>
                  <a:cubicBezTo>
                    <a:pt x="200" y="476"/>
                    <a:pt x="251" y="501"/>
                    <a:pt x="301" y="501"/>
                  </a:cubicBezTo>
                  <a:cubicBezTo>
                    <a:pt x="351" y="501"/>
                    <a:pt x="401" y="476"/>
                    <a:pt x="434" y="426"/>
                  </a:cubicBezTo>
                  <a:cubicBezTo>
                    <a:pt x="467" y="392"/>
                    <a:pt x="467" y="359"/>
                    <a:pt x="501" y="326"/>
                  </a:cubicBezTo>
                  <a:cubicBezTo>
                    <a:pt x="601" y="109"/>
                    <a:pt x="451" y="0"/>
                    <a:pt x="3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87;p55">
              <a:extLst>
                <a:ext uri="{FF2B5EF4-FFF2-40B4-BE49-F238E27FC236}">
                  <a16:creationId xmlns:a16="http://schemas.microsoft.com/office/drawing/2014/main" id="{87BD13B2-6AE5-3EC5-EF22-5841EC430FE5}"/>
                </a:ext>
              </a:extLst>
            </p:cNvPr>
            <p:cNvSpPr/>
            <p:nvPr/>
          </p:nvSpPr>
          <p:spPr>
            <a:xfrm>
              <a:off x="3951325" y="2940475"/>
              <a:ext cx="21700" cy="21900"/>
            </a:xfrm>
            <a:custGeom>
              <a:avLst/>
              <a:gdLst/>
              <a:ahLst/>
              <a:cxnLst/>
              <a:rect l="l" t="t" r="r" b="b"/>
              <a:pathLst>
                <a:path w="868" h="876" extrusionOk="0">
                  <a:moveTo>
                    <a:pt x="418" y="0"/>
                  </a:moveTo>
                  <a:cubicBezTo>
                    <a:pt x="259" y="0"/>
                    <a:pt x="101" y="83"/>
                    <a:pt x="34" y="250"/>
                  </a:cubicBezTo>
                  <a:cubicBezTo>
                    <a:pt x="1" y="417"/>
                    <a:pt x="34" y="617"/>
                    <a:pt x="167" y="751"/>
                  </a:cubicBezTo>
                  <a:cubicBezTo>
                    <a:pt x="234" y="834"/>
                    <a:pt x="326" y="876"/>
                    <a:pt x="422" y="876"/>
                  </a:cubicBezTo>
                  <a:cubicBezTo>
                    <a:pt x="518" y="876"/>
                    <a:pt x="618" y="834"/>
                    <a:pt x="701" y="751"/>
                  </a:cubicBezTo>
                  <a:cubicBezTo>
                    <a:pt x="801" y="617"/>
                    <a:pt x="868" y="417"/>
                    <a:pt x="801" y="250"/>
                  </a:cubicBezTo>
                  <a:cubicBezTo>
                    <a:pt x="734" y="83"/>
                    <a:pt x="576" y="0"/>
                    <a:pt x="41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188;p55">
              <a:extLst>
                <a:ext uri="{FF2B5EF4-FFF2-40B4-BE49-F238E27FC236}">
                  <a16:creationId xmlns:a16="http://schemas.microsoft.com/office/drawing/2014/main" id="{E2FE882E-CF17-F22B-B4DD-F71D7E7B3EBC}"/>
                </a:ext>
              </a:extLst>
            </p:cNvPr>
            <p:cNvSpPr/>
            <p:nvPr/>
          </p:nvSpPr>
          <p:spPr>
            <a:xfrm>
              <a:off x="2702100" y="3657225"/>
              <a:ext cx="2195750" cy="108425"/>
            </a:xfrm>
            <a:custGeom>
              <a:avLst/>
              <a:gdLst/>
              <a:ahLst/>
              <a:cxnLst/>
              <a:rect l="l" t="t" r="r" b="b"/>
              <a:pathLst>
                <a:path w="87830" h="4337" extrusionOk="0">
                  <a:moveTo>
                    <a:pt x="1" y="1"/>
                  </a:moveTo>
                  <a:cubicBezTo>
                    <a:pt x="1" y="1"/>
                    <a:pt x="22183" y="4337"/>
                    <a:pt x="43899" y="4337"/>
                  </a:cubicBezTo>
                  <a:cubicBezTo>
                    <a:pt x="65614" y="4337"/>
                    <a:pt x="87830" y="1"/>
                    <a:pt x="878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189;p55">
              <a:extLst>
                <a:ext uri="{FF2B5EF4-FFF2-40B4-BE49-F238E27FC236}">
                  <a16:creationId xmlns:a16="http://schemas.microsoft.com/office/drawing/2014/main" id="{2C1A9DD9-EC6D-C0B6-6CEC-6696B043FC87}"/>
                </a:ext>
              </a:extLst>
            </p:cNvPr>
            <p:cNvSpPr/>
            <p:nvPr/>
          </p:nvSpPr>
          <p:spPr>
            <a:xfrm>
              <a:off x="2168375" y="3935750"/>
              <a:ext cx="3254850" cy="121800"/>
            </a:xfrm>
            <a:custGeom>
              <a:avLst/>
              <a:gdLst/>
              <a:ahLst/>
              <a:cxnLst/>
              <a:rect l="l" t="t" r="r" b="b"/>
              <a:pathLst>
                <a:path w="130194" h="4872" extrusionOk="0">
                  <a:moveTo>
                    <a:pt x="1" y="1"/>
                  </a:moveTo>
                  <a:lnTo>
                    <a:pt x="1" y="4871"/>
                  </a:lnTo>
                  <a:lnTo>
                    <a:pt x="130194" y="4871"/>
                  </a:lnTo>
                  <a:lnTo>
                    <a:pt x="1301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190;p55">
              <a:extLst>
                <a:ext uri="{FF2B5EF4-FFF2-40B4-BE49-F238E27FC236}">
                  <a16:creationId xmlns:a16="http://schemas.microsoft.com/office/drawing/2014/main" id="{60052621-7842-3E98-23C3-AAFBB758DFE0}"/>
                </a:ext>
              </a:extLst>
            </p:cNvPr>
            <p:cNvSpPr/>
            <p:nvPr/>
          </p:nvSpPr>
          <p:spPr>
            <a:xfrm>
              <a:off x="2488625" y="4057525"/>
              <a:ext cx="384450" cy="549575"/>
            </a:xfrm>
            <a:custGeom>
              <a:avLst/>
              <a:gdLst/>
              <a:ahLst/>
              <a:cxnLst/>
              <a:rect l="l" t="t" r="r" b="b"/>
              <a:pathLst>
                <a:path w="15378" h="21983" extrusionOk="0">
                  <a:moveTo>
                    <a:pt x="3469" y="0"/>
                  </a:moveTo>
                  <a:lnTo>
                    <a:pt x="1735" y="10941"/>
                  </a:lnTo>
                  <a:lnTo>
                    <a:pt x="0" y="21982"/>
                  </a:lnTo>
                  <a:lnTo>
                    <a:pt x="4670" y="21982"/>
                  </a:lnTo>
                  <a:lnTo>
                    <a:pt x="10041" y="10941"/>
                  </a:lnTo>
                  <a:lnTo>
                    <a:pt x="1537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191;p55">
              <a:extLst>
                <a:ext uri="{FF2B5EF4-FFF2-40B4-BE49-F238E27FC236}">
                  <a16:creationId xmlns:a16="http://schemas.microsoft.com/office/drawing/2014/main" id="{E55C8B25-B55B-C686-9A3F-893BD0548BFA}"/>
                </a:ext>
              </a:extLst>
            </p:cNvPr>
            <p:cNvSpPr/>
            <p:nvPr/>
          </p:nvSpPr>
          <p:spPr>
            <a:xfrm>
              <a:off x="2548650" y="4057525"/>
              <a:ext cx="325275" cy="165975"/>
            </a:xfrm>
            <a:custGeom>
              <a:avLst/>
              <a:gdLst/>
              <a:ahLst/>
              <a:cxnLst/>
              <a:rect l="l" t="t" r="r" b="b"/>
              <a:pathLst>
                <a:path w="13011" h="6639" extrusionOk="0">
                  <a:moveTo>
                    <a:pt x="1068" y="0"/>
                  </a:moveTo>
                  <a:lnTo>
                    <a:pt x="1" y="6638"/>
                  </a:lnTo>
                  <a:lnTo>
                    <a:pt x="9741" y="6638"/>
                  </a:lnTo>
                  <a:lnTo>
                    <a:pt x="130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192;p55">
              <a:extLst>
                <a:ext uri="{FF2B5EF4-FFF2-40B4-BE49-F238E27FC236}">
                  <a16:creationId xmlns:a16="http://schemas.microsoft.com/office/drawing/2014/main" id="{700C2251-F119-DC34-8D19-303BEA37D09E}"/>
                </a:ext>
              </a:extLst>
            </p:cNvPr>
            <p:cNvSpPr/>
            <p:nvPr/>
          </p:nvSpPr>
          <p:spPr>
            <a:xfrm>
              <a:off x="4668500" y="4057525"/>
              <a:ext cx="385300" cy="549575"/>
            </a:xfrm>
            <a:custGeom>
              <a:avLst/>
              <a:gdLst/>
              <a:ahLst/>
              <a:cxnLst/>
              <a:rect l="l" t="t" r="r" b="b"/>
              <a:pathLst>
                <a:path w="15412" h="21983" extrusionOk="0">
                  <a:moveTo>
                    <a:pt x="1" y="0"/>
                  </a:moveTo>
                  <a:lnTo>
                    <a:pt x="5371" y="10941"/>
                  </a:lnTo>
                  <a:lnTo>
                    <a:pt x="10742" y="21982"/>
                  </a:lnTo>
                  <a:lnTo>
                    <a:pt x="15412" y="21982"/>
                  </a:lnTo>
                  <a:lnTo>
                    <a:pt x="13677" y="10941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193;p55">
              <a:extLst>
                <a:ext uri="{FF2B5EF4-FFF2-40B4-BE49-F238E27FC236}">
                  <a16:creationId xmlns:a16="http://schemas.microsoft.com/office/drawing/2014/main" id="{834ECB29-5503-46B5-D69E-73097622F12A}"/>
                </a:ext>
              </a:extLst>
            </p:cNvPr>
            <p:cNvSpPr/>
            <p:nvPr/>
          </p:nvSpPr>
          <p:spPr>
            <a:xfrm>
              <a:off x="4668500" y="4057525"/>
              <a:ext cx="325250" cy="165975"/>
            </a:xfrm>
            <a:custGeom>
              <a:avLst/>
              <a:gdLst/>
              <a:ahLst/>
              <a:cxnLst/>
              <a:rect l="l" t="t" r="r" b="b"/>
              <a:pathLst>
                <a:path w="13010" h="6639" extrusionOk="0">
                  <a:moveTo>
                    <a:pt x="1" y="0"/>
                  </a:moveTo>
                  <a:lnTo>
                    <a:pt x="3270" y="6638"/>
                  </a:lnTo>
                  <a:lnTo>
                    <a:pt x="13010" y="6638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194;p55">
              <a:extLst>
                <a:ext uri="{FF2B5EF4-FFF2-40B4-BE49-F238E27FC236}">
                  <a16:creationId xmlns:a16="http://schemas.microsoft.com/office/drawing/2014/main" id="{0BB74AD4-D56C-799C-36D7-94B64DEE89E5}"/>
                </a:ext>
              </a:extLst>
            </p:cNvPr>
            <p:cNvSpPr/>
            <p:nvPr/>
          </p:nvSpPr>
          <p:spPr>
            <a:xfrm>
              <a:off x="3845425" y="2748225"/>
              <a:ext cx="1244525" cy="767600"/>
            </a:xfrm>
            <a:custGeom>
              <a:avLst/>
              <a:gdLst/>
              <a:ahLst/>
              <a:cxnLst/>
              <a:rect l="l" t="t" r="r" b="b"/>
              <a:pathLst>
                <a:path w="49781" h="30704" extrusionOk="0">
                  <a:moveTo>
                    <a:pt x="27216" y="1"/>
                  </a:moveTo>
                  <a:cubicBezTo>
                    <a:pt x="26960" y="1"/>
                    <a:pt x="17913" y="6439"/>
                    <a:pt x="17913" y="6439"/>
                  </a:cubicBezTo>
                  <a:cubicBezTo>
                    <a:pt x="17890" y="6471"/>
                    <a:pt x="17797" y="6486"/>
                    <a:pt x="17644" y="6486"/>
                  </a:cubicBezTo>
                  <a:cubicBezTo>
                    <a:pt x="15398" y="6486"/>
                    <a:pt x="167" y="3270"/>
                    <a:pt x="167" y="3270"/>
                  </a:cubicBezTo>
                  <a:lnTo>
                    <a:pt x="0" y="24252"/>
                  </a:lnTo>
                  <a:lnTo>
                    <a:pt x="31656" y="23551"/>
                  </a:lnTo>
                  <a:cubicBezTo>
                    <a:pt x="31656" y="23551"/>
                    <a:pt x="35926" y="26053"/>
                    <a:pt x="39829" y="28121"/>
                  </a:cubicBezTo>
                  <a:cubicBezTo>
                    <a:pt x="42230" y="29389"/>
                    <a:pt x="44365" y="30456"/>
                    <a:pt x="44966" y="30623"/>
                  </a:cubicBezTo>
                  <a:cubicBezTo>
                    <a:pt x="45185" y="30678"/>
                    <a:pt x="45436" y="30703"/>
                    <a:pt x="45704" y="30703"/>
                  </a:cubicBezTo>
                  <a:cubicBezTo>
                    <a:pt x="47394" y="30703"/>
                    <a:pt x="49781" y="29696"/>
                    <a:pt x="49435" y="28688"/>
                  </a:cubicBezTo>
                  <a:cubicBezTo>
                    <a:pt x="49069" y="27554"/>
                    <a:pt x="28621" y="535"/>
                    <a:pt x="27220" y="1"/>
                  </a:cubicBezTo>
                  <a:cubicBezTo>
                    <a:pt x="27219" y="1"/>
                    <a:pt x="27218" y="1"/>
                    <a:pt x="27216" y="1"/>
                  </a:cubicBez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195;p55">
              <a:extLst>
                <a:ext uri="{FF2B5EF4-FFF2-40B4-BE49-F238E27FC236}">
                  <a16:creationId xmlns:a16="http://schemas.microsoft.com/office/drawing/2014/main" id="{BF4295FF-A986-5E82-93EA-6F61C001F87E}"/>
                </a:ext>
              </a:extLst>
            </p:cNvPr>
            <p:cNvSpPr/>
            <p:nvPr/>
          </p:nvSpPr>
          <p:spPr>
            <a:xfrm>
              <a:off x="4184825" y="2748225"/>
              <a:ext cx="905125" cy="767600"/>
            </a:xfrm>
            <a:custGeom>
              <a:avLst/>
              <a:gdLst/>
              <a:ahLst/>
              <a:cxnLst/>
              <a:rect l="l" t="t" r="r" b="b"/>
              <a:pathLst>
                <a:path w="36205" h="30704" extrusionOk="0">
                  <a:moveTo>
                    <a:pt x="13640" y="1"/>
                  </a:moveTo>
                  <a:cubicBezTo>
                    <a:pt x="13384" y="1"/>
                    <a:pt x="4337" y="6439"/>
                    <a:pt x="4337" y="6439"/>
                  </a:cubicBezTo>
                  <a:cubicBezTo>
                    <a:pt x="4316" y="6474"/>
                    <a:pt x="4223" y="6490"/>
                    <a:pt x="4065" y="6490"/>
                  </a:cubicBezTo>
                  <a:cubicBezTo>
                    <a:pt x="3463" y="6490"/>
                    <a:pt x="1931" y="6256"/>
                    <a:pt x="1" y="5939"/>
                  </a:cubicBezTo>
                  <a:lnTo>
                    <a:pt x="1" y="5939"/>
                  </a:lnTo>
                  <a:lnTo>
                    <a:pt x="11042" y="23718"/>
                  </a:lnTo>
                  <a:lnTo>
                    <a:pt x="18080" y="23551"/>
                  </a:lnTo>
                  <a:cubicBezTo>
                    <a:pt x="18080" y="23551"/>
                    <a:pt x="22350" y="26087"/>
                    <a:pt x="26286" y="28121"/>
                  </a:cubicBezTo>
                  <a:cubicBezTo>
                    <a:pt x="28688" y="29389"/>
                    <a:pt x="30789" y="30456"/>
                    <a:pt x="31423" y="30623"/>
                  </a:cubicBezTo>
                  <a:cubicBezTo>
                    <a:pt x="31638" y="30678"/>
                    <a:pt x="31885" y="30703"/>
                    <a:pt x="32150" y="30703"/>
                  </a:cubicBezTo>
                  <a:cubicBezTo>
                    <a:pt x="33818" y="30703"/>
                    <a:pt x="36205" y="29696"/>
                    <a:pt x="35859" y="28688"/>
                  </a:cubicBezTo>
                  <a:cubicBezTo>
                    <a:pt x="35493" y="27521"/>
                    <a:pt x="15045" y="535"/>
                    <a:pt x="13644" y="1"/>
                  </a:cubicBezTo>
                  <a:cubicBezTo>
                    <a:pt x="13643" y="1"/>
                    <a:pt x="13642" y="1"/>
                    <a:pt x="13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196;p55">
              <a:extLst>
                <a:ext uri="{FF2B5EF4-FFF2-40B4-BE49-F238E27FC236}">
                  <a16:creationId xmlns:a16="http://schemas.microsoft.com/office/drawing/2014/main" id="{9DE2D9D3-3DAB-ED49-A33D-75FA70CB21B7}"/>
                </a:ext>
              </a:extLst>
            </p:cNvPr>
            <p:cNvSpPr/>
            <p:nvPr/>
          </p:nvSpPr>
          <p:spPr>
            <a:xfrm>
              <a:off x="4293225" y="2748725"/>
              <a:ext cx="801800" cy="770350"/>
            </a:xfrm>
            <a:custGeom>
              <a:avLst/>
              <a:gdLst/>
              <a:ahLst/>
              <a:cxnLst/>
              <a:rect l="l" t="t" r="r" b="b"/>
              <a:pathLst>
                <a:path w="32072" h="30814" extrusionOk="0">
                  <a:moveTo>
                    <a:pt x="9260" y="1"/>
                  </a:moveTo>
                  <a:cubicBezTo>
                    <a:pt x="8455" y="1"/>
                    <a:pt x="4167" y="2702"/>
                    <a:pt x="1" y="6419"/>
                  </a:cubicBezTo>
                  <a:lnTo>
                    <a:pt x="13277" y="23832"/>
                  </a:lnTo>
                  <a:cubicBezTo>
                    <a:pt x="13277" y="23832"/>
                    <a:pt x="25519" y="30303"/>
                    <a:pt x="27154" y="30737"/>
                  </a:cubicBezTo>
                  <a:cubicBezTo>
                    <a:pt x="27368" y="30789"/>
                    <a:pt x="27612" y="30813"/>
                    <a:pt x="27873" y="30813"/>
                  </a:cubicBezTo>
                  <a:cubicBezTo>
                    <a:pt x="29599" y="30813"/>
                    <a:pt x="32071" y="29745"/>
                    <a:pt x="31724" y="28702"/>
                  </a:cubicBezTo>
                  <a:cubicBezTo>
                    <a:pt x="31290" y="27534"/>
                    <a:pt x="10775" y="548"/>
                    <a:pt x="9341" y="15"/>
                  </a:cubicBezTo>
                  <a:cubicBezTo>
                    <a:pt x="9320" y="5"/>
                    <a:pt x="9293" y="1"/>
                    <a:pt x="9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197;p55">
              <a:extLst>
                <a:ext uri="{FF2B5EF4-FFF2-40B4-BE49-F238E27FC236}">
                  <a16:creationId xmlns:a16="http://schemas.microsoft.com/office/drawing/2014/main" id="{BFD17DF6-A3A6-5AB9-E631-352113C20F04}"/>
                </a:ext>
              </a:extLst>
            </p:cNvPr>
            <p:cNvSpPr/>
            <p:nvPr/>
          </p:nvSpPr>
          <p:spPr>
            <a:xfrm>
              <a:off x="4535425" y="2792725"/>
              <a:ext cx="519375" cy="686275"/>
            </a:xfrm>
            <a:custGeom>
              <a:avLst/>
              <a:gdLst/>
              <a:ahLst/>
              <a:cxnLst/>
              <a:rect l="l" t="t" r="r" b="b"/>
              <a:pathLst>
                <a:path w="20775" h="27451" extrusionOk="0">
                  <a:moveTo>
                    <a:pt x="17" y="1"/>
                  </a:moveTo>
                  <a:cubicBezTo>
                    <a:pt x="4" y="1"/>
                    <a:pt x="0" y="17"/>
                    <a:pt x="20" y="56"/>
                  </a:cubicBezTo>
                  <a:cubicBezTo>
                    <a:pt x="3189" y="4693"/>
                    <a:pt x="17099" y="22939"/>
                    <a:pt x="20668" y="27375"/>
                  </a:cubicBezTo>
                  <a:cubicBezTo>
                    <a:pt x="20695" y="27429"/>
                    <a:pt x="20721" y="27450"/>
                    <a:pt x="20740" y="27450"/>
                  </a:cubicBezTo>
                  <a:cubicBezTo>
                    <a:pt x="20767" y="27450"/>
                    <a:pt x="20775" y="27402"/>
                    <a:pt x="20735" y="27342"/>
                  </a:cubicBezTo>
                  <a:cubicBezTo>
                    <a:pt x="17432" y="22705"/>
                    <a:pt x="3656" y="4359"/>
                    <a:pt x="53" y="22"/>
                  </a:cubicBezTo>
                  <a:cubicBezTo>
                    <a:pt x="39" y="9"/>
                    <a:pt x="26" y="1"/>
                    <a:pt x="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198;p55">
              <a:extLst>
                <a:ext uri="{FF2B5EF4-FFF2-40B4-BE49-F238E27FC236}">
                  <a16:creationId xmlns:a16="http://schemas.microsoft.com/office/drawing/2014/main" id="{CCDBA19C-E493-01CF-E0D2-86F9C7EE23A6}"/>
                </a:ext>
              </a:extLst>
            </p:cNvPr>
            <p:cNvSpPr/>
            <p:nvPr/>
          </p:nvSpPr>
          <p:spPr>
            <a:xfrm>
              <a:off x="4886150" y="3332000"/>
              <a:ext cx="47575" cy="160350"/>
            </a:xfrm>
            <a:custGeom>
              <a:avLst/>
              <a:gdLst/>
              <a:ahLst/>
              <a:cxnLst/>
              <a:rect l="l" t="t" r="r" b="b"/>
              <a:pathLst>
                <a:path w="1903" h="6414" extrusionOk="0">
                  <a:moveTo>
                    <a:pt x="1836" y="0"/>
                  </a:moveTo>
                  <a:cubicBezTo>
                    <a:pt x="935" y="701"/>
                    <a:pt x="334" y="1701"/>
                    <a:pt x="168" y="2836"/>
                  </a:cubicBezTo>
                  <a:cubicBezTo>
                    <a:pt x="1" y="4103"/>
                    <a:pt x="334" y="5404"/>
                    <a:pt x="1135" y="6405"/>
                  </a:cubicBezTo>
                  <a:cubicBezTo>
                    <a:pt x="1141" y="6411"/>
                    <a:pt x="1149" y="6414"/>
                    <a:pt x="1157" y="6414"/>
                  </a:cubicBezTo>
                  <a:cubicBezTo>
                    <a:pt x="1190" y="6414"/>
                    <a:pt x="1229" y="6365"/>
                    <a:pt x="1202" y="6338"/>
                  </a:cubicBezTo>
                  <a:cubicBezTo>
                    <a:pt x="1" y="4337"/>
                    <a:pt x="268" y="1768"/>
                    <a:pt x="1869" y="34"/>
                  </a:cubicBezTo>
                  <a:cubicBezTo>
                    <a:pt x="1902" y="34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199;p55">
              <a:extLst>
                <a:ext uri="{FF2B5EF4-FFF2-40B4-BE49-F238E27FC236}">
                  <a16:creationId xmlns:a16="http://schemas.microsoft.com/office/drawing/2014/main" id="{19631EB4-7462-8B0A-9083-FCC8338126FA}"/>
                </a:ext>
              </a:extLst>
            </p:cNvPr>
            <p:cNvSpPr/>
            <p:nvPr/>
          </p:nvSpPr>
          <p:spPr>
            <a:xfrm>
              <a:off x="4604300" y="3203725"/>
              <a:ext cx="66250" cy="168500"/>
            </a:xfrm>
            <a:custGeom>
              <a:avLst/>
              <a:gdLst/>
              <a:ahLst/>
              <a:cxnLst/>
              <a:rect l="l" t="t" r="r" b="b"/>
              <a:pathLst>
                <a:path w="2650" h="6740" extrusionOk="0">
                  <a:moveTo>
                    <a:pt x="701" y="1"/>
                  </a:moveTo>
                  <a:cubicBezTo>
                    <a:pt x="674" y="1"/>
                    <a:pt x="648" y="19"/>
                    <a:pt x="634" y="61"/>
                  </a:cubicBezTo>
                  <a:cubicBezTo>
                    <a:pt x="0" y="2329"/>
                    <a:pt x="968" y="4898"/>
                    <a:pt x="2369" y="6699"/>
                  </a:cubicBezTo>
                  <a:cubicBezTo>
                    <a:pt x="2397" y="6727"/>
                    <a:pt x="2433" y="6740"/>
                    <a:pt x="2469" y="6740"/>
                  </a:cubicBezTo>
                  <a:cubicBezTo>
                    <a:pt x="2561" y="6740"/>
                    <a:pt x="2650" y="6661"/>
                    <a:pt x="2602" y="6566"/>
                  </a:cubicBezTo>
                  <a:cubicBezTo>
                    <a:pt x="1768" y="4464"/>
                    <a:pt x="1168" y="2296"/>
                    <a:pt x="801" y="94"/>
                  </a:cubicBezTo>
                  <a:cubicBezTo>
                    <a:pt x="781" y="36"/>
                    <a:pt x="739" y="1"/>
                    <a:pt x="7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200;p55">
              <a:extLst>
                <a:ext uri="{FF2B5EF4-FFF2-40B4-BE49-F238E27FC236}">
                  <a16:creationId xmlns:a16="http://schemas.microsoft.com/office/drawing/2014/main" id="{F1F3484A-9A23-FE55-B34C-50149F574C79}"/>
                </a:ext>
              </a:extLst>
            </p:cNvPr>
            <p:cNvSpPr/>
            <p:nvPr/>
          </p:nvSpPr>
          <p:spPr>
            <a:xfrm>
              <a:off x="4644325" y="3228675"/>
              <a:ext cx="66200" cy="168275"/>
            </a:xfrm>
            <a:custGeom>
              <a:avLst/>
              <a:gdLst/>
              <a:ahLst/>
              <a:cxnLst/>
              <a:rect l="l" t="t" r="r" b="b"/>
              <a:pathLst>
                <a:path w="2648" h="6731" extrusionOk="0">
                  <a:moveTo>
                    <a:pt x="691" y="1"/>
                  </a:moveTo>
                  <a:cubicBezTo>
                    <a:pt x="661" y="1"/>
                    <a:pt x="634" y="19"/>
                    <a:pt x="634" y="64"/>
                  </a:cubicBezTo>
                  <a:cubicBezTo>
                    <a:pt x="0" y="2299"/>
                    <a:pt x="968" y="4867"/>
                    <a:pt x="2369" y="6668"/>
                  </a:cubicBezTo>
                  <a:cubicBezTo>
                    <a:pt x="2390" y="6712"/>
                    <a:pt x="2429" y="6730"/>
                    <a:pt x="2470" y="6730"/>
                  </a:cubicBezTo>
                  <a:cubicBezTo>
                    <a:pt x="2555" y="6730"/>
                    <a:pt x="2647" y="6648"/>
                    <a:pt x="2602" y="6535"/>
                  </a:cubicBezTo>
                  <a:cubicBezTo>
                    <a:pt x="1768" y="4467"/>
                    <a:pt x="1168" y="2299"/>
                    <a:pt x="768" y="64"/>
                  </a:cubicBezTo>
                  <a:cubicBezTo>
                    <a:pt x="768" y="27"/>
                    <a:pt x="727" y="1"/>
                    <a:pt x="69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201;p55">
              <a:extLst>
                <a:ext uri="{FF2B5EF4-FFF2-40B4-BE49-F238E27FC236}">
                  <a16:creationId xmlns:a16="http://schemas.microsoft.com/office/drawing/2014/main" id="{3CB36EDB-167A-E0B0-D7FE-320FBB446F2E}"/>
                </a:ext>
              </a:extLst>
            </p:cNvPr>
            <p:cNvSpPr/>
            <p:nvPr/>
          </p:nvSpPr>
          <p:spPr>
            <a:xfrm>
              <a:off x="4684350" y="3252925"/>
              <a:ext cx="67075" cy="168875"/>
            </a:xfrm>
            <a:custGeom>
              <a:avLst/>
              <a:gdLst/>
              <a:ahLst/>
              <a:cxnLst/>
              <a:rect l="l" t="t" r="r" b="b"/>
              <a:pathLst>
                <a:path w="2683" h="6755" extrusionOk="0">
                  <a:moveTo>
                    <a:pt x="712" y="1"/>
                  </a:moveTo>
                  <a:cubicBezTo>
                    <a:pt x="680" y="1"/>
                    <a:pt x="648" y="19"/>
                    <a:pt x="634" y="61"/>
                  </a:cubicBezTo>
                  <a:cubicBezTo>
                    <a:pt x="0" y="2329"/>
                    <a:pt x="968" y="4898"/>
                    <a:pt x="2369" y="6699"/>
                  </a:cubicBezTo>
                  <a:cubicBezTo>
                    <a:pt x="2398" y="6738"/>
                    <a:pt x="2439" y="6754"/>
                    <a:pt x="2480" y="6754"/>
                  </a:cubicBezTo>
                  <a:cubicBezTo>
                    <a:pt x="2580" y="6754"/>
                    <a:pt x="2683" y="6660"/>
                    <a:pt x="2636" y="6566"/>
                  </a:cubicBezTo>
                  <a:cubicBezTo>
                    <a:pt x="1802" y="4464"/>
                    <a:pt x="1168" y="2296"/>
                    <a:pt x="801" y="94"/>
                  </a:cubicBezTo>
                  <a:cubicBezTo>
                    <a:pt x="801" y="36"/>
                    <a:pt x="756" y="1"/>
                    <a:pt x="71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202;p55">
              <a:extLst>
                <a:ext uri="{FF2B5EF4-FFF2-40B4-BE49-F238E27FC236}">
                  <a16:creationId xmlns:a16="http://schemas.microsoft.com/office/drawing/2014/main" id="{728D961F-F779-D7C5-83C8-AE8A5C2FBA19}"/>
                </a:ext>
              </a:extLst>
            </p:cNvPr>
            <p:cNvSpPr/>
            <p:nvPr/>
          </p:nvSpPr>
          <p:spPr>
            <a:xfrm>
              <a:off x="4725200" y="3277725"/>
              <a:ext cx="66200" cy="168425"/>
            </a:xfrm>
            <a:custGeom>
              <a:avLst/>
              <a:gdLst/>
              <a:ahLst/>
              <a:cxnLst/>
              <a:rect l="l" t="t" r="r" b="b"/>
              <a:pathLst>
                <a:path w="2648" h="6737" extrusionOk="0">
                  <a:moveTo>
                    <a:pt x="678" y="0"/>
                  </a:moveTo>
                  <a:cubicBezTo>
                    <a:pt x="654" y="0"/>
                    <a:pt x="635" y="11"/>
                    <a:pt x="635" y="36"/>
                  </a:cubicBezTo>
                  <a:cubicBezTo>
                    <a:pt x="1" y="2305"/>
                    <a:pt x="935" y="4907"/>
                    <a:pt x="2369" y="6674"/>
                  </a:cubicBezTo>
                  <a:cubicBezTo>
                    <a:pt x="2391" y="6718"/>
                    <a:pt x="2430" y="6736"/>
                    <a:pt x="2470" y="6736"/>
                  </a:cubicBezTo>
                  <a:cubicBezTo>
                    <a:pt x="2556" y="6736"/>
                    <a:pt x="2648" y="6654"/>
                    <a:pt x="2603" y="6541"/>
                  </a:cubicBezTo>
                  <a:cubicBezTo>
                    <a:pt x="1769" y="4473"/>
                    <a:pt x="1135" y="2305"/>
                    <a:pt x="768" y="70"/>
                  </a:cubicBezTo>
                  <a:cubicBezTo>
                    <a:pt x="768" y="29"/>
                    <a:pt x="717" y="0"/>
                    <a:pt x="6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203;p55">
              <a:extLst>
                <a:ext uri="{FF2B5EF4-FFF2-40B4-BE49-F238E27FC236}">
                  <a16:creationId xmlns:a16="http://schemas.microsoft.com/office/drawing/2014/main" id="{EA02C7C9-43AB-8B47-A133-019BA39FA89B}"/>
                </a:ext>
              </a:extLst>
            </p:cNvPr>
            <p:cNvSpPr/>
            <p:nvPr/>
          </p:nvSpPr>
          <p:spPr>
            <a:xfrm>
              <a:off x="4421950" y="2824825"/>
              <a:ext cx="135325" cy="98825"/>
            </a:xfrm>
            <a:custGeom>
              <a:avLst/>
              <a:gdLst/>
              <a:ahLst/>
              <a:cxnLst/>
              <a:rect l="l" t="t" r="r" b="b"/>
              <a:pathLst>
                <a:path w="5413" h="3953" extrusionOk="0">
                  <a:moveTo>
                    <a:pt x="2826" y="1"/>
                  </a:moveTo>
                  <a:cubicBezTo>
                    <a:pt x="1396" y="1"/>
                    <a:pt x="0" y="1686"/>
                    <a:pt x="1123" y="3175"/>
                  </a:cubicBezTo>
                  <a:cubicBezTo>
                    <a:pt x="1546" y="3724"/>
                    <a:pt x="2084" y="3953"/>
                    <a:pt x="2613" y="3953"/>
                  </a:cubicBezTo>
                  <a:cubicBezTo>
                    <a:pt x="4044" y="3953"/>
                    <a:pt x="5412" y="2283"/>
                    <a:pt x="4292" y="773"/>
                  </a:cubicBezTo>
                  <a:cubicBezTo>
                    <a:pt x="3880" y="227"/>
                    <a:pt x="3351" y="1"/>
                    <a:pt x="28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204;p55">
              <a:extLst>
                <a:ext uri="{FF2B5EF4-FFF2-40B4-BE49-F238E27FC236}">
                  <a16:creationId xmlns:a16="http://schemas.microsoft.com/office/drawing/2014/main" id="{F1F7F9E7-B7CD-EB9A-EE9F-032432ADA108}"/>
                </a:ext>
              </a:extLst>
            </p:cNvPr>
            <p:cNvSpPr/>
            <p:nvPr/>
          </p:nvSpPr>
          <p:spPr>
            <a:xfrm>
              <a:off x="4540075" y="3301825"/>
              <a:ext cx="115950" cy="211400"/>
            </a:xfrm>
            <a:custGeom>
              <a:avLst/>
              <a:gdLst/>
              <a:ahLst/>
              <a:cxnLst/>
              <a:rect l="l" t="t" r="r" b="b"/>
              <a:pathLst>
                <a:path w="4638" h="8456" extrusionOk="0">
                  <a:moveTo>
                    <a:pt x="3670" y="340"/>
                  </a:moveTo>
                  <a:cubicBezTo>
                    <a:pt x="3670" y="1307"/>
                    <a:pt x="3737" y="2275"/>
                    <a:pt x="3737" y="3275"/>
                  </a:cubicBezTo>
                  <a:cubicBezTo>
                    <a:pt x="3770" y="4410"/>
                    <a:pt x="3870" y="6745"/>
                    <a:pt x="2703" y="7478"/>
                  </a:cubicBezTo>
                  <a:cubicBezTo>
                    <a:pt x="2331" y="7709"/>
                    <a:pt x="2029" y="7806"/>
                    <a:pt x="1785" y="7806"/>
                  </a:cubicBezTo>
                  <a:cubicBezTo>
                    <a:pt x="654" y="7806"/>
                    <a:pt x="788" y="5696"/>
                    <a:pt x="1035" y="5010"/>
                  </a:cubicBezTo>
                  <a:cubicBezTo>
                    <a:pt x="1235" y="4443"/>
                    <a:pt x="1502" y="3943"/>
                    <a:pt x="1769" y="3409"/>
                  </a:cubicBezTo>
                  <a:cubicBezTo>
                    <a:pt x="2336" y="2375"/>
                    <a:pt x="3003" y="1341"/>
                    <a:pt x="3670" y="340"/>
                  </a:cubicBezTo>
                  <a:close/>
                  <a:moveTo>
                    <a:pt x="3974" y="0"/>
                  </a:moveTo>
                  <a:cubicBezTo>
                    <a:pt x="3929" y="0"/>
                    <a:pt x="3881" y="13"/>
                    <a:pt x="3837" y="40"/>
                  </a:cubicBezTo>
                  <a:cubicBezTo>
                    <a:pt x="3820" y="23"/>
                    <a:pt x="3803" y="15"/>
                    <a:pt x="3787" y="15"/>
                  </a:cubicBezTo>
                  <a:cubicBezTo>
                    <a:pt x="3770" y="15"/>
                    <a:pt x="3753" y="23"/>
                    <a:pt x="3737" y="40"/>
                  </a:cubicBezTo>
                  <a:cubicBezTo>
                    <a:pt x="2169" y="1407"/>
                    <a:pt x="1001" y="3209"/>
                    <a:pt x="334" y="5210"/>
                  </a:cubicBezTo>
                  <a:cubicBezTo>
                    <a:pt x="1" y="6378"/>
                    <a:pt x="134" y="8079"/>
                    <a:pt x="1602" y="8412"/>
                  </a:cubicBezTo>
                  <a:cubicBezTo>
                    <a:pt x="1735" y="8442"/>
                    <a:pt x="1863" y="8455"/>
                    <a:pt x="1986" y="8455"/>
                  </a:cubicBezTo>
                  <a:cubicBezTo>
                    <a:pt x="3133" y="8455"/>
                    <a:pt x="3866" y="7268"/>
                    <a:pt x="4137" y="6244"/>
                  </a:cubicBezTo>
                  <a:cubicBezTo>
                    <a:pt x="4637" y="4309"/>
                    <a:pt x="4304" y="2208"/>
                    <a:pt x="4204" y="240"/>
                  </a:cubicBezTo>
                  <a:cubicBezTo>
                    <a:pt x="4204" y="93"/>
                    <a:pt x="4096" y="0"/>
                    <a:pt x="397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205;p55">
              <a:extLst>
                <a:ext uri="{FF2B5EF4-FFF2-40B4-BE49-F238E27FC236}">
                  <a16:creationId xmlns:a16="http://schemas.microsoft.com/office/drawing/2014/main" id="{02CB00A9-B34C-75F5-968E-485F6999F2C8}"/>
                </a:ext>
              </a:extLst>
            </p:cNvPr>
            <p:cNvSpPr/>
            <p:nvPr/>
          </p:nvSpPr>
          <p:spPr>
            <a:xfrm>
              <a:off x="4455025" y="3151425"/>
              <a:ext cx="191000" cy="163925"/>
            </a:xfrm>
            <a:custGeom>
              <a:avLst/>
              <a:gdLst/>
              <a:ahLst/>
              <a:cxnLst/>
              <a:rect l="l" t="t" r="r" b="b"/>
              <a:pathLst>
                <a:path w="7640" h="6557" extrusionOk="0">
                  <a:moveTo>
                    <a:pt x="2436" y="717"/>
                  </a:moveTo>
                  <a:cubicBezTo>
                    <a:pt x="2469" y="717"/>
                    <a:pt x="2502" y="718"/>
                    <a:pt x="2535" y="719"/>
                  </a:cubicBezTo>
                  <a:cubicBezTo>
                    <a:pt x="3903" y="719"/>
                    <a:pt x="5004" y="2787"/>
                    <a:pt x="5604" y="3787"/>
                  </a:cubicBezTo>
                  <a:cubicBezTo>
                    <a:pt x="6071" y="4621"/>
                    <a:pt x="6505" y="5489"/>
                    <a:pt x="7039" y="6289"/>
                  </a:cubicBezTo>
                  <a:cubicBezTo>
                    <a:pt x="5938" y="5789"/>
                    <a:pt x="4870" y="5255"/>
                    <a:pt x="3803" y="4655"/>
                  </a:cubicBezTo>
                  <a:cubicBezTo>
                    <a:pt x="3303" y="4355"/>
                    <a:pt x="2836" y="4021"/>
                    <a:pt x="2369" y="3654"/>
                  </a:cubicBezTo>
                  <a:cubicBezTo>
                    <a:pt x="1678" y="3095"/>
                    <a:pt x="78" y="717"/>
                    <a:pt x="2436" y="717"/>
                  </a:cubicBezTo>
                  <a:close/>
                  <a:moveTo>
                    <a:pt x="2253" y="0"/>
                  </a:moveTo>
                  <a:cubicBezTo>
                    <a:pt x="1846" y="0"/>
                    <a:pt x="1447" y="139"/>
                    <a:pt x="1101" y="485"/>
                  </a:cubicBezTo>
                  <a:cubicBezTo>
                    <a:pt x="0" y="1519"/>
                    <a:pt x="801" y="3054"/>
                    <a:pt x="1701" y="3888"/>
                  </a:cubicBezTo>
                  <a:cubicBezTo>
                    <a:pt x="3269" y="5222"/>
                    <a:pt x="5204" y="6156"/>
                    <a:pt x="7239" y="6556"/>
                  </a:cubicBezTo>
                  <a:cubicBezTo>
                    <a:pt x="7305" y="6556"/>
                    <a:pt x="7339" y="6523"/>
                    <a:pt x="7339" y="6489"/>
                  </a:cubicBezTo>
                  <a:cubicBezTo>
                    <a:pt x="7506" y="6489"/>
                    <a:pt x="7639" y="6289"/>
                    <a:pt x="7539" y="6122"/>
                  </a:cubicBezTo>
                  <a:cubicBezTo>
                    <a:pt x="6605" y="4388"/>
                    <a:pt x="5838" y="2420"/>
                    <a:pt x="4370" y="1019"/>
                  </a:cubicBezTo>
                  <a:cubicBezTo>
                    <a:pt x="3825" y="495"/>
                    <a:pt x="3023" y="0"/>
                    <a:pt x="225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206;p55">
              <a:extLst>
                <a:ext uri="{FF2B5EF4-FFF2-40B4-BE49-F238E27FC236}">
                  <a16:creationId xmlns:a16="http://schemas.microsoft.com/office/drawing/2014/main" id="{4EADF571-9DE7-C9B7-F84C-427DE38744E8}"/>
                </a:ext>
              </a:extLst>
            </p:cNvPr>
            <p:cNvSpPr/>
            <p:nvPr/>
          </p:nvSpPr>
          <p:spPr>
            <a:xfrm>
              <a:off x="2413550" y="2546125"/>
              <a:ext cx="2026475" cy="840550"/>
            </a:xfrm>
            <a:custGeom>
              <a:avLst/>
              <a:gdLst/>
              <a:ahLst/>
              <a:cxnLst/>
              <a:rect l="l" t="t" r="r" b="b"/>
              <a:pathLst>
                <a:path w="81059" h="33622" extrusionOk="0">
                  <a:moveTo>
                    <a:pt x="21636" y="0"/>
                  </a:moveTo>
                  <a:cubicBezTo>
                    <a:pt x="19557" y="0"/>
                    <a:pt x="17477" y="200"/>
                    <a:pt x="15479" y="680"/>
                  </a:cubicBezTo>
                  <a:cubicBezTo>
                    <a:pt x="1736" y="3949"/>
                    <a:pt x="1" y="21195"/>
                    <a:pt x="10242" y="27299"/>
                  </a:cubicBezTo>
                  <a:cubicBezTo>
                    <a:pt x="19603" y="32844"/>
                    <a:pt x="52165" y="33621"/>
                    <a:pt x="69688" y="33621"/>
                  </a:cubicBezTo>
                  <a:cubicBezTo>
                    <a:pt x="76515" y="33621"/>
                    <a:pt x="81059" y="33503"/>
                    <a:pt x="81059" y="33503"/>
                  </a:cubicBezTo>
                  <a:lnTo>
                    <a:pt x="68550" y="12322"/>
                  </a:lnTo>
                  <a:cubicBezTo>
                    <a:pt x="68550" y="12322"/>
                    <a:pt x="63618" y="11286"/>
                    <a:pt x="56483" y="10337"/>
                  </a:cubicBezTo>
                  <a:lnTo>
                    <a:pt x="56483" y="10337"/>
                  </a:lnTo>
                  <a:lnTo>
                    <a:pt x="56508" y="4950"/>
                  </a:lnTo>
                  <a:lnTo>
                    <a:pt x="42298" y="4950"/>
                  </a:lnTo>
                  <a:cubicBezTo>
                    <a:pt x="42298" y="4950"/>
                    <a:pt x="31982" y="0"/>
                    <a:pt x="216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207;p55">
              <a:extLst>
                <a:ext uri="{FF2B5EF4-FFF2-40B4-BE49-F238E27FC236}">
                  <a16:creationId xmlns:a16="http://schemas.microsoft.com/office/drawing/2014/main" id="{520548E2-F7D2-4F9C-1C0E-0319A9FD1120}"/>
                </a:ext>
              </a:extLst>
            </p:cNvPr>
            <p:cNvSpPr/>
            <p:nvPr/>
          </p:nvSpPr>
          <p:spPr>
            <a:xfrm>
              <a:off x="2993150" y="2735725"/>
              <a:ext cx="1155850" cy="155150"/>
            </a:xfrm>
            <a:custGeom>
              <a:avLst/>
              <a:gdLst/>
              <a:ahLst/>
              <a:cxnLst/>
              <a:rect l="l" t="t" r="r" b="b"/>
              <a:pathLst>
                <a:path w="46234" h="6206" extrusionOk="0">
                  <a:moveTo>
                    <a:pt x="1635" y="1"/>
                  </a:moveTo>
                  <a:cubicBezTo>
                    <a:pt x="1601" y="1"/>
                    <a:pt x="1601" y="68"/>
                    <a:pt x="1635" y="68"/>
                  </a:cubicBezTo>
                  <a:cubicBezTo>
                    <a:pt x="2469" y="268"/>
                    <a:pt x="3269" y="501"/>
                    <a:pt x="4070" y="668"/>
                  </a:cubicBezTo>
                  <a:cubicBezTo>
                    <a:pt x="4337" y="735"/>
                    <a:pt x="4570" y="768"/>
                    <a:pt x="4804" y="835"/>
                  </a:cubicBezTo>
                  <a:cubicBezTo>
                    <a:pt x="3202" y="901"/>
                    <a:pt x="1635" y="1035"/>
                    <a:pt x="34" y="1168"/>
                  </a:cubicBezTo>
                  <a:cubicBezTo>
                    <a:pt x="0" y="1168"/>
                    <a:pt x="0" y="1235"/>
                    <a:pt x="34" y="1235"/>
                  </a:cubicBezTo>
                  <a:cubicBezTo>
                    <a:pt x="1660" y="1160"/>
                    <a:pt x="3286" y="1122"/>
                    <a:pt x="4912" y="1122"/>
                  </a:cubicBezTo>
                  <a:cubicBezTo>
                    <a:pt x="5454" y="1122"/>
                    <a:pt x="5996" y="1127"/>
                    <a:pt x="6538" y="1135"/>
                  </a:cubicBezTo>
                  <a:cubicBezTo>
                    <a:pt x="8673" y="1168"/>
                    <a:pt x="10808" y="1235"/>
                    <a:pt x="12943" y="1335"/>
                  </a:cubicBezTo>
                  <a:cubicBezTo>
                    <a:pt x="17279" y="1602"/>
                    <a:pt x="21582" y="1969"/>
                    <a:pt x="25885" y="2436"/>
                  </a:cubicBezTo>
                  <a:cubicBezTo>
                    <a:pt x="28320" y="2703"/>
                    <a:pt x="42964" y="4838"/>
                    <a:pt x="45399" y="4938"/>
                  </a:cubicBezTo>
                  <a:lnTo>
                    <a:pt x="45433" y="4938"/>
                  </a:lnTo>
                  <a:cubicBezTo>
                    <a:pt x="45433" y="5004"/>
                    <a:pt x="45466" y="5038"/>
                    <a:pt x="45499" y="5105"/>
                  </a:cubicBezTo>
                  <a:cubicBezTo>
                    <a:pt x="45566" y="5238"/>
                    <a:pt x="45633" y="5371"/>
                    <a:pt x="45699" y="5505"/>
                  </a:cubicBezTo>
                  <a:cubicBezTo>
                    <a:pt x="45766" y="5605"/>
                    <a:pt x="45833" y="5738"/>
                    <a:pt x="45900" y="5872"/>
                  </a:cubicBezTo>
                  <a:cubicBezTo>
                    <a:pt x="45933" y="5905"/>
                    <a:pt x="46000" y="5972"/>
                    <a:pt x="46033" y="6039"/>
                  </a:cubicBezTo>
                  <a:lnTo>
                    <a:pt x="46100" y="6105"/>
                  </a:lnTo>
                  <a:cubicBezTo>
                    <a:pt x="46100" y="6139"/>
                    <a:pt x="46133" y="6172"/>
                    <a:pt x="46166" y="6205"/>
                  </a:cubicBezTo>
                  <a:cubicBezTo>
                    <a:pt x="46166" y="6205"/>
                    <a:pt x="46233" y="6172"/>
                    <a:pt x="46200" y="6139"/>
                  </a:cubicBezTo>
                  <a:cubicBezTo>
                    <a:pt x="46200" y="6072"/>
                    <a:pt x="46166" y="6039"/>
                    <a:pt x="46166" y="6005"/>
                  </a:cubicBezTo>
                  <a:lnTo>
                    <a:pt x="46166" y="5938"/>
                  </a:lnTo>
                  <a:cubicBezTo>
                    <a:pt x="46166" y="5872"/>
                    <a:pt x="46133" y="5805"/>
                    <a:pt x="46100" y="5705"/>
                  </a:cubicBezTo>
                  <a:cubicBezTo>
                    <a:pt x="46066" y="5572"/>
                    <a:pt x="46000" y="5438"/>
                    <a:pt x="45966" y="5305"/>
                  </a:cubicBezTo>
                  <a:cubicBezTo>
                    <a:pt x="45900" y="5171"/>
                    <a:pt x="45833" y="5038"/>
                    <a:pt x="45766" y="4871"/>
                  </a:cubicBezTo>
                  <a:cubicBezTo>
                    <a:pt x="45699" y="4738"/>
                    <a:pt x="45633" y="4638"/>
                    <a:pt x="45533" y="4504"/>
                  </a:cubicBezTo>
                  <a:lnTo>
                    <a:pt x="45433" y="4504"/>
                  </a:lnTo>
                  <a:cubicBezTo>
                    <a:pt x="43298" y="4104"/>
                    <a:pt x="28954" y="2069"/>
                    <a:pt x="26819" y="1802"/>
                  </a:cubicBezTo>
                  <a:cubicBezTo>
                    <a:pt x="24684" y="1569"/>
                    <a:pt x="22483" y="1368"/>
                    <a:pt x="20348" y="1202"/>
                  </a:cubicBezTo>
                  <a:cubicBezTo>
                    <a:pt x="16715" y="866"/>
                    <a:pt x="13106" y="718"/>
                    <a:pt x="9481" y="718"/>
                  </a:cubicBezTo>
                  <a:cubicBezTo>
                    <a:pt x="8779" y="718"/>
                    <a:pt x="8076" y="724"/>
                    <a:pt x="7372" y="735"/>
                  </a:cubicBezTo>
                  <a:cubicBezTo>
                    <a:pt x="6938" y="735"/>
                    <a:pt x="6572" y="735"/>
                    <a:pt x="6171" y="768"/>
                  </a:cubicBezTo>
                  <a:cubicBezTo>
                    <a:pt x="6071" y="735"/>
                    <a:pt x="5971" y="701"/>
                    <a:pt x="5904" y="701"/>
                  </a:cubicBezTo>
                  <a:cubicBezTo>
                    <a:pt x="5671" y="635"/>
                    <a:pt x="5471" y="601"/>
                    <a:pt x="5271" y="568"/>
                  </a:cubicBezTo>
                  <a:cubicBezTo>
                    <a:pt x="4870" y="468"/>
                    <a:pt x="4470" y="434"/>
                    <a:pt x="4103" y="368"/>
                  </a:cubicBezTo>
                  <a:cubicBezTo>
                    <a:pt x="3269" y="234"/>
                    <a:pt x="2435" y="134"/>
                    <a:pt x="1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208;p55">
              <a:extLst>
                <a:ext uri="{FF2B5EF4-FFF2-40B4-BE49-F238E27FC236}">
                  <a16:creationId xmlns:a16="http://schemas.microsoft.com/office/drawing/2014/main" id="{2F225075-328A-565E-30CF-84E0511DA162}"/>
                </a:ext>
              </a:extLst>
            </p:cNvPr>
            <p:cNvSpPr/>
            <p:nvPr/>
          </p:nvSpPr>
          <p:spPr>
            <a:xfrm>
              <a:off x="4042225" y="2866325"/>
              <a:ext cx="285800" cy="487250"/>
            </a:xfrm>
            <a:custGeom>
              <a:avLst/>
              <a:gdLst/>
              <a:ahLst/>
              <a:cxnLst/>
              <a:rect l="l" t="t" r="r" b="b"/>
              <a:pathLst>
                <a:path w="11432" h="19490" extrusionOk="0">
                  <a:moveTo>
                    <a:pt x="68" y="1"/>
                  </a:moveTo>
                  <a:cubicBezTo>
                    <a:pt x="36" y="1"/>
                    <a:pt x="0" y="32"/>
                    <a:pt x="0" y="81"/>
                  </a:cubicBezTo>
                  <a:cubicBezTo>
                    <a:pt x="267" y="748"/>
                    <a:pt x="3436" y="6419"/>
                    <a:pt x="4170" y="7686"/>
                  </a:cubicBezTo>
                  <a:cubicBezTo>
                    <a:pt x="5638" y="10221"/>
                    <a:pt x="7172" y="12690"/>
                    <a:pt x="8707" y="15191"/>
                  </a:cubicBezTo>
                  <a:cubicBezTo>
                    <a:pt x="9140" y="15892"/>
                    <a:pt x="9574" y="16592"/>
                    <a:pt x="10041" y="17326"/>
                  </a:cubicBezTo>
                  <a:cubicBezTo>
                    <a:pt x="10475" y="18027"/>
                    <a:pt x="10942" y="18727"/>
                    <a:pt x="11342" y="19461"/>
                  </a:cubicBezTo>
                  <a:cubicBezTo>
                    <a:pt x="11342" y="19482"/>
                    <a:pt x="11352" y="19490"/>
                    <a:pt x="11364" y="19490"/>
                  </a:cubicBezTo>
                  <a:cubicBezTo>
                    <a:pt x="11391" y="19490"/>
                    <a:pt x="11432" y="19451"/>
                    <a:pt x="11409" y="19428"/>
                  </a:cubicBezTo>
                  <a:cubicBezTo>
                    <a:pt x="10641" y="18160"/>
                    <a:pt x="9974" y="16859"/>
                    <a:pt x="9274" y="15592"/>
                  </a:cubicBezTo>
                  <a:cubicBezTo>
                    <a:pt x="8540" y="14324"/>
                    <a:pt x="7839" y="13023"/>
                    <a:pt x="7139" y="11756"/>
                  </a:cubicBezTo>
                  <a:cubicBezTo>
                    <a:pt x="5705" y="9187"/>
                    <a:pt x="601" y="614"/>
                    <a:pt x="101" y="14"/>
                  </a:cubicBezTo>
                  <a:cubicBezTo>
                    <a:pt x="92" y="5"/>
                    <a:pt x="80" y="1"/>
                    <a:pt x="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209;p55">
              <a:extLst>
                <a:ext uri="{FF2B5EF4-FFF2-40B4-BE49-F238E27FC236}">
                  <a16:creationId xmlns:a16="http://schemas.microsoft.com/office/drawing/2014/main" id="{467B8FA8-1202-932B-B2DA-194B7CF93370}"/>
                </a:ext>
              </a:extLst>
            </p:cNvPr>
            <p:cNvSpPr/>
            <p:nvPr/>
          </p:nvSpPr>
          <p:spPr>
            <a:xfrm>
              <a:off x="3039850" y="2779925"/>
              <a:ext cx="1002400" cy="142625"/>
            </a:xfrm>
            <a:custGeom>
              <a:avLst/>
              <a:gdLst/>
              <a:ahLst/>
              <a:cxnLst/>
              <a:rect l="l" t="t" r="r" b="b"/>
              <a:pathLst>
                <a:path w="40096" h="5705" extrusionOk="0">
                  <a:moveTo>
                    <a:pt x="67" y="1"/>
                  </a:moveTo>
                  <a:cubicBezTo>
                    <a:pt x="0" y="1"/>
                    <a:pt x="34" y="67"/>
                    <a:pt x="67" y="67"/>
                  </a:cubicBezTo>
                  <a:cubicBezTo>
                    <a:pt x="5337" y="334"/>
                    <a:pt x="10574" y="1035"/>
                    <a:pt x="15811" y="1769"/>
                  </a:cubicBezTo>
                  <a:cubicBezTo>
                    <a:pt x="21015" y="2536"/>
                    <a:pt x="26119" y="3337"/>
                    <a:pt x="31222" y="4204"/>
                  </a:cubicBezTo>
                  <a:cubicBezTo>
                    <a:pt x="32690" y="4437"/>
                    <a:pt x="34125" y="4704"/>
                    <a:pt x="35592" y="4938"/>
                  </a:cubicBezTo>
                  <a:cubicBezTo>
                    <a:pt x="37060" y="5205"/>
                    <a:pt x="38528" y="5505"/>
                    <a:pt x="39995" y="5705"/>
                  </a:cubicBezTo>
                  <a:cubicBezTo>
                    <a:pt x="40062" y="5705"/>
                    <a:pt x="40095" y="5638"/>
                    <a:pt x="40029" y="5605"/>
                  </a:cubicBezTo>
                  <a:cubicBezTo>
                    <a:pt x="38761" y="5305"/>
                    <a:pt x="37460" y="5104"/>
                    <a:pt x="36159" y="4871"/>
                  </a:cubicBezTo>
                  <a:cubicBezTo>
                    <a:pt x="34892" y="4604"/>
                    <a:pt x="33591" y="4371"/>
                    <a:pt x="32290" y="4137"/>
                  </a:cubicBezTo>
                  <a:cubicBezTo>
                    <a:pt x="29721" y="3637"/>
                    <a:pt x="27120" y="3203"/>
                    <a:pt x="24518" y="2769"/>
                  </a:cubicBezTo>
                  <a:cubicBezTo>
                    <a:pt x="19347" y="1902"/>
                    <a:pt x="14144" y="1168"/>
                    <a:pt x="8940" y="668"/>
                  </a:cubicBezTo>
                  <a:cubicBezTo>
                    <a:pt x="5971" y="401"/>
                    <a:pt x="3036" y="201"/>
                    <a:pt x="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210;p55">
              <a:extLst>
                <a:ext uri="{FF2B5EF4-FFF2-40B4-BE49-F238E27FC236}">
                  <a16:creationId xmlns:a16="http://schemas.microsoft.com/office/drawing/2014/main" id="{0A6106D7-0B4E-D37E-C3F7-E7C49FA9D293}"/>
                </a:ext>
              </a:extLst>
            </p:cNvPr>
            <p:cNvSpPr/>
            <p:nvPr/>
          </p:nvSpPr>
          <p:spPr>
            <a:xfrm>
              <a:off x="3573550" y="4032500"/>
              <a:ext cx="876975" cy="1156775"/>
            </a:xfrm>
            <a:custGeom>
              <a:avLst/>
              <a:gdLst/>
              <a:ahLst/>
              <a:cxnLst/>
              <a:rect l="l" t="t" r="r" b="b"/>
              <a:pathLst>
                <a:path w="35079" h="46271" extrusionOk="0">
                  <a:moveTo>
                    <a:pt x="12943" y="0"/>
                  </a:moveTo>
                  <a:cubicBezTo>
                    <a:pt x="12943" y="0"/>
                    <a:pt x="9074" y="8506"/>
                    <a:pt x="5638" y="16612"/>
                  </a:cubicBezTo>
                  <a:cubicBezTo>
                    <a:pt x="5104" y="17880"/>
                    <a:pt x="4571" y="19081"/>
                    <a:pt x="4070" y="20282"/>
                  </a:cubicBezTo>
                  <a:cubicBezTo>
                    <a:pt x="1769" y="25819"/>
                    <a:pt x="1" y="30455"/>
                    <a:pt x="334" y="30922"/>
                  </a:cubicBezTo>
                  <a:cubicBezTo>
                    <a:pt x="1168" y="32223"/>
                    <a:pt x="32124" y="46133"/>
                    <a:pt x="33391" y="46267"/>
                  </a:cubicBezTo>
                  <a:cubicBezTo>
                    <a:pt x="33414" y="46269"/>
                    <a:pt x="33436" y="46270"/>
                    <a:pt x="33458" y="46270"/>
                  </a:cubicBezTo>
                  <a:cubicBezTo>
                    <a:pt x="34642" y="46270"/>
                    <a:pt x="35078" y="42804"/>
                    <a:pt x="34325" y="41330"/>
                  </a:cubicBezTo>
                  <a:cubicBezTo>
                    <a:pt x="33558" y="39829"/>
                    <a:pt x="24085" y="29221"/>
                    <a:pt x="24085" y="29221"/>
                  </a:cubicBezTo>
                  <a:lnTo>
                    <a:pt x="25786" y="25619"/>
                  </a:lnTo>
                  <a:lnTo>
                    <a:pt x="33658" y="9240"/>
                  </a:lnTo>
                  <a:lnTo>
                    <a:pt x="12943" y="0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211;p55">
              <a:extLst>
                <a:ext uri="{FF2B5EF4-FFF2-40B4-BE49-F238E27FC236}">
                  <a16:creationId xmlns:a16="http://schemas.microsoft.com/office/drawing/2014/main" id="{C9EC5B8C-2D55-DDFB-E8DF-A65E268F3F59}"/>
                </a:ext>
              </a:extLst>
            </p:cNvPr>
            <p:cNvSpPr/>
            <p:nvPr/>
          </p:nvSpPr>
          <p:spPr>
            <a:xfrm>
              <a:off x="3571900" y="4447800"/>
              <a:ext cx="878600" cy="741475"/>
            </a:xfrm>
            <a:custGeom>
              <a:avLst/>
              <a:gdLst/>
              <a:ahLst/>
              <a:cxnLst/>
              <a:rect l="l" t="t" r="r" b="b"/>
              <a:pathLst>
                <a:path w="35144" h="29659" extrusionOk="0">
                  <a:moveTo>
                    <a:pt x="5671" y="0"/>
                  </a:moveTo>
                  <a:cubicBezTo>
                    <a:pt x="2669" y="7039"/>
                    <a:pt x="0" y="13743"/>
                    <a:pt x="400" y="14310"/>
                  </a:cubicBezTo>
                  <a:cubicBezTo>
                    <a:pt x="1234" y="15611"/>
                    <a:pt x="32190" y="29521"/>
                    <a:pt x="33457" y="29655"/>
                  </a:cubicBezTo>
                  <a:cubicBezTo>
                    <a:pt x="33480" y="29657"/>
                    <a:pt x="33502" y="29658"/>
                    <a:pt x="33524" y="29658"/>
                  </a:cubicBezTo>
                  <a:cubicBezTo>
                    <a:pt x="34708" y="29658"/>
                    <a:pt x="35144" y="26192"/>
                    <a:pt x="34358" y="24718"/>
                  </a:cubicBezTo>
                  <a:cubicBezTo>
                    <a:pt x="33591" y="23217"/>
                    <a:pt x="24117" y="12609"/>
                    <a:pt x="24117" y="12609"/>
                  </a:cubicBezTo>
                  <a:lnTo>
                    <a:pt x="25852" y="9007"/>
                  </a:lnTo>
                  <a:lnTo>
                    <a:pt x="56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212;p55">
              <a:extLst>
                <a:ext uri="{FF2B5EF4-FFF2-40B4-BE49-F238E27FC236}">
                  <a16:creationId xmlns:a16="http://schemas.microsoft.com/office/drawing/2014/main" id="{DAD9ED63-DE27-EA83-3E4A-552949BBFBAC}"/>
                </a:ext>
              </a:extLst>
            </p:cNvPr>
            <p:cNvSpPr/>
            <p:nvPr/>
          </p:nvSpPr>
          <p:spPr>
            <a:xfrm>
              <a:off x="3573550" y="4539525"/>
              <a:ext cx="876975" cy="649750"/>
            </a:xfrm>
            <a:custGeom>
              <a:avLst/>
              <a:gdLst/>
              <a:ahLst/>
              <a:cxnLst/>
              <a:rect l="l" t="t" r="r" b="b"/>
              <a:pathLst>
                <a:path w="35079" h="25990" extrusionOk="0">
                  <a:moveTo>
                    <a:pt x="4070" y="1"/>
                  </a:moveTo>
                  <a:cubicBezTo>
                    <a:pt x="1769" y="5538"/>
                    <a:pt x="1" y="10174"/>
                    <a:pt x="334" y="10641"/>
                  </a:cubicBezTo>
                  <a:cubicBezTo>
                    <a:pt x="1168" y="11942"/>
                    <a:pt x="32124" y="25852"/>
                    <a:pt x="33391" y="25986"/>
                  </a:cubicBezTo>
                  <a:cubicBezTo>
                    <a:pt x="33414" y="25988"/>
                    <a:pt x="33436" y="25989"/>
                    <a:pt x="33458" y="25989"/>
                  </a:cubicBezTo>
                  <a:cubicBezTo>
                    <a:pt x="34642" y="25989"/>
                    <a:pt x="35078" y="22523"/>
                    <a:pt x="34325" y="21049"/>
                  </a:cubicBezTo>
                  <a:cubicBezTo>
                    <a:pt x="33558" y="19548"/>
                    <a:pt x="24085" y="8940"/>
                    <a:pt x="24085" y="8940"/>
                  </a:cubicBezTo>
                  <a:lnTo>
                    <a:pt x="40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213;p55">
              <a:extLst>
                <a:ext uri="{FF2B5EF4-FFF2-40B4-BE49-F238E27FC236}">
                  <a16:creationId xmlns:a16="http://schemas.microsoft.com/office/drawing/2014/main" id="{6C8DEC39-F6D3-779F-10D0-3BA2AE4CE929}"/>
                </a:ext>
              </a:extLst>
            </p:cNvPr>
            <p:cNvSpPr/>
            <p:nvPr/>
          </p:nvSpPr>
          <p:spPr>
            <a:xfrm>
              <a:off x="3626100" y="4804725"/>
              <a:ext cx="787475" cy="350825"/>
            </a:xfrm>
            <a:custGeom>
              <a:avLst/>
              <a:gdLst/>
              <a:ahLst/>
              <a:cxnLst/>
              <a:rect l="l" t="t" r="r" b="b"/>
              <a:pathLst>
                <a:path w="31499" h="14033" extrusionOk="0">
                  <a:moveTo>
                    <a:pt x="67" y="0"/>
                  </a:moveTo>
                  <a:cubicBezTo>
                    <a:pt x="34" y="0"/>
                    <a:pt x="0" y="0"/>
                    <a:pt x="67" y="33"/>
                  </a:cubicBezTo>
                  <a:cubicBezTo>
                    <a:pt x="5104" y="2569"/>
                    <a:pt x="26119" y="11842"/>
                    <a:pt x="31389" y="14010"/>
                  </a:cubicBezTo>
                  <a:cubicBezTo>
                    <a:pt x="31413" y="14026"/>
                    <a:pt x="31434" y="14033"/>
                    <a:pt x="31449" y="14033"/>
                  </a:cubicBezTo>
                  <a:cubicBezTo>
                    <a:pt x="31498" y="14033"/>
                    <a:pt x="31499" y="13969"/>
                    <a:pt x="31423" y="13943"/>
                  </a:cubicBezTo>
                  <a:cubicBezTo>
                    <a:pt x="26286" y="11475"/>
                    <a:pt x="5337" y="2035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214;p55">
              <a:extLst>
                <a:ext uri="{FF2B5EF4-FFF2-40B4-BE49-F238E27FC236}">
                  <a16:creationId xmlns:a16="http://schemas.microsoft.com/office/drawing/2014/main" id="{EF5D54A0-2EA1-27A7-8BBE-B8F011A2952E}"/>
                </a:ext>
              </a:extLst>
            </p:cNvPr>
            <p:cNvSpPr/>
            <p:nvPr/>
          </p:nvSpPr>
          <p:spPr>
            <a:xfrm>
              <a:off x="4241525" y="5004550"/>
              <a:ext cx="153475" cy="65375"/>
            </a:xfrm>
            <a:custGeom>
              <a:avLst/>
              <a:gdLst/>
              <a:ahLst/>
              <a:cxnLst/>
              <a:rect l="l" t="t" r="r" b="b"/>
              <a:pathLst>
                <a:path w="6139" h="2615" extrusionOk="0">
                  <a:moveTo>
                    <a:pt x="4078" y="1"/>
                  </a:moveTo>
                  <a:cubicBezTo>
                    <a:pt x="3511" y="1"/>
                    <a:pt x="2943" y="103"/>
                    <a:pt x="2403" y="313"/>
                  </a:cubicBezTo>
                  <a:cubicBezTo>
                    <a:pt x="1368" y="747"/>
                    <a:pt x="501" y="1547"/>
                    <a:pt x="1" y="2581"/>
                  </a:cubicBezTo>
                  <a:cubicBezTo>
                    <a:pt x="1" y="2615"/>
                    <a:pt x="68" y="2615"/>
                    <a:pt x="68" y="2615"/>
                  </a:cubicBezTo>
                  <a:cubicBezTo>
                    <a:pt x="1062" y="1110"/>
                    <a:pt x="2739" y="268"/>
                    <a:pt x="4472" y="268"/>
                  </a:cubicBezTo>
                  <a:cubicBezTo>
                    <a:pt x="5006" y="268"/>
                    <a:pt x="5546" y="348"/>
                    <a:pt x="6072" y="513"/>
                  </a:cubicBezTo>
                  <a:cubicBezTo>
                    <a:pt x="6105" y="513"/>
                    <a:pt x="6139" y="480"/>
                    <a:pt x="6105" y="446"/>
                  </a:cubicBezTo>
                  <a:cubicBezTo>
                    <a:pt x="5463" y="153"/>
                    <a:pt x="4771" y="1"/>
                    <a:pt x="40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215;p55">
              <a:extLst>
                <a:ext uri="{FF2B5EF4-FFF2-40B4-BE49-F238E27FC236}">
                  <a16:creationId xmlns:a16="http://schemas.microsoft.com/office/drawing/2014/main" id="{BE945225-5B7F-86AB-8134-3E0D00693378}"/>
                </a:ext>
              </a:extLst>
            </p:cNvPr>
            <p:cNvSpPr/>
            <p:nvPr/>
          </p:nvSpPr>
          <p:spPr>
            <a:xfrm>
              <a:off x="4045550" y="4775975"/>
              <a:ext cx="177375" cy="28850"/>
            </a:xfrm>
            <a:custGeom>
              <a:avLst/>
              <a:gdLst/>
              <a:ahLst/>
              <a:cxnLst/>
              <a:rect l="l" t="t" r="r" b="b"/>
              <a:pathLst>
                <a:path w="7095" h="1154" extrusionOk="0">
                  <a:moveTo>
                    <a:pt x="3101" y="1"/>
                  </a:moveTo>
                  <a:cubicBezTo>
                    <a:pt x="2042" y="1"/>
                    <a:pt x="1000" y="215"/>
                    <a:pt x="101" y="716"/>
                  </a:cubicBezTo>
                  <a:cubicBezTo>
                    <a:pt x="1" y="750"/>
                    <a:pt x="101" y="850"/>
                    <a:pt x="168" y="850"/>
                  </a:cubicBezTo>
                  <a:cubicBezTo>
                    <a:pt x="806" y="812"/>
                    <a:pt x="1445" y="793"/>
                    <a:pt x="2083" y="793"/>
                  </a:cubicBezTo>
                  <a:cubicBezTo>
                    <a:pt x="3680" y="793"/>
                    <a:pt x="5276" y="912"/>
                    <a:pt x="6872" y="1150"/>
                  </a:cubicBezTo>
                  <a:cubicBezTo>
                    <a:pt x="6883" y="1152"/>
                    <a:pt x="6894" y="1153"/>
                    <a:pt x="6904" y="1153"/>
                  </a:cubicBezTo>
                  <a:cubicBezTo>
                    <a:pt x="7047" y="1153"/>
                    <a:pt x="7095" y="946"/>
                    <a:pt x="6939" y="883"/>
                  </a:cubicBezTo>
                  <a:cubicBezTo>
                    <a:pt x="5803" y="343"/>
                    <a:pt x="4439" y="1"/>
                    <a:pt x="31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216;p55">
              <a:extLst>
                <a:ext uri="{FF2B5EF4-FFF2-40B4-BE49-F238E27FC236}">
                  <a16:creationId xmlns:a16="http://schemas.microsoft.com/office/drawing/2014/main" id="{F54E01E8-1BD8-15D7-9F60-6F7B59506BB1}"/>
                </a:ext>
              </a:extLst>
            </p:cNvPr>
            <p:cNvSpPr/>
            <p:nvPr/>
          </p:nvSpPr>
          <p:spPr>
            <a:xfrm>
              <a:off x="4079200" y="4809675"/>
              <a:ext cx="177100" cy="29325"/>
            </a:xfrm>
            <a:custGeom>
              <a:avLst/>
              <a:gdLst/>
              <a:ahLst/>
              <a:cxnLst/>
              <a:rect l="l" t="t" r="r" b="b"/>
              <a:pathLst>
                <a:path w="7084" h="1173" extrusionOk="0">
                  <a:moveTo>
                    <a:pt x="3025" y="1"/>
                  </a:moveTo>
                  <a:cubicBezTo>
                    <a:pt x="1989" y="1"/>
                    <a:pt x="973" y="210"/>
                    <a:pt x="89" y="703"/>
                  </a:cubicBezTo>
                  <a:cubicBezTo>
                    <a:pt x="0" y="732"/>
                    <a:pt x="70" y="841"/>
                    <a:pt x="110" y="841"/>
                  </a:cubicBezTo>
                  <a:cubicBezTo>
                    <a:pt x="115" y="841"/>
                    <a:pt x="119" y="840"/>
                    <a:pt x="123" y="836"/>
                  </a:cubicBezTo>
                  <a:cubicBezTo>
                    <a:pt x="758" y="799"/>
                    <a:pt x="1391" y="780"/>
                    <a:pt x="2022" y="780"/>
                  </a:cubicBezTo>
                  <a:cubicBezTo>
                    <a:pt x="3643" y="780"/>
                    <a:pt x="5252" y="906"/>
                    <a:pt x="6861" y="1170"/>
                  </a:cubicBezTo>
                  <a:cubicBezTo>
                    <a:pt x="6872" y="1172"/>
                    <a:pt x="6882" y="1173"/>
                    <a:pt x="6892" y="1173"/>
                  </a:cubicBezTo>
                  <a:cubicBezTo>
                    <a:pt x="7035" y="1173"/>
                    <a:pt x="7083" y="965"/>
                    <a:pt x="6927" y="903"/>
                  </a:cubicBezTo>
                  <a:cubicBezTo>
                    <a:pt x="5758" y="356"/>
                    <a:pt x="4374" y="1"/>
                    <a:pt x="30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217;p55">
              <a:extLst>
                <a:ext uri="{FF2B5EF4-FFF2-40B4-BE49-F238E27FC236}">
                  <a16:creationId xmlns:a16="http://schemas.microsoft.com/office/drawing/2014/main" id="{9F827A4D-AFCB-818E-943D-9CD1FC8EA36B}"/>
                </a:ext>
              </a:extLst>
            </p:cNvPr>
            <p:cNvSpPr/>
            <p:nvPr/>
          </p:nvSpPr>
          <p:spPr>
            <a:xfrm>
              <a:off x="4112275" y="4843375"/>
              <a:ext cx="177375" cy="29000"/>
            </a:xfrm>
            <a:custGeom>
              <a:avLst/>
              <a:gdLst/>
              <a:ahLst/>
              <a:cxnLst/>
              <a:rect l="l" t="t" r="r" b="b"/>
              <a:pathLst>
                <a:path w="7095" h="1160" extrusionOk="0">
                  <a:moveTo>
                    <a:pt x="3050" y="1"/>
                  </a:moveTo>
                  <a:cubicBezTo>
                    <a:pt x="2002" y="1"/>
                    <a:pt x="971" y="208"/>
                    <a:pt x="67" y="689"/>
                  </a:cubicBezTo>
                  <a:cubicBezTo>
                    <a:pt x="0" y="756"/>
                    <a:pt x="67" y="856"/>
                    <a:pt x="134" y="856"/>
                  </a:cubicBezTo>
                  <a:cubicBezTo>
                    <a:pt x="772" y="818"/>
                    <a:pt x="1414" y="799"/>
                    <a:pt x="2055" y="799"/>
                  </a:cubicBezTo>
                  <a:cubicBezTo>
                    <a:pt x="3660" y="799"/>
                    <a:pt x="5266" y="918"/>
                    <a:pt x="6839" y="1156"/>
                  </a:cubicBezTo>
                  <a:cubicBezTo>
                    <a:pt x="6850" y="1158"/>
                    <a:pt x="6860" y="1159"/>
                    <a:pt x="6871" y="1159"/>
                  </a:cubicBezTo>
                  <a:cubicBezTo>
                    <a:pt x="7018" y="1159"/>
                    <a:pt x="7095" y="951"/>
                    <a:pt x="6939" y="889"/>
                  </a:cubicBezTo>
                  <a:cubicBezTo>
                    <a:pt x="5774" y="345"/>
                    <a:pt x="4399" y="1"/>
                    <a:pt x="30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218;p55">
              <a:extLst>
                <a:ext uri="{FF2B5EF4-FFF2-40B4-BE49-F238E27FC236}">
                  <a16:creationId xmlns:a16="http://schemas.microsoft.com/office/drawing/2014/main" id="{B40AF6C8-E829-DE1B-8B74-7C91C0F6F590}"/>
                </a:ext>
              </a:extLst>
            </p:cNvPr>
            <p:cNvSpPr/>
            <p:nvPr/>
          </p:nvSpPr>
          <p:spPr>
            <a:xfrm>
              <a:off x="4144800" y="4877000"/>
              <a:ext cx="177375" cy="28725"/>
            </a:xfrm>
            <a:custGeom>
              <a:avLst/>
              <a:gdLst/>
              <a:ahLst/>
              <a:cxnLst/>
              <a:rect l="l" t="t" r="r" b="b"/>
              <a:pathLst>
                <a:path w="7095" h="1149" extrusionOk="0">
                  <a:moveTo>
                    <a:pt x="3033" y="1"/>
                  </a:moveTo>
                  <a:cubicBezTo>
                    <a:pt x="1997" y="1"/>
                    <a:pt x="980" y="202"/>
                    <a:pt x="100" y="678"/>
                  </a:cubicBezTo>
                  <a:cubicBezTo>
                    <a:pt x="0" y="745"/>
                    <a:pt x="100" y="845"/>
                    <a:pt x="167" y="845"/>
                  </a:cubicBezTo>
                  <a:cubicBezTo>
                    <a:pt x="806" y="807"/>
                    <a:pt x="1444" y="788"/>
                    <a:pt x="2083" y="788"/>
                  </a:cubicBezTo>
                  <a:cubicBezTo>
                    <a:pt x="3679" y="788"/>
                    <a:pt x="5276" y="907"/>
                    <a:pt x="6872" y="1145"/>
                  </a:cubicBezTo>
                  <a:cubicBezTo>
                    <a:pt x="6883" y="1148"/>
                    <a:pt x="6894" y="1149"/>
                    <a:pt x="6904" y="1149"/>
                  </a:cubicBezTo>
                  <a:cubicBezTo>
                    <a:pt x="7047" y="1149"/>
                    <a:pt x="7094" y="941"/>
                    <a:pt x="6939" y="878"/>
                  </a:cubicBezTo>
                  <a:cubicBezTo>
                    <a:pt x="5784" y="348"/>
                    <a:pt x="4392" y="1"/>
                    <a:pt x="30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219;p55">
              <a:extLst>
                <a:ext uri="{FF2B5EF4-FFF2-40B4-BE49-F238E27FC236}">
                  <a16:creationId xmlns:a16="http://schemas.microsoft.com/office/drawing/2014/main" id="{2E3A1D09-83F1-5449-D153-847AFCBA6865}"/>
                </a:ext>
              </a:extLst>
            </p:cNvPr>
            <p:cNvSpPr/>
            <p:nvPr/>
          </p:nvSpPr>
          <p:spPr>
            <a:xfrm>
              <a:off x="3624250" y="4691450"/>
              <a:ext cx="142975" cy="99800"/>
            </a:xfrm>
            <a:custGeom>
              <a:avLst/>
              <a:gdLst/>
              <a:ahLst/>
              <a:cxnLst/>
              <a:rect l="l" t="t" r="r" b="b"/>
              <a:pathLst>
                <a:path w="5719" h="3992" extrusionOk="0">
                  <a:moveTo>
                    <a:pt x="2836" y="1"/>
                  </a:moveTo>
                  <a:cubicBezTo>
                    <a:pt x="994" y="1"/>
                    <a:pt x="1" y="2893"/>
                    <a:pt x="2042" y="3797"/>
                  </a:cubicBezTo>
                  <a:cubicBezTo>
                    <a:pt x="2340" y="3931"/>
                    <a:pt x="2626" y="3991"/>
                    <a:pt x="2893" y="3991"/>
                  </a:cubicBezTo>
                  <a:cubicBezTo>
                    <a:pt x="4751" y="3991"/>
                    <a:pt x="5718" y="1099"/>
                    <a:pt x="3677" y="195"/>
                  </a:cubicBezTo>
                  <a:cubicBezTo>
                    <a:pt x="3383" y="60"/>
                    <a:pt x="3101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220;p55">
              <a:extLst>
                <a:ext uri="{FF2B5EF4-FFF2-40B4-BE49-F238E27FC236}">
                  <a16:creationId xmlns:a16="http://schemas.microsoft.com/office/drawing/2014/main" id="{D7FA46EF-90BE-3D09-5318-60DFDACDA993}"/>
                </a:ext>
              </a:extLst>
            </p:cNvPr>
            <p:cNvSpPr/>
            <p:nvPr/>
          </p:nvSpPr>
          <p:spPr>
            <a:xfrm>
              <a:off x="4145625" y="4660600"/>
              <a:ext cx="207675" cy="135050"/>
            </a:xfrm>
            <a:custGeom>
              <a:avLst/>
              <a:gdLst/>
              <a:ahLst/>
              <a:cxnLst/>
              <a:rect l="l" t="t" r="r" b="b"/>
              <a:pathLst>
                <a:path w="8307" h="5402" extrusionOk="0">
                  <a:moveTo>
                    <a:pt x="6153" y="680"/>
                  </a:moveTo>
                  <a:cubicBezTo>
                    <a:pt x="6895" y="680"/>
                    <a:pt x="7456" y="1046"/>
                    <a:pt x="7039" y="2263"/>
                  </a:cubicBezTo>
                  <a:cubicBezTo>
                    <a:pt x="6572" y="3564"/>
                    <a:pt x="4304" y="3997"/>
                    <a:pt x="3170" y="4231"/>
                  </a:cubicBezTo>
                  <a:cubicBezTo>
                    <a:pt x="2236" y="4431"/>
                    <a:pt x="1268" y="4598"/>
                    <a:pt x="334" y="4831"/>
                  </a:cubicBezTo>
                  <a:cubicBezTo>
                    <a:pt x="1135" y="3930"/>
                    <a:pt x="2002" y="3097"/>
                    <a:pt x="2869" y="2263"/>
                  </a:cubicBezTo>
                  <a:cubicBezTo>
                    <a:pt x="3336" y="1896"/>
                    <a:pt x="3770" y="1529"/>
                    <a:pt x="4270" y="1229"/>
                  </a:cubicBezTo>
                  <a:cubicBezTo>
                    <a:pt x="4638" y="989"/>
                    <a:pt x="5472" y="680"/>
                    <a:pt x="6153" y="680"/>
                  </a:cubicBezTo>
                  <a:close/>
                  <a:moveTo>
                    <a:pt x="6037" y="1"/>
                  </a:moveTo>
                  <a:cubicBezTo>
                    <a:pt x="5424" y="1"/>
                    <a:pt x="4776" y="210"/>
                    <a:pt x="4270" y="495"/>
                  </a:cubicBezTo>
                  <a:cubicBezTo>
                    <a:pt x="2503" y="1595"/>
                    <a:pt x="1001" y="3130"/>
                    <a:pt x="1" y="4965"/>
                  </a:cubicBezTo>
                  <a:cubicBezTo>
                    <a:pt x="1" y="4998"/>
                    <a:pt x="1" y="5031"/>
                    <a:pt x="34" y="5065"/>
                  </a:cubicBezTo>
                  <a:cubicBezTo>
                    <a:pt x="34" y="5219"/>
                    <a:pt x="120" y="5402"/>
                    <a:pt x="291" y="5402"/>
                  </a:cubicBezTo>
                  <a:cubicBezTo>
                    <a:pt x="305" y="5402"/>
                    <a:pt x="319" y="5401"/>
                    <a:pt x="334" y="5398"/>
                  </a:cubicBezTo>
                  <a:cubicBezTo>
                    <a:pt x="2269" y="5031"/>
                    <a:pt x="4404" y="4898"/>
                    <a:pt x="6172" y="3930"/>
                  </a:cubicBezTo>
                  <a:cubicBezTo>
                    <a:pt x="7206" y="3397"/>
                    <a:pt x="8307" y="2229"/>
                    <a:pt x="7706" y="962"/>
                  </a:cubicBezTo>
                  <a:cubicBezTo>
                    <a:pt x="7355" y="259"/>
                    <a:pt x="6718" y="1"/>
                    <a:pt x="60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221;p55">
              <a:extLst>
                <a:ext uri="{FF2B5EF4-FFF2-40B4-BE49-F238E27FC236}">
                  <a16:creationId xmlns:a16="http://schemas.microsoft.com/office/drawing/2014/main" id="{1C5C918D-55BA-7228-6AD1-43E69806232A}"/>
                </a:ext>
              </a:extLst>
            </p:cNvPr>
            <p:cNvSpPr/>
            <p:nvPr/>
          </p:nvSpPr>
          <p:spPr>
            <a:xfrm>
              <a:off x="3957175" y="4647475"/>
              <a:ext cx="202650" cy="147350"/>
            </a:xfrm>
            <a:custGeom>
              <a:avLst/>
              <a:gdLst/>
              <a:ahLst/>
              <a:cxnLst/>
              <a:rect l="l" t="t" r="r" b="b"/>
              <a:pathLst>
                <a:path w="8106" h="5894" extrusionOk="0">
                  <a:moveTo>
                    <a:pt x="2140" y="684"/>
                  </a:moveTo>
                  <a:cubicBezTo>
                    <a:pt x="2850" y="684"/>
                    <a:pt x="3771" y="1108"/>
                    <a:pt x="4136" y="1387"/>
                  </a:cubicBezTo>
                  <a:cubicBezTo>
                    <a:pt x="4603" y="1754"/>
                    <a:pt x="5037" y="2154"/>
                    <a:pt x="5437" y="2554"/>
                  </a:cubicBezTo>
                  <a:cubicBezTo>
                    <a:pt x="6271" y="3421"/>
                    <a:pt x="7038" y="4355"/>
                    <a:pt x="7772" y="5323"/>
                  </a:cubicBezTo>
                  <a:cubicBezTo>
                    <a:pt x="6838" y="5023"/>
                    <a:pt x="5904" y="4789"/>
                    <a:pt x="4970" y="4489"/>
                  </a:cubicBezTo>
                  <a:cubicBezTo>
                    <a:pt x="3869" y="4189"/>
                    <a:pt x="1635" y="3521"/>
                    <a:pt x="1301" y="2187"/>
                  </a:cubicBezTo>
                  <a:cubicBezTo>
                    <a:pt x="1014" y="1039"/>
                    <a:pt x="1489" y="684"/>
                    <a:pt x="2140" y="684"/>
                  </a:cubicBezTo>
                  <a:close/>
                  <a:moveTo>
                    <a:pt x="2286" y="0"/>
                  </a:moveTo>
                  <a:cubicBezTo>
                    <a:pt x="1675" y="0"/>
                    <a:pt x="1099" y="234"/>
                    <a:pt x="734" y="853"/>
                  </a:cubicBezTo>
                  <a:cubicBezTo>
                    <a:pt x="0" y="2054"/>
                    <a:pt x="1034" y="3288"/>
                    <a:pt x="2001" y="3955"/>
                  </a:cubicBezTo>
                  <a:cubicBezTo>
                    <a:pt x="3669" y="5023"/>
                    <a:pt x="5804" y="5356"/>
                    <a:pt x="7706" y="5890"/>
                  </a:cubicBezTo>
                  <a:cubicBezTo>
                    <a:pt x="7720" y="5892"/>
                    <a:pt x="7735" y="5893"/>
                    <a:pt x="7749" y="5893"/>
                  </a:cubicBezTo>
                  <a:cubicBezTo>
                    <a:pt x="7925" y="5893"/>
                    <a:pt x="8039" y="5711"/>
                    <a:pt x="8039" y="5556"/>
                  </a:cubicBezTo>
                  <a:cubicBezTo>
                    <a:pt x="8072" y="5556"/>
                    <a:pt x="8106" y="5523"/>
                    <a:pt x="8072" y="5490"/>
                  </a:cubicBezTo>
                  <a:cubicBezTo>
                    <a:pt x="7239" y="3555"/>
                    <a:pt x="5871" y="1887"/>
                    <a:pt x="4203" y="653"/>
                  </a:cubicBezTo>
                  <a:cubicBezTo>
                    <a:pt x="3678" y="285"/>
                    <a:pt x="2960" y="0"/>
                    <a:pt x="2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222;p55">
              <a:extLst>
                <a:ext uri="{FF2B5EF4-FFF2-40B4-BE49-F238E27FC236}">
                  <a16:creationId xmlns:a16="http://schemas.microsoft.com/office/drawing/2014/main" id="{8A17CF06-4307-E1F9-A947-10FA901B5D81}"/>
                </a:ext>
              </a:extLst>
            </p:cNvPr>
            <p:cNvSpPr/>
            <p:nvPr/>
          </p:nvSpPr>
          <p:spPr>
            <a:xfrm>
              <a:off x="3725325" y="2556300"/>
              <a:ext cx="1306750" cy="2108350"/>
            </a:xfrm>
            <a:custGeom>
              <a:avLst/>
              <a:gdLst/>
              <a:ahLst/>
              <a:cxnLst/>
              <a:rect l="l" t="t" r="r" b="b"/>
              <a:pathLst>
                <a:path w="52270" h="84334" extrusionOk="0">
                  <a:moveTo>
                    <a:pt x="36153" y="1"/>
                  </a:moveTo>
                  <a:cubicBezTo>
                    <a:pt x="30096" y="1"/>
                    <a:pt x="22036" y="1397"/>
                    <a:pt x="11542" y="4409"/>
                  </a:cubicBezTo>
                  <a:lnTo>
                    <a:pt x="3904" y="4509"/>
                  </a:lnTo>
                  <a:lnTo>
                    <a:pt x="3904" y="9813"/>
                  </a:lnTo>
                  <a:cubicBezTo>
                    <a:pt x="7273" y="10247"/>
                    <a:pt x="16212" y="11648"/>
                    <a:pt x="16212" y="11648"/>
                  </a:cubicBezTo>
                  <a:cubicBezTo>
                    <a:pt x="22750" y="14116"/>
                    <a:pt x="24852" y="15117"/>
                    <a:pt x="24752" y="15350"/>
                  </a:cubicBezTo>
                  <a:cubicBezTo>
                    <a:pt x="8473" y="48207"/>
                    <a:pt x="1" y="73759"/>
                    <a:pt x="1" y="73759"/>
                  </a:cubicBezTo>
                  <a:lnTo>
                    <a:pt x="23351" y="84333"/>
                  </a:lnTo>
                  <a:cubicBezTo>
                    <a:pt x="23351" y="84333"/>
                    <a:pt x="51137" y="31028"/>
                    <a:pt x="51871" y="14683"/>
                  </a:cubicBezTo>
                  <a:cubicBezTo>
                    <a:pt x="52270" y="5465"/>
                    <a:pt x="48135" y="1"/>
                    <a:pt x="361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223;p55">
              <a:extLst>
                <a:ext uri="{FF2B5EF4-FFF2-40B4-BE49-F238E27FC236}">
                  <a16:creationId xmlns:a16="http://schemas.microsoft.com/office/drawing/2014/main" id="{60EA0AA7-9440-405B-0556-6A789807F309}"/>
                </a:ext>
              </a:extLst>
            </p:cNvPr>
            <p:cNvSpPr/>
            <p:nvPr/>
          </p:nvSpPr>
          <p:spPr>
            <a:xfrm>
              <a:off x="3857925" y="2775750"/>
              <a:ext cx="583525" cy="615000"/>
            </a:xfrm>
            <a:custGeom>
              <a:avLst/>
              <a:gdLst/>
              <a:ahLst/>
              <a:cxnLst/>
              <a:rect l="l" t="t" r="r" b="b"/>
              <a:pathLst>
                <a:path w="23341" h="24600" extrusionOk="0">
                  <a:moveTo>
                    <a:pt x="67" y="1"/>
                  </a:moveTo>
                  <a:cubicBezTo>
                    <a:pt x="1" y="1"/>
                    <a:pt x="1" y="101"/>
                    <a:pt x="67" y="101"/>
                  </a:cubicBezTo>
                  <a:cubicBezTo>
                    <a:pt x="5571" y="501"/>
                    <a:pt x="11008" y="1535"/>
                    <a:pt x="16245" y="3170"/>
                  </a:cubicBezTo>
                  <a:cubicBezTo>
                    <a:pt x="17713" y="3637"/>
                    <a:pt x="19114" y="4137"/>
                    <a:pt x="20549" y="4671"/>
                  </a:cubicBezTo>
                  <a:cubicBezTo>
                    <a:pt x="19548" y="6272"/>
                    <a:pt x="18614" y="7907"/>
                    <a:pt x="17713" y="9575"/>
                  </a:cubicBezTo>
                  <a:cubicBezTo>
                    <a:pt x="16012" y="12643"/>
                    <a:pt x="14478" y="15812"/>
                    <a:pt x="13143" y="19081"/>
                  </a:cubicBezTo>
                  <a:cubicBezTo>
                    <a:pt x="12409" y="20883"/>
                    <a:pt x="11676" y="22684"/>
                    <a:pt x="11008" y="24552"/>
                  </a:cubicBezTo>
                  <a:cubicBezTo>
                    <a:pt x="11008" y="24575"/>
                    <a:pt x="11042" y="24599"/>
                    <a:pt x="11073" y="24599"/>
                  </a:cubicBezTo>
                  <a:cubicBezTo>
                    <a:pt x="11086" y="24599"/>
                    <a:pt x="11099" y="24595"/>
                    <a:pt x="11108" y="24585"/>
                  </a:cubicBezTo>
                  <a:cubicBezTo>
                    <a:pt x="13977" y="18214"/>
                    <a:pt x="17079" y="12010"/>
                    <a:pt x="20448" y="5905"/>
                  </a:cubicBezTo>
                  <a:cubicBezTo>
                    <a:pt x="21382" y="4204"/>
                    <a:pt x="22383" y="2503"/>
                    <a:pt x="23317" y="768"/>
                  </a:cubicBezTo>
                  <a:cubicBezTo>
                    <a:pt x="23340" y="745"/>
                    <a:pt x="23316" y="706"/>
                    <a:pt x="23287" y="706"/>
                  </a:cubicBezTo>
                  <a:cubicBezTo>
                    <a:pt x="23274" y="706"/>
                    <a:pt x="23261" y="714"/>
                    <a:pt x="23250" y="735"/>
                  </a:cubicBezTo>
                  <a:cubicBezTo>
                    <a:pt x="22316" y="1969"/>
                    <a:pt x="21416" y="3270"/>
                    <a:pt x="20582" y="4604"/>
                  </a:cubicBezTo>
                  <a:cubicBezTo>
                    <a:pt x="15578" y="2369"/>
                    <a:pt x="10141" y="1102"/>
                    <a:pt x="4704" y="435"/>
                  </a:cubicBezTo>
                  <a:cubicBezTo>
                    <a:pt x="3169" y="234"/>
                    <a:pt x="1635" y="101"/>
                    <a:pt x="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224;p55">
              <a:extLst>
                <a:ext uri="{FF2B5EF4-FFF2-40B4-BE49-F238E27FC236}">
                  <a16:creationId xmlns:a16="http://schemas.microsoft.com/office/drawing/2014/main" id="{0ABFB700-FD9E-7A20-77A6-94F253012A75}"/>
                </a:ext>
              </a:extLst>
            </p:cNvPr>
            <p:cNvSpPr/>
            <p:nvPr/>
          </p:nvSpPr>
          <p:spPr>
            <a:xfrm>
              <a:off x="3802875" y="4303525"/>
              <a:ext cx="519575" cy="221850"/>
            </a:xfrm>
            <a:custGeom>
              <a:avLst/>
              <a:gdLst/>
              <a:ahLst/>
              <a:cxnLst/>
              <a:rect l="l" t="t" r="r" b="b"/>
              <a:pathLst>
                <a:path w="20783" h="8874" extrusionOk="0">
                  <a:moveTo>
                    <a:pt x="68" y="0"/>
                  </a:moveTo>
                  <a:cubicBezTo>
                    <a:pt x="34" y="0"/>
                    <a:pt x="1" y="67"/>
                    <a:pt x="34" y="100"/>
                  </a:cubicBezTo>
                  <a:cubicBezTo>
                    <a:pt x="635" y="467"/>
                    <a:pt x="6572" y="3136"/>
                    <a:pt x="7940" y="3703"/>
                  </a:cubicBezTo>
                  <a:cubicBezTo>
                    <a:pt x="10609" y="4871"/>
                    <a:pt x="13344" y="5938"/>
                    <a:pt x="16046" y="7039"/>
                  </a:cubicBezTo>
                  <a:cubicBezTo>
                    <a:pt x="16813" y="7339"/>
                    <a:pt x="17614" y="7639"/>
                    <a:pt x="18381" y="7939"/>
                  </a:cubicBezTo>
                  <a:cubicBezTo>
                    <a:pt x="19181" y="8240"/>
                    <a:pt x="19949" y="8540"/>
                    <a:pt x="20716" y="8873"/>
                  </a:cubicBezTo>
                  <a:cubicBezTo>
                    <a:pt x="20749" y="8873"/>
                    <a:pt x="20782" y="8807"/>
                    <a:pt x="20749" y="8773"/>
                  </a:cubicBezTo>
                  <a:cubicBezTo>
                    <a:pt x="19381" y="8273"/>
                    <a:pt x="18047" y="7606"/>
                    <a:pt x="16746" y="7005"/>
                  </a:cubicBezTo>
                  <a:lnTo>
                    <a:pt x="12710" y="5204"/>
                  </a:lnTo>
                  <a:cubicBezTo>
                    <a:pt x="10075" y="4003"/>
                    <a:pt x="835" y="201"/>
                    <a:pt x="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225;p55">
              <a:extLst>
                <a:ext uri="{FF2B5EF4-FFF2-40B4-BE49-F238E27FC236}">
                  <a16:creationId xmlns:a16="http://schemas.microsoft.com/office/drawing/2014/main" id="{BD5FFCE9-9269-4837-6A12-613A4CD1B01C}"/>
                </a:ext>
              </a:extLst>
            </p:cNvPr>
            <p:cNvSpPr/>
            <p:nvPr/>
          </p:nvSpPr>
          <p:spPr>
            <a:xfrm>
              <a:off x="3881275" y="2852875"/>
              <a:ext cx="558450" cy="1408225"/>
            </a:xfrm>
            <a:custGeom>
              <a:avLst/>
              <a:gdLst/>
              <a:ahLst/>
              <a:cxnLst/>
              <a:rect l="l" t="t" r="r" b="b"/>
              <a:pathLst>
                <a:path w="22338" h="56329" extrusionOk="0">
                  <a:moveTo>
                    <a:pt x="22262" y="1"/>
                  </a:moveTo>
                  <a:cubicBezTo>
                    <a:pt x="22237" y="1"/>
                    <a:pt x="22208" y="15"/>
                    <a:pt x="22183" y="52"/>
                  </a:cubicBezTo>
                  <a:cubicBezTo>
                    <a:pt x="20348" y="3554"/>
                    <a:pt x="18781" y="7190"/>
                    <a:pt x="17179" y="10826"/>
                  </a:cubicBezTo>
                  <a:cubicBezTo>
                    <a:pt x="15578" y="14429"/>
                    <a:pt x="14044" y="18031"/>
                    <a:pt x="12543" y="21667"/>
                  </a:cubicBezTo>
                  <a:cubicBezTo>
                    <a:pt x="9541" y="28906"/>
                    <a:pt x="6772" y="36211"/>
                    <a:pt x="4170" y="43616"/>
                  </a:cubicBezTo>
                  <a:cubicBezTo>
                    <a:pt x="2702" y="47786"/>
                    <a:pt x="1335" y="52022"/>
                    <a:pt x="1" y="56258"/>
                  </a:cubicBezTo>
                  <a:cubicBezTo>
                    <a:pt x="1" y="56300"/>
                    <a:pt x="39" y="56328"/>
                    <a:pt x="68" y="56328"/>
                  </a:cubicBezTo>
                  <a:cubicBezTo>
                    <a:pt x="86" y="56328"/>
                    <a:pt x="101" y="56317"/>
                    <a:pt x="101" y="56292"/>
                  </a:cubicBezTo>
                  <a:cubicBezTo>
                    <a:pt x="2569" y="48820"/>
                    <a:pt x="5271" y="41381"/>
                    <a:pt x="8040" y="34043"/>
                  </a:cubicBezTo>
                  <a:cubicBezTo>
                    <a:pt x="10842" y="26671"/>
                    <a:pt x="13810" y="19399"/>
                    <a:pt x="16946" y="12194"/>
                  </a:cubicBezTo>
                  <a:cubicBezTo>
                    <a:pt x="17813" y="10159"/>
                    <a:pt x="18714" y="8157"/>
                    <a:pt x="19615" y="6156"/>
                  </a:cubicBezTo>
                  <a:cubicBezTo>
                    <a:pt x="20515" y="4121"/>
                    <a:pt x="21483" y="2120"/>
                    <a:pt x="22316" y="85"/>
                  </a:cubicBezTo>
                  <a:cubicBezTo>
                    <a:pt x="22338" y="43"/>
                    <a:pt x="22305" y="1"/>
                    <a:pt x="222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226;p55">
              <a:extLst>
                <a:ext uri="{FF2B5EF4-FFF2-40B4-BE49-F238E27FC236}">
                  <a16:creationId xmlns:a16="http://schemas.microsoft.com/office/drawing/2014/main" id="{95DA85DB-AC2D-384F-4242-382E8485B11A}"/>
                </a:ext>
              </a:extLst>
            </p:cNvPr>
            <p:cNvSpPr/>
            <p:nvPr/>
          </p:nvSpPr>
          <p:spPr>
            <a:xfrm>
              <a:off x="3441800" y="1657125"/>
              <a:ext cx="849800" cy="1029450"/>
            </a:xfrm>
            <a:custGeom>
              <a:avLst/>
              <a:gdLst/>
              <a:ahLst/>
              <a:cxnLst/>
              <a:rect l="l" t="t" r="r" b="b"/>
              <a:pathLst>
                <a:path w="33992" h="41178" extrusionOk="0">
                  <a:moveTo>
                    <a:pt x="14594" y="1"/>
                  </a:moveTo>
                  <a:cubicBezTo>
                    <a:pt x="13481" y="1"/>
                    <a:pt x="12507" y="122"/>
                    <a:pt x="12109" y="281"/>
                  </a:cubicBezTo>
                  <a:cubicBezTo>
                    <a:pt x="11175" y="681"/>
                    <a:pt x="7172" y="5184"/>
                    <a:pt x="5971" y="8820"/>
                  </a:cubicBezTo>
                  <a:cubicBezTo>
                    <a:pt x="3536" y="16159"/>
                    <a:pt x="0" y="39576"/>
                    <a:pt x="467" y="40043"/>
                  </a:cubicBezTo>
                  <a:cubicBezTo>
                    <a:pt x="910" y="40545"/>
                    <a:pt x="26360" y="41177"/>
                    <a:pt x="32319" y="41177"/>
                  </a:cubicBezTo>
                  <a:cubicBezTo>
                    <a:pt x="33093" y="41177"/>
                    <a:pt x="33538" y="41166"/>
                    <a:pt x="33558" y="41143"/>
                  </a:cubicBezTo>
                  <a:cubicBezTo>
                    <a:pt x="33991" y="40576"/>
                    <a:pt x="29822" y="19995"/>
                    <a:pt x="26419" y="12123"/>
                  </a:cubicBezTo>
                  <a:cubicBezTo>
                    <a:pt x="22116" y="2049"/>
                    <a:pt x="19648" y="1148"/>
                    <a:pt x="18180" y="548"/>
                  </a:cubicBezTo>
                  <a:cubicBezTo>
                    <a:pt x="17203" y="146"/>
                    <a:pt x="15815" y="1"/>
                    <a:pt x="14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227;p55">
              <a:extLst>
                <a:ext uri="{FF2B5EF4-FFF2-40B4-BE49-F238E27FC236}">
                  <a16:creationId xmlns:a16="http://schemas.microsoft.com/office/drawing/2014/main" id="{A95898FA-C4A8-6477-3C67-5E67847AE2AB}"/>
                </a:ext>
              </a:extLst>
            </p:cNvPr>
            <p:cNvSpPr/>
            <p:nvPr/>
          </p:nvSpPr>
          <p:spPr>
            <a:xfrm>
              <a:off x="3451800" y="1699150"/>
              <a:ext cx="828125" cy="960725"/>
            </a:xfrm>
            <a:custGeom>
              <a:avLst/>
              <a:gdLst/>
              <a:ahLst/>
              <a:cxnLst/>
              <a:rect l="l" t="t" r="r" b="b"/>
              <a:pathLst>
                <a:path w="33125" h="38429" extrusionOk="0">
                  <a:moveTo>
                    <a:pt x="10141" y="1"/>
                  </a:moveTo>
                  <a:cubicBezTo>
                    <a:pt x="9974" y="201"/>
                    <a:pt x="9774" y="434"/>
                    <a:pt x="9574" y="668"/>
                  </a:cubicBezTo>
                  <a:lnTo>
                    <a:pt x="20415" y="668"/>
                  </a:lnTo>
                  <a:cubicBezTo>
                    <a:pt x="20182" y="401"/>
                    <a:pt x="19948" y="168"/>
                    <a:pt x="19748" y="1"/>
                  </a:cubicBezTo>
                  <a:close/>
                  <a:moveTo>
                    <a:pt x="8206" y="2369"/>
                  </a:moveTo>
                  <a:lnTo>
                    <a:pt x="7739" y="3003"/>
                  </a:lnTo>
                  <a:lnTo>
                    <a:pt x="22216" y="3003"/>
                  </a:lnTo>
                  <a:cubicBezTo>
                    <a:pt x="22083" y="2769"/>
                    <a:pt x="21950" y="2569"/>
                    <a:pt x="21783" y="2369"/>
                  </a:cubicBezTo>
                  <a:close/>
                  <a:moveTo>
                    <a:pt x="6705" y="4704"/>
                  </a:moveTo>
                  <a:cubicBezTo>
                    <a:pt x="6572" y="4938"/>
                    <a:pt x="6439" y="5138"/>
                    <a:pt x="6338" y="5371"/>
                  </a:cubicBezTo>
                  <a:lnTo>
                    <a:pt x="23617" y="5371"/>
                  </a:lnTo>
                  <a:lnTo>
                    <a:pt x="23251" y="4704"/>
                  </a:lnTo>
                  <a:close/>
                  <a:moveTo>
                    <a:pt x="5571" y="7073"/>
                  </a:moveTo>
                  <a:lnTo>
                    <a:pt x="5571" y="7139"/>
                  </a:lnTo>
                  <a:cubicBezTo>
                    <a:pt x="5505" y="7339"/>
                    <a:pt x="5438" y="7540"/>
                    <a:pt x="5371" y="7740"/>
                  </a:cubicBezTo>
                  <a:lnTo>
                    <a:pt x="24785" y="7740"/>
                  </a:lnTo>
                  <a:cubicBezTo>
                    <a:pt x="24685" y="7506"/>
                    <a:pt x="24585" y="7306"/>
                    <a:pt x="24485" y="7073"/>
                  </a:cubicBezTo>
                  <a:close/>
                  <a:moveTo>
                    <a:pt x="4904" y="9441"/>
                  </a:moveTo>
                  <a:cubicBezTo>
                    <a:pt x="4837" y="9641"/>
                    <a:pt x="4771" y="9875"/>
                    <a:pt x="4737" y="10108"/>
                  </a:cubicBezTo>
                  <a:lnTo>
                    <a:pt x="25886" y="10108"/>
                  </a:lnTo>
                  <a:lnTo>
                    <a:pt x="25586" y="9441"/>
                  </a:lnTo>
                  <a:close/>
                  <a:moveTo>
                    <a:pt x="4304" y="11809"/>
                  </a:moveTo>
                  <a:cubicBezTo>
                    <a:pt x="4270" y="12009"/>
                    <a:pt x="4204" y="12210"/>
                    <a:pt x="4170" y="12443"/>
                  </a:cubicBezTo>
                  <a:lnTo>
                    <a:pt x="26820" y="12443"/>
                  </a:lnTo>
                  <a:cubicBezTo>
                    <a:pt x="26720" y="12243"/>
                    <a:pt x="26653" y="12043"/>
                    <a:pt x="26553" y="11809"/>
                  </a:cubicBezTo>
                  <a:close/>
                  <a:moveTo>
                    <a:pt x="3803" y="14178"/>
                  </a:moveTo>
                  <a:cubicBezTo>
                    <a:pt x="3737" y="14378"/>
                    <a:pt x="3703" y="14611"/>
                    <a:pt x="3670" y="14811"/>
                  </a:cubicBezTo>
                  <a:lnTo>
                    <a:pt x="27620" y="14811"/>
                  </a:lnTo>
                  <a:lnTo>
                    <a:pt x="27387" y="14178"/>
                  </a:lnTo>
                  <a:close/>
                  <a:moveTo>
                    <a:pt x="3303" y="16513"/>
                  </a:moveTo>
                  <a:cubicBezTo>
                    <a:pt x="3270" y="16746"/>
                    <a:pt x="3236" y="16946"/>
                    <a:pt x="3203" y="17180"/>
                  </a:cubicBezTo>
                  <a:lnTo>
                    <a:pt x="28321" y="17180"/>
                  </a:lnTo>
                  <a:cubicBezTo>
                    <a:pt x="28254" y="16946"/>
                    <a:pt x="28221" y="16746"/>
                    <a:pt x="28154" y="16546"/>
                  </a:cubicBezTo>
                  <a:lnTo>
                    <a:pt x="28154" y="16513"/>
                  </a:lnTo>
                  <a:close/>
                  <a:moveTo>
                    <a:pt x="2869" y="18881"/>
                  </a:moveTo>
                  <a:cubicBezTo>
                    <a:pt x="2836" y="19115"/>
                    <a:pt x="2769" y="19315"/>
                    <a:pt x="2736" y="19548"/>
                  </a:cubicBezTo>
                  <a:lnTo>
                    <a:pt x="29021" y="19548"/>
                  </a:lnTo>
                  <a:cubicBezTo>
                    <a:pt x="28955" y="19315"/>
                    <a:pt x="28888" y="19115"/>
                    <a:pt x="28821" y="18881"/>
                  </a:cubicBezTo>
                  <a:close/>
                  <a:moveTo>
                    <a:pt x="2436" y="21249"/>
                  </a:moveTo>
                  <a:cubicBezTo>
                    <a:pt x="2402" y="21483"/>
                    <a:pt x="2369" y="21683"/>
                    <a:pt x="2302" y="21917"/>
                  </a:cubicBezTo>
                  <a:lnTo>
                    <a:pt x="29622" y="21917"/>
                  </a:lnTo>
                  <a:cubicBezTo>
                    <a:pt x="29555" y="21683"/>
                    <a:pt x="29522" y="21483"/>
                    <a:pt x="29455" y="21249"/>
                  </a:cubicBezTo>
                  <a:close/>
                  <a:moveTo>
                    <a:pt x="2035" y="23618"/>
                  </a:moveTo>
                  <a:lnTo>
                    <a:pt x="1902" y="24252"/>
                  </a:lnTo>
                  <a:lnTo>
                    <a:pt x="30222" y="24252"/>
                  </a:lnTo>
                  <a:cubicBezTo>
                    <a:pt x="30155" y="24051"/>
                    <a:pt x="30122" y="23818"/>
                    <a:pt x="30055" y="23618"/>
                  </a:cubicBezTo>
                  <a:close/>
                  <a:moveTo>
                    <a:pt x="1635" y="25986"/>
                  </a:moveTo>
                  <a:cubicBezTo>
                    <a:pt x="1602" y="26186"/>
                    <a:pt x="1568" y="26386"/>
                    <a:pt x="1535" y="26620"/>
                  </a:cubicBezTo>
                  <a:lnTo>
                    <a:pt x="30789" y="26620"/>
                  </a:lnTo>
                  <a:lnTo>
                    <a:pt x="30622" y="25986"/>
                  </a:lnTo>
                  <a:close/>
                  <a:moveTo>
                    <a:pt x="1268" y="28321"/>
                  </a:moveTo>
                  <a:lnTo>
                    <a:pt x="1168" y="28988"/>
                  </a:lnTo>
                  <a:lnTo>
                    <a:pt x="31356" y="28988"/>
                  </a:lnTo>
                  <a:cubicBezTo>
                    <a:pt x="31290" y="28788"/>
                    <a:pt x="31223" y="28555"/>
                    <a:pt x="31190" y="28354"/>
                  </a:cubicBezTo>
                  <a:lnTo>
                    <a:pt x="31190" y="28321"/>
                  </a:lnTo>
                  <a:close/>
                  <a:moveTo>
                    <a:pt x="901" y="30689"/>
                  </a:moveTo>
                  <a:cubicBezTo>
                    <a:pt x="868" y="30923"/>
                    <a:pt x="835" y="31123"/>
                    <a:pt x="801" y="31357"/>
                  </a:cubicBezTo>
                  <a:lnTo>
                    <a:pt x="31823" y="31357"/>
                  </a:lnTo>
                  <a:lnTo>
                    <a:pt x="31690" y="30689"/>
                  </a:lnTo>
                  <a:close/>
                  <a:moveTo>
                    <a:pt x="568" y="33058"/>
                  </a:moveTo>
                  <a:cubicBezTo>
                    <a:pt x="534" y="33291"/>
                    <a:pt x="501" y="33491"/>
                    <a:pt x="468" y="33725"/>
                  </a:cubicBezTo>
                  <a:lnTo>
                    <a:pt x="32324" y="33725"/>
                  </a:lnTo>
                  <a:cubicBezTo>
                    <a:pt x="32290" y="33491"/>
                    <a:pt x="32224" y="33291"/>
                    <a:pt x="32190" y="33058"/>
                  </a:cubicBezTo>
                  <a:close/>
                  <a:moveTo>
                    <a:pt x="234" y="35426"/>
                  </a:moveTo>
                  <a:cubicBezTo>
                    <a:pt x="234" y="35660"/>
                    <a:pt x="201" y="35860"/>
                    <a:pt x="167" y="36060"/>
                  </a:cubicBezTo>
                  <a:lnTo>
                    <a:pt x="32757" y="36060"/>
                  </a:lnTo>
                  <a:cubicBezTo>
                    <a:pt x="32724" y="35860"/>
                    <a:pt x="32691" y="35660"/>
                    <a:pt x="32657" y="35426"/>
                  </a:cubicBezTo>
                  <a:close/>
                  <a:moveTo>
                    <a:pt x="34" y="37795"/>
                  </a:moveTo>
                  <a:cubicBezTo>
                    <a:pt x="1" y="37995"/>
                    <a:pt x="1" y="38195"/>
                    <a:pt x="34" y="38362"/>
                  </a:cubicBezTo>
                  <a:cubicBezTo>
                    <a:pt x="101" y="38395"/>
                    <a:pt x="167" y="38428"/>
                    <a:pt x="234" y="38428"/>
                  </a:cubicBezTo>
                  <a:lnTo>
                    <a:pt x="33124" y="38428"/>
                  </a:lnTo>
                  <a:cubicBezTo>
                    <a:pt x="33091" y="38262"/>
                    <a:pt x="33058" y="38028"/>
                    <a:pt x="33058" y="37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228;p55">
              <a:extLst>
                <a:ext uri="{FF2B5EF4-FFF2-40B4-BE49-F238E27FC236}">
                  <a16:creationId xmlns:a16="http://schemas.microsoft.com/office/drawing/2014/main" id="{3F042166-E608-745C-54E6-727D84303FA9}"/>
                </a:ext>
              </a:extLst>
            </p:cNvPr>
            <p:cNvSpPr/>
            <p:nvPr/>
          </p:nvSpPr>
          <p:spPr>
            <a:xfrm>
              <a:off x="3887975" y="1680650"/>
              <a:ext cx="794725" cy="1087700"/>
            </a:xfrm>
            <a:custGeom>
              <a:avLst/>
              <a:gdLst/>
              <a:ahLst/>
              <a:cxnLst/>
              <a:rect l="l" t="t" r="r" b="b"/>
              <a:pathLst>
                <a:path w="31789" h="43508" extrusionOk="0">
                  <a:moveTo>
                    <a:pt x="1337" y="0"/>
                  </a:moveTo>
                  <a:cubicBezTo>
                    <a:pt x="192" y="0"/>
                    <a:pt x="1" y="1425"/>
                    <a:pt x="1801" y="5511"/>
                  </a:cubicBezTo>
                  <a:cubicBezTo>
                    <a:pt x="5003" y="12749"/>
                    <a:pt x="14843" y="26593"/>
                    <a:pt x="14310" y="27193"/>
                  </a:cubicBezTo>
                  <a:cubicBezTo>
                    <a:pt x="13576" y="28060"/>
                    <a:pt x="7238" y="29862"/>
                    <a:pt x="5837" y="30329"/>
                  </a:cubicBezTo>
                  <a:cubicBezTo>
                    <a:pt x="4052" y="30924"/>
                    <a:pt x="9342" y="43508"/>
                    <a:pt x="11159" y="43508"/>
                  </a:cubicBezTo>
                  <a:cubicBezTo>
                    <a:pt x="11175" y="43508"/>
                    <a:pt x="11191" y="43507"/>
                    <a:pt x="11207" y="43505"/>
                  </a:cubicBezTo>
                  <a:cubicBezTo>
                    <a:pt x="19747" y="42404"/>
                    <a:pt x="29387" y="36933"/>
                    <a:pt x="30621" y="32063"/>
                  </a:cubicBezTo>
                  <a:cubicBezTo>
                    <a:pt x="31789" y="27427"/>
                    <a:pt x="19680" y="12850"/>
                    <a:pt x="5703" y="2342"/>
                  </a:cubicBezTo>
                  <a:cubicBezTo>
                    <a:pt x="3984" y="1037"/>
                    <a:pt x="2313" y="0"/>
                    <a:pt x="1337" y="0"/>
                  </a:cubicBez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229;p55">
              <a:extLst>
                <a:ext uri="{FF2B5EF4-FFF2-40B4-BE49-F238E27FC236}">
                  <a16:creationId xmlns:a16="http://schemas.microsoft.com/office/drawing/2014/main" id="{DA752E9D-1B76-F8AC-838D-1F65E6D8F823}"/>
                </a:ext>
              </a:extLst>
            </p:cNvPr>
            <p:cNvSpPr/>
            <p:nvPr/>
          </p:nvSpPr>
          <p:spPr>
            <a:xfrm>
              <a:off x="3503500" y="2428850"/>
              <a:ext cx="764750" cy="443775"/>
            </a:xfrm>
            <a:custGeom>
              <a:avLst/>
              <a:gdLst/>
              <a:ahLst/>
              <a:cxnLst/>
              <a:rect l="l" t="t" r="r" b="b"/>
              <a:pathLst>
                <a:path w="30590" h="17751" extrusionOk="0">
                  <a:moveTo>
                    <a:pt x="24818" y="0"/>
                  </a:moveTo>
                  <a:cubicBezTo>
                    <a:pt x="24818" y="0"/>
                    <a:pt x="19481" y="534"/>
                    <a:pt x="16012" y="1068"/>
                  </a:cubicBezTo>
                  <a:cubicBezTo>
                    <a:pt x="14077" y="1335"/>
                    <a:pt x="10775" y="2135"/>
                    <a:pt x="9474" y="3003"/>
                  </a:cubicBezTo>
                  <a:cubicBezTo>
                    <a:pt x="7473" y="4270"/>
                    <a:pt x="1" y="10942"/>
                    <a:pt x="1569" y="12776"/>
                  </a:cubicBezTo>
                  <a:cubicBezTo>
                    <a:pt x="1913" y="13177"/>
                    <a:pt x="2299" y="13329"/>
                    <a:pt x="2685" y="13329"/>
                  </a:cubicBezTo>
                  <a:cubicBezTo>
                    <a:pt x="3588" y="13329"/>
                    <a:pt x="4497" y="12497"/>
                    <a:pt x="4909" y="12064"/>
                  </a:cubicBezTo>
                  <a:lnTo>
                    <a:pt x="4909" y="12064"/>
                  </a:lnTo>
                  <a:cubicBezTo>
                    <a:pt x="4319" y="12761"/>
                    <a:pt x="2893" y="14709"/>
                    <a:pt x="4437" y="15712"/>
                  </a:cubicBezTo>
                  <a:cubicBezTo>
                    <a:pt x="4712" y="15887"/>
                    <a:pt x="4997" y="15962"/>
                    <a:pt x="5286" y="15962"/>
                  </a:cubicBezTo>
                  <a:cubicBezTo>
                    <a:pt x="6120" y="15962"/>
                    <a:pt x="6977" y="15333"/>
                    <a:pt x="7644" y="14676"/>
                  </a:cubicBezTo>
                  <a:lnTo>
                    <a:pt x="7644" y="14676"/>
                  </a:lnTo>
                  <a:cubicBezTo>
                    <a:pt x="7171" y="15475"/>
                    <a:pt x="6975" y="16414"/>
                    <a:pt x="8073" y="16979"/>
                  </a:cubicBezTo>
                  <a:cubicBezTo>
                    <a:pt x="8270" y="17078"/>
                    <a:pt x="8483" y="17122"/>
                    <a:pt x="8706" y="17122"/>
                  </a:cubicBezTo>
                  <a:cubicBezTo>
                    <a:pt x="9568" y="17122"/>
                    <a:pt x="10587" y="16469"/>
                    <a:pt x="11444" y="15755"/>
                  </a:cubicBezTo>
                  <a:lnTo>
                    <a:pt x="11444" y="15755"/>
                  </a:lnTo>
                  <a:cubicBezTo>
                    <a:pt x="11038" y="16396"/>
                    <a:pt x="10921" y="17075"/>
                    <a:pt x="11676" y="17546"/>
                  </a:cubicBezTo>
                  <a:cubicBezTo>
                    <a:pt x="11897" y="17688"/>
                    <a:pt x="12161" y="17751"/>
                    <a:pt x="12457" y="17751"/>
                  </a:cubicBezTo>
                  <a:cubicBezTo>
                    <a:pt x="14883" y="17751"/>
                    <a:pt x="19415" y="13510"/>
                    <a:pt x="19415" y="13510"/>
                  </a:cubicBezTo>
                  <a:cubicBezTo>
                    <a:pt x="20905" y="13684"/>
                    <a:pt x="22207" y="13766"/>
                    <a:pt x="23398" y="13766"/>
                  </a:cubicBezTo>
                  <a:cubicBezTo>
                    <a:pt x="25858" y="13766"/>
                    <a:pt x="27842" y="13417"/>
                    <a:pt x="30022" y="12810"/>
                  </a:cubicBezTo>
                  <a:cubicBezTo>
                    <a:pt x="30589" y="12676"/>
                    <a:pt x="24818" y="0"/>
                    <a:pt x="24818" y="0"/>
                  </a:cubicBez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230;p55">
              <a:extLst>
                <a:ext uri="{FF2B5EF4-FFF2-40B4-BE49-F238E27FC236}">
                  <a16:creationId xmlns:a16="http://schemas.microsoft.com/office/drawing/2014/main" id="{95C0CFBB-8D27-A6D8-CC2B-5A8D139AF309}"/>
                </a:ext>
              </a:extLst>
            </p:cNvPr>
            <p:cNvSpPr/>
            <p:nvPr/>
          </p:nvSpPr>
          <p:spPr>
            <a:xfrm>
              <a:off x="3691975" y="2650450"/>
              <a:ext cx="138150" cy="151200"/>
            </a:xfrm>
            <a:custGeom>
              <a:avLst/>
              <a:gdLst/>
              <a:ahLst/>
              <a:cxnLst/>
              <a:rect l="l" t="t" r="r" b="b"/>
              <a:pathLst>
                <a:path w="5526" h="6048" extrusionOk="0">
                  <a:moveTo>
                    <a:pt x="5459" y="0"/>
                  </a:moveTo>
                  <a:cubicBezTo>
                    <a:pt x="5452" y="0"/>
                    <a:pt x="5444" y="3"/>
                    <a:pt x="5438" y="9"/>
                  </a:cubicBezTo>
                  <a:cubicBezTo>
                    <a:pt x="4937" y="510"/>
                    <a:pt x="4337" y="943"/>
                    <a:pt x="3837" y="1410"/>
                  </a:cubicBezTo>
                  <a:cubicBezTo>
                    <a:pt x="3370" y="1844"/>
                    <a:pt x="2869" y="2311"/>
                    <a:pt x="2436" y="2811"/>
                  </a:cubicBezTo>
                  <a:cubicBezTo>
                    <a:pt x="1969" y="3312"/>
                    <a:pt x="1535" y="3845"/>
                    <a:pt x="1135" y="4413"/>
                  </a:cubicBezTo>
                  <a:cubicBezTo>
                    <a:pt x="934" y="4679"/>
                    <a:pt x="734" y="4980"/>
                    <a:pt x="534" y="5246"/>
                  </a:cubicBezTo>
                  <a:cubicBezTo>
                    <a:pt x="334" y="5480"/>
                    <a:pt x="167" y="5747"/>
                    <a:pt x="34" y="6014"/>
                  </a:cubicBezTo>
                  <a:cubicBezTo>
                    <a:pt x="0" y="6047"/>
                    <a:pt x="34" y="6047"/>
                    <a:pt x="67" y="6047"/>
                  </a:cubicBezTo>
                  <a:cubicBezTo>
                    <a:pt x="301" y="5814"/>
                    <a:pt x="501" y="5580"/>
                    <a:pt x="701" y="5347"/>
                  </a:cubicBezTo>
                  <a:cubicBezTo>
                    <a:pt x="934" y="5080"/>
                    <a:pt x="1135" y="4813"/>
                    <a:pt x="1335" y="4579"/>
                  </a:cubicBezTo>
                  <a:cubicBezTo>
                    <a:pt x="1802" y="4079"/>
                    <a:pt x="2269" y="3645"/>
                    <a:pt x="2702" y="3112"/>
                  </a:cubicBezTo>
                  <a:cubicBezTo>
                    <a:pt x="3169" y="2611"/>
                    <a:pt x="3603" y="2111"/>
                    <a:pt x="4070" y="1577"/>
                  </a:cubicBezTo>
                  <a:cubicBezTo>
                    <a:pt x="4504" y="1043"/>
                    <a:pt x="4971" y="543"/>
                    <a:pt x="5471" y="76"/>
                  </a:cubicBezTo>
                  <a:cubicBezTo>
                    <a:pt x="5525" y="49"/>
                    <a:pt x="5492" y="0"/>
                    <a:pt x="545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231;p55">
              <a:extLst>
                <a:ext uri="{FF2B5EF4-FFF2-40B4-BE49-F238E27FC236}">
                  <a16:creationId xmlns:a16="http://schemas.microsoft.com/office/drawing/2014/main" id="{BC1830E1-78A6-5D5A-EBAF-018766DB70CF}"/>
                </a:ext>
              </a:extLst>
            </p:cNvPr>
            <p:cNvSpPr/>
            <p:nvPr/>
          </p:nvSpPr>
          <p:spPr>
            <a:xfrm>
              <a:off x="3618750" y="2598625"/>
              <a:ext cx="130550" cy="142350"/>
            </a:xfrm>
            <a:custGeom>
              <a:avLst/>
              <a:gdLst/>
              <a:ahLst/>
              <a:cxnLst/>
              <a:rect l="l" t="t" r="r" b="b"/>
              <a:pathLst>
                <a:path w="5222" h="5694" extrusionOk="0">
                  <a:moveTo>
                    <a:pt x="5166" y="0"/>
                  </a:moveTo>
                  <a:cubicBezTo>
                    <a:pt x="5153" y="0"/>
                    <a:pt x="5141" y="4"/>
                    <a:pt x="5131" y="14"/>
                  </a:cubicBezTo>
                  <a:cubicBezTo>
                    <a:pt x="4097" y="748"/>
                    <a:pt x="3163" y="1615"/>
                    <a:pt x="2329" y="2583"/>
                  </a:cubicBezTo>
                  <a:cubicBezTo>
                    <a:pt x="1495" y="3517"/>
                    <a:pt x="695" y="4517"/>
                    <a:pt x="27" y="5585"/>
                  </a:cubicBezTo>
                  <a:cubicBezTo>
                    <a:pt x="0" y="5639"/>
                    <a:pt x="40" y="5694"/>
                    <a:pt x="73" y="5694"/>
                  </a:cubicBezTo>
                  <a:cubicBezTo>
                    <a:pt x="81" y="5694"/>
                    <a:pt x="88" y="5691"/>
                    <a:pt x="94" y="5685"/>
                  </a:cubicBezTo>
                  <a:cubicBezTo>
                    <a:pt x="328" y="5485"/>
                    <a:pt x="2196" y="3350"/>
                    <a:pt x="2596" y="2883"/>
                  </a:cubicBezTo>
                  <a:cubicBezTo>
                    <a:pt x="3463" y="1949"/>
                    <a:pt x="4364" y="1015"/>
                    <a:pt x="5198" y="48"/>
                  </a:cubicBezTo>
                  <a:cubicBezTo>
                    <a:pt x="5221" y="24"/>
                    <a:pt x="5195" y="0"/>
                    <a:pt x="516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232;p55">
              <a:extLst>
                <a:ext uri="{FF2B5EF4-FFF2-40B4-BE49-F238E27FC236}">
                  <a16:creationId xmlns:a16="http://schemas.microsoft.com/office/drawing/2014/main" id="{A38E9268-1A97-836A-4148-1F9DF588F48D}"/>
                </a:ext>
              </a:extLst>
            </p:cNvPr>
            <p:cNvSpPr/>
            <p:nvPr/>
          </p:nvSpPr>
          <p:spPr>
            <a:xfrm>
              <a:off x="3784550" y="2698200"/>
              <a:ext cx="129275" cy="128675"/>
            </a:xfrm>
            <a:custGeom>
              <a:avLst/>
              <a:gdLst/>
              <a:ahLst/>
              <a:cxnLst/>
              <a:rect l="l" t="t" r="r" b="b"/>
              <a:pathLst>
                <a:path w="5171" h="5147" extrusionOk="0">
                  <a:moveTo>
                    <a:pt x="5104" y="1"/>
                  </a:moveTo>
                  <a:cubicBezTo>
                    <a:pt x="4103" y="668"/>
                    <a:pt x="3136" y="1435"/>
                    <a:pt x="2235" y="2269"/>
                  </a:cubicBezTo>
                  <a:cubicBezTo>
                    <a:pt x="1434" y="3136"/>
                    <a:pt x="701" y="4070"/>
                    <a:pt x="0" y="5071"/>
                  </a:cubicBezTo>
                  <a:cubicBezTo>
                    <a:pt x="0" y="5098"/>
                    <a:pt x="44" y="5147"/>
                    <a:pt x="78" y="5147"/>
                  </a:cubicBezTo>
                  <a:cubicBezTo>
                    <a:pt x="86" y="5147"/>
                    <a:pt x="94" y="5144"/>
                    <a:pt x="100" y="5138"/>
                  </a:cubicBezTo>
                  <a:cubicBezTo>
                    <a:pt x="534" y="4771"/>
                    <a:pt x="2068" y="2970"/>
                    <a:pt x="2502" y="2569"/>
                  </a:cubicBezTo>
                  <a:cubicBezTo>
                    <a:pt x="3336" y="1702"/>
                    <a:pt x="4270" y="901"/>
                    <a:pt x="5137" y="67"/>
                  </a:cubicBezTo>
                  <a:cubicBezTo>
                    <a:pt x="5170" y="34"/>
                    <a:pt x="5137" y="1"/>
                    <a:pt x="510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233;p55">
              <a:extLst>
                <a:ext uri="{FF2B5EF4-FFF2-40B4-BE49-F238E27FC236}">
                  <a16:creationId xmlns:a16="http://schemas.microsoft.com/office/drawing/2014/main" id="{B75A8345-55C4-0615-2652-9533817BFB76}"/>
                </a:ext>
              </a:extLst>
            </p:cNvPr>
            <p:cNvSpPr/>
            <p:nvPr/>
          </p:nvSpPr>
          <p:spPr>
            <a:xfrm>
              <a:off x="3876700" y="1669775"/>
              <a:ext cx="542475" cy="565625"/>
            </a:xfrm>
            <a:custGeom>
              <a:avLst/>
              <a:gdLst/>
              <a:ahLst/>
              <a:cxnLst/>
              <a:rect l="l" t="t" r="r" b="b"/>
              <a:pathLst>
                <a:path w="21699" h="22625" extrusionOk="0">
                  <a:moveTo>
                    <a:pt x="1474" y="1"/>
                  </a:moveTo>
                  <a:cubicBezTo>
                    <a:pt x="188" y="1"/>
                    <a:pt x="0" y="1443"/>
                    <a:pt x="1118" y="4578"/>
                  </a:cubicBezTo>
                  <a:cubicBezTo>
                    <a:pt x="3152" y="10382"/>
                    <a:pt x="11058" y="22625"/>
                    <a:pt x="11058" y="22625"/>
                  </a:cubicBezTo>
                  <a:lnTo>
                    <a:pt x="21699" y="15720"/>
                  </a:lnTo>
                  <a:cubicBezTo>
                    <a:pt x="21699" y="15720"/>
                    <a:pt x="12626" y="7180"/>
                    <a:pt x="7022" y="2977"/>
                  </a:cubicBezTo>
                  <a:cubicBezTo>
                    <a:pt x="4461" y="1045"/>
                    <a:pt x="2569" y="1"/>
                    <a:pt x="1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234;p55">
              <a:extLst>
                <a:ext uri="{FF2B5EF4-FFF2-40B4-BE49-F238E27FC236}">
                  <a16:creationId xmlns:a16="http://schemas.microsoft.com/office/drawing/2014/main" id="{2D8021B9-B74C-A64C-EB19-A10AF6250A2B}"/>
                </a:ext>
              </a:extLst>
            </p:cNvPr>
            <p:cNvSpPr/>
            <p:nvPr/>
          </p:nvSpPr>
          <p:spPr>
            <a:xfrm>
              <a:off x="3886275" y="1699150"/>
              <a:ext cx="532900" cy="536250"/>
            </a:xfrm>
            <a:custGeom>
              <a:avLst/>
              <a:gdLst/>
              <a:ahLst/>
              <a:cxnLst/>
              <a:rect l="l" t="t" r="r" b="b"/>
              <a:pathLst>
                <a:path w="21316" h="21450" extrusionOk="0">
                  <a:moveTo>
                    <a:pt x="34" y="1"/>
                  </a:moveTo>
                  <a:cubicBezTo>
                    <a:pt x="1" y="201"/>
                    <a:pt x="1" y="434"/>
                    <a:pt x="34" y="668"/>
                  </a:cubicBezTo>
                  <a:lnTo>
                    <a:pt x="5038" y="668"/>
                  </a:lnTo>
                  <a:cubicBezTo>
                    <a:pt x="4671" y="401"/>
                    <a:pt x="4337" y="201"/>
                    <a:pt x="4037" y="1"/>
                  </a:cubicBezTo>
                  <a:close/>
                  <a:moveTo>
                    <a:pt x="401" y="2369"/>
                  </a:moveTo>
                  <a:cubicBezTo>
                    <a:pt x="434" y="2569"/>
                    <a:pt x="501" y="2769"/>
                    <a:pt x="601" y="3003"/>
                  </a:cubicBezTo>
                  <a:lnTo>
                    <a:pt x="8207" y="3003"/>
                  </a:lnTo>
                  <a:lnTo>
                    <a:pt x="7373" y="2369"/>
                  </a:lnTo>
                  <a:close/>
                  <a:moveTo>
                    <a:pt x="1235" y="4704"/>
                  </a:moveTo>
                  <a:cubicBezTo>
                    <a:pt x="1335" y="4938"/>
                    <a:pt x="1435" y="5138"/>
                    <a:pt x="1535" y="5371"/>
                  </a:cubicBezTo>
                  <a:lnTo>
                    <a:pt x="11075" y="5371"/>
                  </a:lnTo>
                  <a:cubicBezTo>
                    <a:pt x="10808" y="5138"/>
                    <a:pt x="10575" y="4938"/>
                    <a:pt x="10308" y="4704"/>
                  </a:cubicBezTo>
                  <a:close/>
                  <a:moveTo>
                    <a:pt x="2336" y="7073"/>
                  </a:moveTo>
                  <a:lnTo>
                    <a:pt x="2669" y="7740"/>
                  </a:lnTo>
                  <a:lnTo>
                    <a:pt x="13811" y="7740"/>
                  </a:lnTo>
                  <a:lnTo>
                    <a:pt x="13077" y="7073"/>
                  </a:lnTo>
                  <a:close/>
                  <a:moveTo>
                    <a:pt x="3537" y="9441"/>
                  </a:moveTo>
                  <a:cubicBezTo>
                    <a:pt x="3670" y="9641"/>
                    <a:pt x="3770" y="9875"/>
                    <a:pt x="3903" y="10108"/>
                  </a:cubicBezTo>
                  <a:lnTo>
                    <a:pt x="16479" y="10108"/>
                  </a:lnTo>
                  <a:lnTo>
                    <a:pt x="15745" y="9441"/>
                  </a:lnTo>
                  <a:close/>
                  <a:moveTo>
                    <a:pt x="4837" y="11809"/>
                  </a:moveTo>
                  <a:lnTo>
                    <a:pt x="5204" y="12443"/>
                  </a:lnTo>
                  <a:lnTo>
                    <a:pt x="19081" y="12443"/>
                  </a:lnTo>
                  <a:lnTo>
                    <a:pt x="18380" y="11809"/>
                  </a:lnTo>
                  <a:close/>
                  <a:moveTo>
                    <a:pt x="6205" y="14178"/>
                  </a:moveTo>
                  <a:cubicBezTo>
                    <a:pt x="6339" y="14378"/>
                    <a:pt x="6472" y="14611"/>
                    <a:pt x="6605" y="14811"/>
                  </a:cubicBezTo>
                  <a:lnTo>
                    <a:pt x="20882" y="14811"/>
                  </a:lnTo>
                  <a:lnTo>
                    <a:pt x="21316" y="14545"/>
                  </a:lnTo>
                  <a:lnTo>
                    <a:pt x="20916" y="14178"/>
                  </a:lnTo>
                  <a:close/>
                  <a:moveTo>
                    <a:pt x="7606" y="16513"/>
                  </a:moveTo>
                  <a:lnTo>
                    <a:pt x="8006" y="17180"/>
                  </a:lnTo>
                  <a:lnTo>
                    <a:pt x="17246" y="17180"/>
                  </a:lnTo>
                  <a:lnTo>
                    <a:pt x="18247" y="16513"/>
                  </a:lnTo>
                  <a:close/>
                  <a:moveTo>
                    <a:pt x="9074" y="18881"/>
                  </a:moveTo>
                  <a:lnTo>
                    <a:pt x="9474" y="19548"/>
                  </a:lnTo>
                  <a:lnTo>
                    <a:pt x="13610" y="19548"/>
                  </a:lnTo>
                  <a:lnTo>
                    <a:pt x="14644" y="18881"/>
                  </a:lnTo>
                  <a:close/>
                  <a:moveTo>
                    <a:pt x="10542" y="21249"/>
                  </a:moveTo>
                  <a:lnTo>
                    <a:pt x="10675" y="21450"/>
                  </a:lnTo>
                  <a:lnTo>
                    <a:pt x="10975" y="2124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235;p55">
              <a:extLst>
                <a:ext uri="{FF2B5EF4-FFF2-40B4-BE49-F238E27FC236}">
                  <a16:creationId xmlns:a16="http://schemas.microsoft.com/office/drawing/2014/main" id="{955C5365-32C5-730C-0EA1-94CE0FDDC4F5}"/>
                </a:ext>
              </a:extLst>
            </p:cNvPr>
            <p:cNvSpPr/>
            <p:nvPr/>
          </p:nvSpPr>
          <p:spPr>
            <a:xfrm>
              <a:off x="4135625" y="2022500"/>
              <a:ext cx="224200" cy="152025"/>
            </a:xfrm>
            <a:custGeom>
              <a:avLst/>
              <a:gdLst/>
              <a:ahLst/>
              <a:cxnLst/>
              <a:rect l="l" t="t" r="r" b="b"/>
              <a:pathLst>
                <a:path w="8968" h="6081" extrusionOk="0">
                  <a:moveTo>
                    <a:pt x="8925" y="0"/>
                  </a:moveTo>
                  <a:cubicBezTo>
                    <a:pt x="8920" y="0"/>
                    <a:pt x="8913" y="3"/>
                    <a:pt x="8907" y="9"/>
                  </a:cubicBezTo>
                  <a:cubicBezTo>
                    <a:pt x="5204" y="2311"/>
                    <a:pt x="834" y="5513"/>
                    <a:pt x="34" y="6014"/>
                  </a:cubicBezTo>
                  <a:cubicBezTo>
                    <a:pt x="0" y="6014"/>
                    <a:pt x="34" y="6080"/>
                    <a:pt x="67" y="6080"/>
                  </a:cubicBezTo>
                  <a:cubicBezTo>
                    <a:pt x="868" y="5513"/>
                    <a:pt x="4871" y="3312"/>
                    <a:pt x="8940" y="76"/>
                  </a:cubicBezTo>
                  <a:cubicBezTo>
                    <a:pt x="8967" y="49"/>
                    <a:pt x="8951" y="0"/>
                    <a:pt x="8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236;p55">
              <a:extLst>
                <a:ext uri="{FF2B5EF4-FFF2-40B4-BE49-F238E27FC236}">
                  <a16:creationId xmlns:a16="http://schemas.microsoft.com/office/drawing/2014/main" id="{4B703766-4DA8-DF9D-0294-BA8C84C941DD}"/>
                </a:ext>
              </a:extLst>
            </p:cNvPr>
            <p:cNvSpPr/>
            <p:nvPr/>
          </p:nvSpPr>
          <p:spPr>
            <a:xfrm>
              <a:off x="3970750" y="1924800"/>
              <a:ext cx="200750" cy="313100"/>
            </a:xfrm>
            <a:custGeom>
              <a:avLst/>
              <a:gdLst/>
              <a:ahLst/>
              <a:cxnLst/>
              <a:rect l="l" t="t" r="r" b="b"/>
              <a:pathLst>
                <a:path w="8030" h="12524" extrusionOk="0">
                  <a:moveTo>
                    <a:pt x="44" y="1"/>
                  </a:moveTo>
                  <a:cubicBezTo>
                    <a:pt x="27" y="1"/>
                    <a:pt x="1" y="24"/>
                    <a:pt x="24" y="48"/>
                  </a:cubicBezTo>
                  <a:cubicBezTo>
                    <a:pt x="458" y="1049"/>
                    <a:pt x="925" y="2016"/>
                    <a:pt x="1458" y="2950"/>
                  </a:cubicBezTo>
                  <a:cubicBezTo>
                    <a:pt x="1358" y="2817"/>
                    <a:pt x="1258" y="2650"/>
                    <a:pt x="1125" y="2516"/>
                  </a:cubicBezTo>
                  <a:cubicBezTo>
                    <a:pt x="891" y="2216"/>
                    <a:pt x="625" y="1916"/>
                    <a:pt x="391" y="1582"/>
                  </a:cubicBezTo>
                  <a:cubicBezTo>
                    <a:pt x="381" y="1562"/>
                    <a:pt x="364" y="1554"/>
                    <a:pt x="347" y="1554"/>
                  </a:cubicBezTo>
                  <a:cubicBezTo>
                    <a:pt x="308" y="1554"/>
                    <a:pt x="268" y="1593"/>
                    <a:pt x="291" y="1616"/>
                  </a:cubicBezTo>
                  <a:cubicBezTo>
                    <a:pt x="524" y="1949"/>
                    <a:pt x="725" y="2283"/>
                    <a:pt x="925" y="2617"/>
                  </a:cubicBezTo>
                  <a:cubicBezTo>
                    <a:pt x="1125" y="2917"/>
                    <a:pt x="1358" y="3250"/>
                    <a:pt x="1592" y="3584"/>
                  </a:cubicBezTo>
                  <a:cubicBezTo>
                    <a:pt x="1792" y="3884"/>
                    <a:pt x="2026" y="4184"/>
                    <a:pt x="2259" y="4451"/>
                  </a:cubicBezTo>
                  <a:cubicBezTo>
                    <a:pt x="2292" y="4485"/>
                    <a:pt x="2326" y="4518"/>
                    <a:pt x="2359" y="4585"/>
                  </a:cubicBezTo>
                  <a:cubicBezTo>
                    <a:pt x="2659" y="5152"/>
                    <a:pt x="2993" y="5752"/>
                    <a:pt x="3326" y="6353"/>
                  </a:cubicBezTo>
                  <a:cubicBezTo>
                    <a:pt x="4523" y="8412"/>
                    <a:pt x="7175" y="12524"/>
                    <a:pt x="7229" y="12524"/>
                  </a:cubicBezTo>
                  <a:cubicBezTo>
                    <a:pt x="7229" y="12524"/>
                    <a:pt x="7229" y="12524"/>
                    <a:pt x="7229" y="12524"/>
                  </a:cubicBezTo>
                  <a:cubicBezTo>
                    <a:pt x="7529" y="12390"/>
                    <a:pt x="7763" y="12223"/>
                    <a:pt x="8030" y="12023"/>
                  </a:cubicBezTo>
                  <a:cubicBezTo>
                    <a:pt x="8030" y="11990"/>
                    <a:pt x="8030" y="11957"/>
                    <a:pt x="7996" y="11957"/>
                  </a:cubicBezTo>
                  <a:cubicBezTo>
                    <a:pt x="7763" y="12057"/>
                    <a:pt x="7529" y="12157"/>
                    <a:pt x="7329" y="12290"/>
                  </a:cubicBezTo>
                  <a:cubicBezTo>
                    <a:pt x="6162" y="10255"/>
                    <a:pt x="4861" y="8187"/>
                    <a:pt x="3660" y="6152"/>
                  </a:cubicBezTo>
                  <a:lnTo>
                    <a:pt x="1892" y="3150"/>
                  </a:lnTo>
                  <a:cubicBezTo>
                    <a:pt x="1292" y="2116"/>
                    <a:pt x="725" y="1015"/>
                    <a:pt x="57" y="15"/>
                  </a:cubicBezTo>
                  <a:cubicBezTo>
                    <a:pt x="57" y="5"/>
                    <a:pt x="52" y="1"/>
                    <a:pt x="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237;p55">
              <a:extLst>
                <a:ext uri="{FF2B5EF4-FFF2-40B4-BE49-F238E27FC236}">
                  <a16:creationId xmlns:a16="http://schemas.microsoft.com/office/drawing/2014/main" id="{7D745148-ECF2-9C8B-2418-746ED7FC0E6C}"/>
                </a:ext>
              </a:extLst>
            </p:cNvPr>
            <p:cNvSpPr/>
            <p:nvPr/>
          </p:nvSpPr>
          <p:spPr>
            <a:xfrm>
              <a:off x="2961450" y="1672700"/>
              <a:ext cx="827225" cy="819700"/>
            </a:xfrm>
            <a:custGeom>
              <a:avLst/>
              <a:gdLst/>
              <a:ahLst/>
              <a:cxnLst/>
              <a:rect l="l" t="t" r="r" b="b"/>
              <a:pathLst>
                <a:path w="33089" h="32788" extrusionOk="0">
                  <a:moveTo>
                    <a:pt x="31388" y="0"/>
                  </a:moveTo>
                  <a:cubicBezTo>
                    <a:pt x="30032" y="0"/>
                    <a:pt x="27619" y="1020"/>
                    <a:pt x="25252" y="2260"/>
                  </a:cubicBezTo>
                  <a:cubicBezTo>
                    <a:pt x="13911" y="8131"/>
                    <a:pt x="3236" y="15302"/>
                    <a:pt x="1235" y="20306"/>
                  </a:cubicBezTo>
                  <a:cubicBezTo>
                    <a:pt x="1" y="23442"/>
                    <a:pt x="1535" y="29112"/>
                    <a:pt x="2803" y="32515"/>
                  </a:cubicBezTo>
                  <a:cubicBezTo>
                    <a:pt x="2870" y="32703"/>
                    <a:pt x="3130" y="32787"/>
                    <a:pt x="3537" y="32787"/>
                  </a:cubicBezTo>
                  <a:cubicBezTo>
                    <a:pt x="6731" y="32787"/>
                    <a:pt x="18967" y="27557"/>
                    <a:pt x="17813" y="26344"/>
                  </a:cubicBezTo>
                  <a:cubicBezTo>
                    <a:pt x="14578" y="22941"/>
                    <a:pt x="14044" y="21574"/>
                    <a:pt x="14411" y="20873"/>
                  </a:cubicBezTo>
                  <a:cubicBezTo>
                    <a:pt x="14644" y="20439"/>
                    <a:pt x="27053" y="9632"/>
                    <a:pt x="30556" y="4761"/>
                  </a:cubicBezTo>
                  <a:cubicBezTo>
                    <a:pt x="33089" y="1233"/>
                    <a:pt x="32877" y="0"/>
                    <a:pt x="31388" y="0"/>
                  </a:cubicBez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238;p55">
              <a:extLst>
                <a:ext uri="{FF2B5EF4-FFF2-40B4-BE49-F238E27FC236}">
                  <a16:creationId xmlns:a16="http://schemas.microsoft.com/office/drawing/2014/main" id="{A6A6CEF1-AD32-2D53-E7F9-0449D5548058}"/>
                </a:ext>
              </a:extLst>
            </p:cNvPr>
            <p:cNvSpPr/>
            <p:nvPr/>
          </p:nvSpPr>
          <p:spPr>
            <a:xfrm>
              <a:off x="3009825" y="2226200"/>
              <a:ext cx="602125" cy="528775"/>
            </a:xfrm>
            <a:custGeom>
              <a:avLst/>
              <a:gdLst/>
              <a:ahLst/>
              <a:cxnLst/>
              <a:rect l="l" t="t" r="r" b="b"/>
              <a:pathLst>
                <a:path w="24085" h="21151" extrusionOk="0">
                  <a:moveTo>
                    <a:pt x="11108" y="1"/>
                  </a:moveTo>
                  <a:lnTo>
                    <a:pt x="0" y="7773"/>
                  </a:lnTo>
                  <a:cubicBezTo>
                    <a:pt x="434" y="8874"/>
                    <a:pt x="2169" y="14945"/>
                    <a:pt x="3369" y="16713"/>
                  </a:cubicBezTo>
                  <a:cubicBezTo>
                    <a:pt x="4556" y="18427"/>
                    <a:pt x="6394" y="21150"/>
                    <a:pt x="8529" y="21150"/>
                  </a:cubicBezTo>
                  <a:cubicBezTo>
                    <a:pt x="8555" y="21150"/>
                    <a:pt x="8581" y="21150"/>
                    <a:pt x="8606" y="21149"/>
                  </a:cubicBezTo>
                  <a:cubicBezTo>
                    <a:pt x="9407" y="21082"/>
                    <a:pt x="10174" y="20749"/>
                    <a:pt x="10741" y="20148"/>
                  </a:cubicBezTo>
                  <a:cubicBezTo>
                    <a:pt x="10741" y="20148"/>
                    <a:pt x="11707" y="20551"/>
                    <a:pt x="12620" y="20551"/>
                  </a:cubicBezTo>
                  <a:cubicBezTo>
                    <a:pt x="13022" y="20551"/>
                    <a:pt x="13415" y="20473"/>
                    <a:pt x="13710" y="20248"/>
                  </a:cubicBezTo>
                  <a:cubicBezTo>
                    <a:pt x="14311" y="19748"/>
                    <a:pt x="14744" y="19081"/>
                    <a:pt x="14978" y="18347"/>
                  </a:cubicBezTo>
                  <a:cubicBezTo>
                    <a:pt x="14978" y="18347"/>
                    <a:pt x="15889" y="18887"/>
                    <a:pt x="16751" y="18887"/>
                  </a:cubicBezTo>
                  <a:cubicBezTo>
                    <a:pt x="17101" y="18887"/>
                    <a:pt x="17443" y="18798"/>
                    <a:pt x="17713" y="18547"/>
                  </a:cubicBezTo>
                  <a:cubicBezTo>
                    <a:pt x="18213" y="18013"/>
                    <a:pt x="18514" y="17313"/>
                    <a:pt x="18580" y="16612"/>
                  </a:cubicBezTo>
                  <a:cubicBezTo>
                    <a:pt x="18580" y="16612"/>
                    <a:pt x="19989" y="19701"/>
                    <a:pt x="21366" y="19701"/>
                  </a:cubicBezTo>
                  <a:cubicBezTo>
                    <a:pt x="21517" y="19701"/>
                    <a:pt x="21668" y="19664"/>
                    <a:pt x="21816" y="19581"/>
                  </a:cubicBezTo>
                  <a:cubicBezTo>
                    <a:pt x="24084" y="18314"/>
                    <a:pt x="20748" y="10441"/>
                    <a:pt x="19814" y="8540"/>
                  </a:cubicBezTo>
                  <a:cubicBezTo>
                    <a:pt x="18714" y="6305"/>
                    <a:pt x="11108" y="1"/>
                    <a:pt x="11108" y="1"/>
                  </a:cubicBez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239;p55">
              <a:extLst>
                <a:ext uri="{FF2B5EF4-FFF2-40B4-BE49-F238E27FC236}">
                  <a16:creationId xmlns:a16="http://schemas.microsoft.com/office/drawing/2014/main" id="{EC24A692-2110-1AF2-1FB2-7895EBDA622B}"/>
                </a:ext>
              </a:extLst>
            </p:cNvPr>
            <p:cNvSpPr/>
            <p:nvPr/>
          </p:nvSpPr>
          <p:spPr>
            <a:xfrm>
              <a:off x="3408450" y="2479000"/>
              <a:ext cx="66725" cy="162025"/>
            </a:xfrm>
            <a:custGeom>
              <a:avLst/>
              <a:gdLst/>
              <a:ahLst/>
              <a:cxnLst/>
              <a:rect l="l" t="t" r="r" b="b"/>
              <a:pathLst>
                <a:path w="2669" h="6481" extrusionOk="0">
                  <a:moveTo>
                    <a:pt x="62" y="1"/>
                  </a:moveTo>
                  <a:cubicBezTo>
                    <a:pt x="32" y="1"/>
                    <a:pt x="0" y="40"/>
                    <a:pt x="0" y="63"/>
                  </a:cubicBezTo>
                  <a:cubicBezTo>
                    <a:pt x="1067" y="2064"/>
                    <a:pt x="1601" y="4432"/>
                    <a:pt x="2569" y="6467"/>
                  </a:cubicBezTo>
                  <a:cubicBezTo>
                    <a:pt x="2578" y="6477"/>
                    <a:pt x="2591" y="6481"/>
                    <a:pt x="2604" y="6481"/>
                  </a:cubicBezTo>
                  <a:cubicBezTo>
                    <a:pt x="2635" y="6481"/>
                    <a:pt x="2669" y="6457"/>
                    <a:pt x="2669" y="6434"/>
                  </a:cubicBezTo>
                  <a:cubicBezTo>
                    <a:pt x="2168" y="4199"/>
                    <a:pt x="1101" y="2064"/>
                    <a:pt x="100" y="29"/>
                  </a:cubicBezTo>
                  <a:cubicBezTo>
                    <a:pt x="90" y="8"/>
                    <a:pt x="76" y="1"/>
                    <a:pt x="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240;p55">
              <a:extLst>
                <a:ext uri="{FF2B5EF4-FFF2-40B4-BE49-F238E27FC236}">
                  <a16:creationId xmlns:a16="http://schemas.microsoft.com/office/drawing/2014/main" id="{B1D7C6D7-71FB-CA17-4B3E-3E5ACC510B7C}"/>
                </a:ext>
              </a:extLst>
            </p:cNvPr>
            <p:cNvSpPr/>
            <p:nvPr/>
          </p:nvSpPr>
          <p:spPr>
            <a:xfrm>
              <a:off x="3300275" y="2539050"/>
              <a:ext cx="87100" cy="144850"/>
            </a:xfrm>
            <a:custGeom>
              <a:avLst/>
              <a:gdLst/>
              <a:ahLst/>
              <a:cxnLst/>
              <a:rect l="l" t="t" r="r" b="b"/>
              <a:pathLst>
                <a:path w="3484" h="5794" extrusionOk="0">
                  <a:moveTo>
                    <a:pt x="54" y="0"/>
                  </a:moveTo>
                  <a:cubicBezTo>
                    <a:pt x="26" y="0"/>
                    <a:pt x="1" y="39"/>
                    <a:pt x="24" y="62"/>
                  </a:cubicBezTo>
                  <a:cubicBezTo>
                    <a:pt x="591" y="996"/>
                    <a:pt x="1191" y="1964"/>
                    <a:pt x="1725" y="2931"/>
                  </a:cubicBezTo>
                  <a:cubicBezTo>
                    <a:pt x="1992" y="3431"/>
                    <a:pt x="2259" y="3898"/>
                    <a:pt x="2526" y="4399"/>
                  </a:cubicBezTo>
                  <a:cubicBezTo>
                    <a:pt x="2726" y="4866"/>
                    <a:pt x="3026" y="5333"/>
                    <a:pt x="3326" y="5766"/>
                  </a:cubicBezTo>
                  <a:cubicBezTo>
                    <a:pt x="3346" y="5786"/>
                    <a:pt x="3368" y="5794"/>
                    <a:pt x="3389" y="5794"/>
                  </a:cubicBezTo>
                  <a:cubicBezTo>
                    <a:pt x="3440" y="5794"/>
                    <a:pt x="3483" y="5747"/>
                    <a:pt x="3460" y="5700"/>
                  </a:cubicBezTo>
                  <a:cubicBezTo>
                    <a:pt x="3293" y="5199"/>
                    <a:pt x="3059" y="4699"/>
                    <a:pt x="2793" y="4265"/>
                  </a:cubicBezTo>
                  <a:cubicBezTo>
                    <a:pt x="2492" y="3798"/>
                    <a:pt x="2226" y="3298"/>
                    <a:pt x="1925" y="2831"/>
                  </a:cubicBezTo>
                  <a:cubicBezTo>
                    <a:pt x="1325" y="1864"/>
                    <a:pt x="724" y="930"/>
                    <a:pt x="91" y="29"/>
                  </a:cubicBezTo>
                  <a:cubicBezTo>
                    <a:pt x="80" y="8"/>
                    <a:pt x="67" y="0"/>
                    <a:pt x="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241;p55">
              <a:extLst>
                <a:ext uri="{FF2B5EF4-FFF2-40B4-BE49-F238E27FC236}">
                  <a16:creationId xmlns:a16="http://schemas.microsoft.com/office/drawing/2014/main" id="{D83D33BE-2A1A-E1F2-C7BF-DBE67E5C4B69}"/>
                </a:ext>
              </a:extLst>
            </p:cNvPr>
            <p:cNvSpPr/>
            <p:nvPr/>
          </p:nvSpPr>
          <p:spPr>
            <a:xfrm>
              <a:off x="3198300" y="2600300"/>
              <a:ext cx="80075" cy="129625"/>
            </a:xfrm>
            <a:custGeom>
              <a:avLst/>
              <a:gdLst/>
              <a:ahLst/>
              <a:cxnLst/>
              <a:rect l="l" t="t" r="r" b="b"/>
              <a:pathLst>
                <a:path w="3203" h="5185" extrusionOk="0">
                  <a:moveTo>
                    <a:pt x="38" y="0"/>
                  </a:moveTo>
                  <a:cubicBezTo>
                    <a:pt x="17" y="0"/>
                    <a:pt x="0" y="24"/>
                    <a:pt x="0" y="47"/>
                  </a:cubicBezTo>
                  <a:cubicBezTo>
                    <a:pt x="534" y="948"/>
                    <a:pt x="1034" y="1849"/>
                    <a:pt x="1534" y="2749"/>
                  </a:cubicBezTo>
                  <a:cubicBezTo>
                    <a:pt x="1801" y="3183"/>
                    <a:pt x="2068" y="3617"/>
                    <a:pt x="2335" y="4084"/>
                  </a:cubicBezTo>
                  <a:cubicBezTo>
                    <a:pt x="2535" y="4484"/>
                    <a:pt x="2802" y="4884"/>
                    <a:pt x="3136" y="5184"/>
                  </a:cubicBezTo>
                  <a:lnTo>
                    <a:pt x="3202" y="5184"/>
                  </a:lnTo>
                  <a:cubicBezTo>
                    <a:pt x="3036" y="4717"/>
                    <a:pt x="2802" y="4284"/>
                    <a:pt x="2502" y="3917"/>
                  </a:cubicBezTo>
                  <a:cubicBezTo>
                    <a:pt x="2235" y="3516"/>
                    <a:pt x="1968" y="3049"/>
                    <a:pt x="1668" y="2616"/>
                  </a:cubicBezTo>
                  <a:cubicBezTo>
                    <a:pt x="1134" y="1782"/>
                    <a:pt x="600" y="915"/>
                    <a:pt x="67" y="14"/>
                  </a:cubicBezTo>
                  <a:cubicBezTo>
                    <a:pt x="57" y="4"/>
                    <a:pt x="47" y="0"/>
                    <a:pt x="3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242;p55">
              <a:extLst>
                <a:ext uri="{FF2B5EF4-FFF2-40B4-BE49-F238E27FC236}">
                  <a16:creationId xmlns:a16="http://schemas.microsoft.com/office/drawing/2014/main" id="{E5AA78BD-F542-B15A-B600-FD7118456031}"/>
                </a:ext>
              </a:extLst>
            </p:cNvPr>
            <p:cNvSpPr/>
            <p:nvPr/>
          </p:nvSpPr>
          <p:spPr>
            <a:xfrm>
              <a:off x="3182450" y="1664825"/>
              <a:ext cx="607975" cy="488850"/>
            </a:xfrm>
            <a:custGeom>
              <a:avLst/>
              <a:gdLst/>
              <a:ahLst/>
              <a:cxnLst/>
              <a:rect l="l" t="t" r="r" b="b"/>
              <a:pathLst>
                <a:path w="24319" h="19554" extrusionOk="0">
                  <a:moveTo>
                    <a:pt x="22497" y="1"/>
                  </a:moveTo>
                  <a:cubicBezTo>
                    <a:pt x="21339" y="1"/>
                    <a:pt x="19445" y="641"/>
                    <a:pt x="16912" y="1841"/>
                  </a:cubicBezTo>
                  <a:cubicBezTo>
                    <a:pt x="10608" y="4843"/>
                    <a:pt x="0" y="11381"/>
                    <a:pt x="0" y="11381"/>
                  </a:cubicBezTo>
                  <a:lnTo>
                    <a:pt x="8340" y="19554"/>
                  </a:lnTo>
                  <a:cubicBezTo>
                    <a:pt x="8340" y="19554"/>
                    <a:pt x="19247" y="9880"/>
                    <a:pt x="22416" y="4609"/>
                  </a:cubicBezTo>
                  <a:cubicBezTo>
                    <a:pt x="24319" y="1445"/>
                    <a:pt x="24237" y="1"/>
                    <a:pt x="22497" y="1"/>
                  </a:cubicBezTo>
                  <a:close/>
                </a:path>
              </a:pathLst>
            </a:custGeom>
            <a:solidFill>
              <a:srgbClr val="FBB1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243;p55">
              <a:extLst>
                <a:ext uri="{FF2B5EF4-FFF2-40B4-BE49-F238E27FC236}">
                  <a16:creationId xmlns:a16="http://schemas.microsoft.com/office/drawing/2014/main" id="{0197C2C7-1808-115D-D136-38900D6C0CDE}"/>
                </a:ext>
              </a:extLst>
            </p:cNvPr>
            <p:cNvSpPr/>
            <p:nvPr/>
          </p:nvSpPr>
          <p:spPr>
            <a:xfrm>
              <a:off x="3182450" y="1664825"/>
              <a:ext cx="607975" cy="488850"/>
            </a:xfrm>
            <a:custGeom>
              <a:avLst/>
              <a:gdLst/>
              <a:ahLst/>
              <a:cxnLst/>
              <a:rect l="l" t="t" r="r" b="b"/>
              <a:pathLst>
                <a:path w="24319" h="19554" extrusionOk="0">
                  <a:moveTo>
                    <a:pt x="22497" y="1"/>
                  </a:moveTo>
                  <a:cubicBezTo>
                    <a:pt x="21339" y="1"/>
                    <a:pt x="19445" y="641"/>
                    <a:pt x="16912" y="1841"/>
                  </a:cubicBezTo>
                  <a:cubicBezTo>
                    <a:pt x="10608" y="4843"/>
                    <a:pt x="0" y="11381"/>
                    <a:pt x="0" y="11381"/>
                  </a:cubicBezTo>
                  <a:lnTo>
                    <a:pt x="8340" y="19554"/>
                  </a:lnTo>
                  <a:cubicBezTo>
                    <a:pt x="8340" y="19554"/>
                    <a:pt x="19247" y="9880"/>
                    <a:pt x="22416" y="4609"/>
                  </a:cubicBezTo>
                  <a:cubicBezTo>
                    <a:pt x="24319" y="1445"/>
                    <a:pt x="24237" y="1"/>
                    <a:pt x="22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244;p55">
              <a:extLst>
                <a:ext uri="{FF2B5EF4-FFF2-40B4-BE49-F238E27FC236}">
                  <a16:creationId xmlns:a16="http://schemas.microsoft.com/office/drawing/2014/main" id="{43188429-8DEF-C271-77FD-B04ECD23C772}"/>
                </a:ext>
              </a:extLst>
            </p:cNvPr>
            <p:cNvSpPr/>
            <p:nvPr/>
          </p:nvSpPr>
          <p:spPr>
            <a:xfrm>
              <a:off x="3182450" y="1699150"/>
              <a:ext cx="595450" cy="429500"/>
            </a:xfrm>
            <a:custGeom>
              <a:avLst/>
              <a:gdLst/>
              <a:ahLst/>
              <a:cxnLst/>
              <a:rect l="l" t="t" r="r" b="b"/>
              <a:pathLst>
                <a:path w="23818" h="17180" extrusionOk="0">
                  <a:moveTo>
                    <a:pt x="17946" y="1"/>
                  </a:moveTo>
                  <a:cubicBezTo>
                    <a:pt x="17613" y="134"/>
                    <a:pt x="17279" y="301"/>
                    <a:pt x="16912" y="468"/>
                  </a:cubicBezTo>
                  <a:lnTo>
                    <a:pt x="16545" y="668"/>
                  </a:lnTo>
                  <a:lnTo>
                    <a:pt x="23650" y="668"/>
                  </a:lnTo>
                  <a:cubicBezTo>
                    <a:pt x="23717" y="434"/>
                    <a:pt x="23784" y="234"/>
                    <a:pt x="23817" y="1"/>
                  </a:cubicBezTo>
                  <a:close/>
                  <a:moveTo>
                    <a:pt x="13210" y="2369"/>
                  </a:moveTo>
                  <a:lnTo>
                    <a:pt x="12009" y="3003"/>
                  </a:lnTo>
                  <a:lnTo>
                    <a:pt x="22550" y="3003"/>
                  </a:lnTo>
                  <a:cubicBezTo>
                    <a:pt x="22683" y="2803"/>
                    <a:pt x="22817" y="2569"/>
                    <a:pt x="22917" y="2369"/>
                  </a:cubicBezTo>
                  <a:close/>
                  <a:moveTo>
                    <a:pt x="8940" y="4704"/>
                  </a:moveTo>
                  <a:lnTo>
                    <a:pt x="7806" y="5371"/>
                  </a:lnTo>
                  <a:lnTo>
                    <a:pt x="20915" y="5371"/>
                  </a:lnTo>
                  <a:cubicBezTo>
                    <a:pt x="21082" y="5138"/>
                    <a:pt x="21249" y="4938"/>
                    <a:pt x="21416" y="4704"/>
                  </a:cubicBezTo>
                  <a:close/>
                  <a:moveTo>
                    <a:pt x="4870" y="7073"/>
                  </a:moveTo>
                  <a:lnTo>
                    <a:pt x="3803" y="7740"/>
                  </a:lnTo>
                  <a:lnTo>
                    <a:pt x="18914" y="7740"/>
                  </a:lnTo>
                  <a:cubicBezTo>
                    <a:pt x="19114" y="7506"/>
                    <a:pt x="19314" y="7306"/>
                    <a:pt x="19481" y="7073"/>
                  </a:cubicBezTo>
                  <a:close/>
                  <a:moveTo>
                    <a:pt x="968" y="9441"/>
                  </a:moveTo>
                  <a:lnTo>
                    <a:pt x="0" y="10008"/>
                  </a:lnTo>
                  <a:lnTo>
                    <a:pt x="100" y="10108"/>
                  </a:lnTo>
                  <a:lnTo>
                    <a:pt x="16746" y="10108"/>
                  </a:lnTo>
                  <a:lnTo>
                    <a:pt x="17346" y="9441"/>
                  </a:lnTo>
                  <a:close/>
                  <a:moveTo>
                    <a:pt x="1835" y="11809"/>
                  </a:moveTo>
                  <a:lnTo>
                    <a:pt x="2502" y="12443"/>
                  </a:lnTo>
                  <a:lnTo>
                    <a:pt x="14411" y="12443"/>
                  </a:lnTo>
                  <a:lnTo>
                    <a:pt x="15044" y="11809"/>
                  </a:lnTo>
                  <a:close/>
                  <a:moveTo>
                    <a:pt x="4237" y="14178"/>
                  </a:moveTo>
                  <a:lnTo>
                    <a:pt x="4904" y="14811"/>
                  </a:lnTo>
                  <a:lnTo>
                    <a:pt x="11975" y="14811"/>
                  </a:lnTo>
                  <a:lnTo>
                    <a:pt x="12643" y="14178"/>
                  </a:lnTo>
                  <a:close/>
                  <a:moveTo>
                    <a:pt x="6638" y="16513"/>
                  </a:moveTo>
                  <a:lnTo>
                    <a:pt x="7305" y="17180"/>
                  </a:lnTo>
                  <a:lnTo>
                    <a:pt x="9440" y="17180"/>
                  </a:lnTo>
                  <a:lnTo>
                    <a:pt x="10141" y="1651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245;p55">
              <a:extLst>
                <a:ext uri="{FF2B5EF4-FFF2-40B4-BE49-F238E27FC236}">
                  <a16:creationId xmlns:a16="http://schemas.microsoft.com/office/drawing/2014/main" id="{9A652EB0-7C03-35EE-A37C-6483677242BB}"/>
                </a:ext>
              </a:extLst>
            </p:cNvPr>
            <p:cNvSpPr/>
            <p:nvPr/>
          </p:nvSpPr>
          <p:spPr>
            <a:xfrm>
              <a:off x="3250225" y="1916475"/>
              <a:ext cx="185525" cy="184150"/>
            </a:xfrm>
            <a:custGeom>
              <a:avLst/>
              <a:gdLst/>
              <a:ahLst/>
              <a:cxnLst/>
              <a:rect l="l" t="t" r="r" b="b"/>
              <a:pathLst>
                <a:path w="7421" h="7366" extrusionOk="0">
                  <a:moveTo>
                    <a:pt x="30" y="0"/>
                  </a:moveTo>
                  <a:cubicBezTo>
                    <a:pt x="11" y="0"/>
                    <a:pt x="1" y="24"/>
                    <a:pt x="25" y="47"/>
                  </a:cubicBezTo>
                  <a:cubicBezTo>
                    <a:pt x="658" y="715"/>
                    <a:pt x="3494" y="4084"/>
                    <a:pt x="7330" y="7353"/>
                  </a:cubicBezTo>
                  <a:cubicBezTo>
                    <a:pt x="7339" y="7362"/>
                    <a:pt x="7350" y="7366"/>
                    <a:pt x="7361" y="7366"/>
                  </a:cubicBezTo>
                  <a:cubicBezTo>
                    <a:pt x="7392" y="7366"/>
                    <a:pt x="7421" y="7335"/>
                    <a:pt x="7396" y="7286"/>
                  </a:cubicBezTo>
                  <a:cubicBezTo>
                    <a:pt x="4528" y="4217"/>
                    <a:pt x="692" y="681"/>
                    <a:pt x="58" y="14"/>
                  </a:cubicBezTo>
                  <a:cubicBezTo>
                    <a:pt x="48" y="4"/>
                    <a:pt x="38" y="0"/>
                    <a:pt x="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246;p55">
              <a:extLst>
                <a:ext uri="{FF2B5EF4-FFF2-40B4-BE49-F238E27FC236}">
                  <a16:creationId xmlns:a16="http://schemas.microsoft.com/office/drawing/2014/main" id="{9516773C-EB34-3FE5-0786-1B2A57579E2C}"/>
                </a:ext>
              </a:extLst>
            </p:cNvPr>
            <p:cNvSpPr/>
            <p:nvPr/>
          </p:nvSpPr>
          <p:spPr>
            <a:xfrm>
              <a:off x="3556050" y="1828900"/>
              <a:ext cx="63400" cy="180575"/>
            </a:xfrm>
            <a:custGeom>
              <a:avLst/>
              <a:gdLst/>
              <a:ahLst/>
              <a:cxnLst/>
              <a:rect l="l" t="t" r="r" b="b"/>
              <a:pathLst>
                <a:path w="2536" h="7223" extrusionOk="0">
                  <a:moveTo>
                    <a:pt x="2483" y="1"/>
                  </a:moveTo>
                  <a:cubicBezTo>
                    <a:pt x="2474" y="1"/>
                    <a:pt x="2469" y="5"/>
                    <a:pt x="2469" y="15"/>
                  </a:cubicBezTo>
                  <a:cubicBezTo>
                    <a:pt x="2035" y="915"/>
                    <a:pt x="1635" y="1782"/>
                    <a:pt x="1268" y="2716"/>
                  </a:cubicBezTo>
                  <a:lnTo>
                    <a:pt x="1268" y="2516"/>
                  </a:lnTo>
                  <a:cubicBezTo>
                    <a:pt x="1301" y="1983"/>
                    <a:pt x="1401" y="1416"/>
                    <a:pt x="1535" y="848"/>
                  </a:cubicBezTo>
                  <a:cubicBezTo>
                    <a:pt x="1535" y="815"/>
                    <a:pt x="1510" y="798"/>
                    <a:pt x="1485" y="798"/>
                  </a:cubicBezTo>
                  <a:cubicBezTo>
                    <a:pt x="1460" y="798"/>
                    <a:pt x="1435" y="815"/>
                    <a:pt x="1435" y="848"/>
                  </a:cubicBezTo>
                  <a:cubicBezTo>
                    <a:pt x="1301" y="1382"/>
                    <a:pt x="1201" y="1949"/>
                    <a:pt x="1101" y="2516"/>
                  </a:cubicBezTo>
                  <a:cubicBezTo>
                    <a:pt x="1068" y="2783"/>
                    <a:pt x="1034" y="3050"/>
                    <a:pt x="1001" y="3317"/>
                  </a:cubicBezTo>
                  <a:cubicBezTo>
                    <a:pt x="1001" y="3350"/>
                    <a:pt x="1001" y="3384"/>
                    <a:pt x="1001" y="3417"/>
                  </a:cubicBezTo>
                  <a:cubicBezTo>
                    <a:pt x="1001" y="3417"/>
                    <a:pt x="1001" y="3450"/>
                    <a:pt x="1001" y="3450"/>
                  </a:cubicBezTo>
                  <a:cubicBezTo>
                    <a:pt x="601" y="4685"/>
                    <a:pt x="367" y="5919"/>
                    <a:pt x="0" y="7153"/>
                  </a:cubicBezTo>
                  <a:cubicBezTo>
                    <a:pt x="0" y="7194"/>
                    <a:pt x="26" y="7223"/>
                    <a:pt x="53" y="7223"/>
                  </a:cubicBezTo>
                  <a:cubicBezTo>
                    <a:pt x="70" y="7223"/>
                    <a:pt x="88" y="7212"/>
                    <a:pt x="100" y="7186"/>
                  </a:cubicBezTo>
                  <a:cubicBezTo>
                    <a:pt x="434" y="5986"/>
                    <a:pt x="934" y="4785"/>
                    <a:pt x="1335" y="3617"/>
                  </a:cubicBezTo>
                  <a:cubicBezTo>
                    <a:pt x="1768" y="2450"/>
                    <a:pt x="2135" y="1249"/>
                    <a:pt x="2535" y="48"/>
                  </a:cubicBezTo>
                  <a:cubicBezTo>
                    <a:pt x="2535" y="24"/>
                    <a:pt x="2502" y="1"/>
                    <a:pt x="24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247;p55">
              <a:extLst>
                <a:ext uri="{FF2B5EF4-FFF2-40B4-BE49-F238E27FC236}">
                  <a16:creationId xmlns:a16="http://schemas.microsoft.com/office/drawing/2014/main" id="{7822A857-E6F8-58D3-3A1F-E74539EA7B0B}"/>
                </a:ext>
              </a:extLst>
            </p:cNvPr>
            <p:cNvSpPr/>
            <p:nvPr/>
          </p:nvSpPr>
          <p:spPr>
            <a:xfrm>
              <a:off x="3718650" y="1501700"/>
              <a:ext cx="207675" cy="304900"/>
            </a:xfrm>
            <a:custGeom>
              <a:avLst/>
              <a:gdLst/>
              <a:ahLst/>
              <a:cxnLst/>
              <a:rect l="l" t="t" r="r" b="b"/>
              <a:pathLst>
                <a:path w="8307" h="12196" extrusionOk="0">
                  <a:moveTo>
                    <a:pt x="7839" y="0"/>
                  </a:moveTo>
                  <a:cubicBezTo>
                    <a:pt x="6917" y="0"/>
                    <a:pt x="1" y="1628"/>
                    <a:pt x="1" y="1628"/>
                  </a:cubicBezTo>
                  <a:cubicBezTo>
                    <a:pt x="401" y="3229"/>
                    <a:pt x="601" y="4863"/>
                    <a:pt x="601" y="6464"/>
                  </a:cubicBezTo>
                  <a:cubicBezTo>
                    <a:pt x="601" y="6665"/>
                    <a:pt x="568" y="6831"/>
                    <a:pt x="535" y="6998"/>
                  </a:cubicBezTo>
                  <a:cubicBezTo>
                    <a:pt x="535" y="6998"/>
                    <a:pt x="535" y="7032"/>
                    <a:pt x="535" y="7065"/>
                  </a:cubicBezTo>
                  <a:cubicBezTo>
                    <a:pt x="301" y="8032"/>
                    <a:pt x="34" y="11635"/>
                    <a:pt x="1802" y="12135"/>
                  </a:cubicBezTo>
                  <a:cubicBezTo>
                    <a:pt x="1953" y="12176"/>
                    <a:pt x="2113" y="12196"/>
                    <a:pt x="2280" y="12196"/>
                  </a:cubicBezTo>
                  <a:cubicBezTo>
                    <a:pt x="4160" y="12196"/>
                    <a:pt x="7012" y="9750"/>
                    <a:pt x="8207" y="7699"/>
                  </a:cubicBezTo>
                  <a:cubicBezTo>
                    <a:pt x="8307" y="7565"/>
                    <a:pt x="8140" y="5897"/>
                    <a:pt x="8007" y="3863"/>
                  </a:cubicBezTo>
                  <a:cubicBezTo>
                    <a:pt x="7940" y="2628"/>
                    <a:pt x="7873" y="1261"/>
                    <a:pt x="7940" y="27"/>
                  </a:cubicBezTo>
                  <a:cubicBezTo>
                    <a:pt x="7940" y="9"/>
                    <a:pt x="7905" y="0"/>
                    <a:pt x="7839" y="0"/>
                  </a:cubicBez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248;p55">
              <a:extLst>
                <a:ext uri="{FF2B5EF4-FFF2-40B4-BE49-F238E27FC236}">
                  <a16:creationId xmlns:a16="http://schemas.microsoft.com/office/drawing/2014/main" id="{9F27F04D-BF8A-507E-29A6-C2A2BF0AA02D}"/>
                </a:ext>
              </a:extLst>
            </p:cNvPr>
            <p:cNvSpPr/>
            <p:nvPr/>
          </p:nvSpPr>
          <p:spPr>
            <a:xfrm>
              <a:off x="3718650" y="1502350"/>
              <a:ext cx="186000" cy="177675"/>
            </a:xfrm>
            <a:custGeom>
              <a:avLst/>
              <a:gdLst/>
              <a:ahLst/>
              <a:cxnLst/>
              <a:rect l="l" t="t" r="r" b="b"/>
              <a:pathLst>
                <a:path w="7440" h="7107" extrusionOk="0">
                  <a:moveTo>
                    <a:pt x="7440" y="1"/>
                  </a:moveTo>
                  <a:lnTo>
                    <a:pt x="7440" y="1"/>
                  </a:lnTo>
                  <a:cubicBezTo>
                    <a:pt x="5738" y="267"/>
                    <a:pt x="1" y="1602"/>
                    <a:pt x="1" y="1602"/>
                  </a:cubicBezTo>
                  <a:cubicBezTo>
                    <a:pt x="401" y="3169"/>
                    <a:pt x="601" y="4804"/>
                    <a:pt x="601" y="6438"/>
                  </a:cubicBezTo>
                  <a:cubicBezTo>
                    <a:pt x="568" y="6605"/>
                    <a:pt x="535" y="6772"/>
                    <a:pt x="501" y="6939"/>
                  </a:cubicBezTo>
                  <a:cubicBezTo>
                    <a:pt x="501" y="6972"/>
                    <a:pt x="501" y="7006"/>
                    <a:pt x="501" y="7039"/>
                  </a:cubicBezTo>
                  <a:cubicBezTo>
                    <a:pt x="768" y="7072"/>
                    <a:pt x="1035" y="7106"/>
                    <a:pt x="1302" y="7106"/>
                  </a:cubicBezTo>
                  <a:cubicBezTo>
                    <a:pt x="1329" y="7106"/>
                    <a:pt x="1357" y="7106"/>
                    <a:pt x="1384" y="7106"/>
                  </a:cubicBezTo>
                  <a:cubicBezTo>
                    <a:pt x="5524" y="7106"/>
                    <a:pt x="7009" y="2088"/>
                    <a:pt x="74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249;p55">
              <a:extLst>
                <a:ext uri="{FF2B5EF4-FFF2-40B4-BE49-F238E27FC236}">
                  <a16:creationId xmlns:a16="http://schemas.microsoft.com/office/drawing/2014/main" id="{A074D23E-8492-8F9D-A0F8-385142AB653A}"/>
                </a:ext>
              </a:extLst>
            </p:cNvPr>
            <p:cNvSpPr/>
            <p:nvPr/>
          </p:nvSpPr>
          <p:spPr>
            <a:xfrm>
              <a:off x="3553550" y="1307200"/>
              <a:ext cx="154300" cy="174325"/>
            </a:xfrm>
            <a:custGeom>
              <a:avLst/>
              <a:gdLst/>
              <a:ahLst/>
              <a:cxnLst/>
              <a:rect l="l" t="t" r="r" b="b"/>
              <a:pathLst>
                <a:path w="6172" h="6973" extrusionOk="0">
                  <a:moveTo>
                    <a:pt x="3057" y="0"/>
                  </a:moveTo>
                  <a:cubicBezTo>
                    <a:pt x="3039" y="0"/>
                    <a:pt x="3020" y="1"/>
                    <a:pt x="3002" y="1"/>
                  </a:cubicBezTo>
                  <a:cubicBezTo>
                    <a:pt x="1334" y="34"/>
                    <a:pt x="0" y="1602"/>
                    <a:pt x="34" y="3537"/>
                  </a:cubicBezTo>
                  <a:cubicBezTo>
                    <a:pt x="67" y="5472"/>
                    <a:pt x="1468" y="6973"/>
                    <a:pt x="3136" y="6973"/>
                  </a:cubicBezTo>
                  <a:cubicBezTo>
                    <a:pt x="4837" y="6939"/>
                    <a:pt x="6171" y="5338"/>
                    <a:pt x="6138" y="3403"/>
                  </a:cubicBezTo>
                  <a:cubicBezTo>
                    <a:pt x="6105" y="1522"/>
                    <a:pt x="4733" y="0"/>
                    <a:pt x="3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250;p55">
              <a:extLst>
                <a:ext uri="{FF2B5EF4-FFF2-40B4-BE49-F238E27FC236}">
                  <a16:creationId xmlns:a16="http://schemas.microsoft.com/office/drawing/2014/main" id="{8847C975-C5EE-0F29-4602-AFD010E39C51}"/>
                </a:ext>
              </a:extLst>
            </p:cNvPr>
            <p:cNvSpPr/>
            <p:nvPr/>
          </p:nvSpPr>
          <p:spPr>
            <a:xfrm>
              <a:off x="3561050" y="1299700"/>
              <a:ext cx="171800" cy="194350"/>
            </a:xfrm>
            <a:custGeom>
              <a:avLst/>
              <a:gdLst/>
              <a:ahLst/>
              <a:cxnLst/>
              <a:rect l="l" t="t" r="r" b="b"/>
              <a:pathLst>
                <a:path w="6872" h="7774" extrusionOk="0">
                  <a:moveTo>
                    <a:pt x="3423" y="0"/>
                  </a:moveTo>
                  <a:cubicBezTo>
                    <a:pt x="3405" y="0"/>
                    <a:pt x="3387" y="0"/>
                    <a:pt x="3369" y="1"/>
                  </a:cubicBezTo>
                  <a:cubicBezTo>
                    <a:pt x="1468" y="34"/>
                    <a:pt x="0" y="1802"/>
                    <a:pt x="34" y="3970"/>
                  </a:cubicBezTo>
                  <a:cubicBezTo>
                    <a:pt x="67" y="6084"/>
                    <a:pt x="1605" y="7773"/>
                    <a:pt x="3449" y="7773"/>
                  </a:cubicBezTo>
                  <a:cubicBezTo>
                    <a:pt x="3467" y="7773"/>
                    <a:pt x="3485" y="7773"/>
                    <a:pt x="3503" y="7773"/>
                  </a:cubicBezTo>
                  <a:cubicBezTo>
                    <a:pt x="5371" y="7740"/>
                    <a:pt x="6872" y="5972"/>
                    <a:pt x="6839" y="3837"/>
                  </a:cubicBezTo>
                  <a:cubicBezTo>
                    <a:pt x="6806" y="1690"/>
                    <a:pt x="5268" y="0"/>
                    <a:pt x="34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251;p55">
              <a:extLst>
                <a:ext uri="{FF2B5EF4-FFF2-40B4-BE49-F238E27FC236}">
                  <a16:creationId xmlns:a16="http://schemas.microsoft.com/office/drawing/2014/main" id="{52599D6E-5AEC-02D7-DAF3-5288B8FBE35B}"/>
                </a:ext>
              </a:extLst>
            </p:cNvPr>
            <p:cNvSpPr/>
            <p:nvPr/>
          </p:nvSpPr>
          <p:spPr>
            <a:xfrm>
              <a:off x="3584400" y="1156150"/>
              <a:ext cx="355275" cy="479725"/>
            </a:xfrm>
            <a:custGeom>
              <a:avLst/>
              <a:gdLst/>
              <a:ahLst/>
              <a:cxnLst/>
              <a:rect l="l" t="t" r="r" b="b"/>
              <a:pathLst>
                <a:path w="14211" h="19189" extrusionOk="0">
                  <a:moveTo>
                    <a:pt x="6811" y="0"/>
                  </a:moveTo>
                  <a:cubicBezTo>
                    <a:pt x="5100" y="0"/>
                    <a:pt x="3422" y="579"/>
                    <a:pt x="2269" y="1773"/>
                  </a:cubicBezTo>
                  <a:cubicBezTo>
                    <a:pt x="334" y="3741"/>
                    <a:pt x="0" y="14416"/>
                    <a:pt x="2669" y="17351"/>
                  </a:cubicBezTo>
                  <a:cubicBezTo>
                    <a:pt x="3817" y="18625"/>
                    <a:pt x="5294" y="19188"/>
                    <a:pt x="6799" y="19188"/>
                  </a:cubicBezTo>
                  <a:cubicBezTo>
                    <a:pt x="8881" y="19188"/>
                    <a:pt x="11016" y="18112"/>
                    <a:pt x="12409" y="16350"/>
                  </a:cubicBezTo>
                  <a:cubicBezTo>
                    <a:pt x="14077" y="14249"/>
                    <a:pt x="14211" y="6043"/>
                    <a:pt x="12910" y="3441"/>
                  </a:cubicBezTo>
                  <a:cubicBezTo>
                    <a:pt x="11771" y="1184"/>
                    <a:pt x="9258" y="0"/>
                    <a:pt x="6811" y="0"/>
                  </a:cubicBez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252;p55">
              <a:extLst>
                <a:ext uri="{FF2B5EF4-FFF2-40B4-BE49-F238E27FC236}">
                  <a16:creationId xmlns:a16="http://schemas.microsoft.com/office/drawing/2014/main" id="{30BE81BB-4D2A-07DD-DE56-0DF5425C746B}"/>
                </a:ext>
              </a:extLst>
            </p:cNvPr>
            <p:cNvSpPr/>
            <p:nvPr/>
          </p:nvSpPr>
          <p:spPr>
            <a:xfrm>
              <a:off x="3742850" y="1419800"/>
              <a:ext cx="17525" cy="36700"/>
            </a:xfrm>
            <a:custGeom>
              <a:avLst/>
              <a:gdLst/>
              <a:ahLst/>
              <a:cxnLst/>
              <a:rect l="l" t="t" r="r" b="b"/>
              <a:pathLst>
                <a:path w="701" h="1468" extrusionOk="0">
                  <a:moveTo>
                    <a:pt x="134" y="0"/>
                  </a:moveTo>
                  <a:cubicBezTo>
                    <a:pt x="0" y="534"/>
                    <a:pt x="100" y="1368"/>
                    <a:pt x="701" y="1468"/>
                  </a:cubicBezTo>
                  <a:lnTo>
                    <a:pt x="701" y="1435"/>
                  </a:lnTo>
                  <a:cubicBezTo>
                    <a:pt x="200" y="1234"/>
                    <a:pt x="134" y="601"/>
                    <a:pt x="167" y="67"/>
                  </a:cubicBezTo>
                  <a:cubicBezTo>
                    <a:pt x="167" y="34"/>
                    <a:pt x="134" y="0"/>
                    <a:pt x="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253;p55">
              <a:extLst>
                <a:ext uri="{FF2B5EF4-FFF2-40B4-BE49-F238E27FC236}">
                  <a16:creationId xmlns:a16="http://schemas.microsoft.com/office/drawing/2014/main" id="{964F27F8-2CE8-CC1D-5ED2-545BB9B6493C}"/>
                </a:ext>
              </a:extLst>
            </p:cNvPr>
            <p:cNvSpPr/>
            <p:nvPr/>
          </p:nvSpPr>
          <p:spPr>
            <a:xfrm>
              <a:off x="3739875" y="1405575"/>
              <a:ext cx="41800" cy="44300"/>
            </a:xfrm>
            <a:custGeom>
              <a:avLst/>
              <a:gdLst/>
              <a:ahLst/>
              <a:cxnLst/>
              <a:rect l="l" t="t" r="r" b="b"/>
              <a:pathLst>
                <a:path w="1672" h="1772" extrusionOk="0">
                  <a:moveTo>
                    <a:pt x="800" y="0"/>
                  </a:moveTo>
                  <a:cubicBezTo>
                    <a:pt x="784" y="0"/>
                    <a:pt x="769" y="1"/>
                    <a:pt x="753" y="2"/>
                  </a:cubicBezTo>
                  <a:cubicBezTo>
                    <a:pt x="0" y="68"/>
                    <a:pt x="18" y="1772"/>
                    <a:pt x="808" y="1772"/>
                  </a:cubicBezTo>
                  <a:cubicBezTo>
                    <a:pt x="823" y="1772"/>
                    <a:pt x="838" y="1771"/>
                    <a:pt x="853" y="1770"/>
                  </a:cubicBezTo>
                  <a:cubicBezTo>
                    <a:pt x="1672" y="1737"/>
                    <a:pt x="1622" y="0"/>
                    <a:pt x="8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254;p55">
              <a:extLst>
                <a:ext uri="{FF2B5EF4-FFF2-40B4-BE49-F238E27FC236}">
                  <a16:creationId xmlns:a16="http://schemas.microsoft.com/office/drawing/2014/main" id="{011BEBC5-1F01-4DC2-F451-A70484A3B2C9}"/>
                </a:ext>
              </a:extLst>
            </p:cNvPr>
            <p:cNvSpPr/>
            <p:nvPr/>
          </p:nvSpPr>
          <p:spPr>
            <a:xfrm>
              <a:off x="3654450" y="1422300"/>
              <a:ext cx="17525" cy="36700"/>
            </a:xfrm>
            <a:custGeom>
              <a:avLst/>
              <a:gdLst/>
              <a:ahLst/>
              <a:cxnLst/>
              <a:rect l="l" t="t" r="r" b="b"/>
              <a:pathLst>
                <a:path w="701" h="1468" extrusionOk="0">
                  <a:moveTo>
                    <a:pt x="567" y="0"/>
                  </a:moveTo>
                  <a:lnTo>
                    <a:pt x="567" y="0"/>
                  </a:lnTo>
                  <a:cubicBezTo>
                    <a:pt x="567" y="0"/>
                    <a:pt x="534" y="34"/>
                    <a:pt x="534" y="67"/>
                  </a:cubicBezTo>
                  <a:cubicBezTo>
                    <a:pt x="567" y="601"/>
                    <a:pt x="501" y="1234"/>
                    <a:pt x="0" y="1435"/>
                  </a:cubicBezTo>
                  <a:lnTo>
                    <a:pt x="0" y="1468"/>
                  </a:lnTo>
                  <a:cubicBezTo>
                    <a:pt x="634" y="1368"/>
                    <a:pt x="701" y="534"/>
                    <a:pt x="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255;p55">
              <a:extLst>
                <a:ext uri="{FF2B5EF4-FFF2-40B4-BE49-F238E27FC236}">
                  <a16:creationId xmlns:a16="http://schemas.microsoft.com/office/drawing/2014/main" id="{689F7F6B-5A8B-21E2-48BF-5DA5C93CF5D7}"/>
                </a:ext>
              </a:extLst>
            </p:cNvPr>
            <p:cNvSpPr/>
            <p:nvPr/>
          </p:nvSpPr>
          <p:spPr>
            <a:xfrm>
              <a:off x="3633600" y="1408900"/>
              <a:ext cx="40875" cy="44275"/>
            </a:xfrm>
            <a:custGeom>
              <a:avLst/>
              <a:gdLst/>
              <a:ahLst/>
              <a:cxnLst/>
              <a:rect l="l" t="t" r="r" b="b"/>
              <a:pathLst>
                <a:path w="1635" h="1771" extrusionOk="0">
                  <a:moveTo>
                    <a:pt x="853" y="1"/>
                  </a:moveTo>
                  <a:cubicBezTo>
                    <a:pt x="1" y="1"/>
                    <a:pt x="15" y="1738"/>
                    <a:pt x="801" y="1770"/>
                  </a:cubicBezTo>
                  <a:cubicBezTo>
                    <a:pt x="809" y="1771"/>
                    <a:pt x="817" y="1771"/>
                    <a:pt x="824" y="1771"/>
                  </a:cubicBezTo>
                  <a:cubicBezTo>
                    <a:pt x="1635" y="1771"/>
                    <a:pt x="1628" y="36"/>
                    <a:pt x="901" y="3"/>
                  </a:cubicBezTo>
                  <a:cubicBezTo>
                    <a:pt x="885" y="1"/>
                    <a:pt x="869" y="1"/>
                    <a:pt x="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256;p55">
              <a:extLst>
                <a:ext uri="{FF2B5EF4-FFF2-40B4-BE49-F238E27FC236}">
                  <a16:creationId xmlns:a16="http://schemas.microsoft.com/office/drawing/2014/main" id="{6B9F15C5-D179-BE8F-E972-35C62E437855}"/>
                </a:ext>
              </a:extLst>
            </p:cNvPr>
            <p:cNvSpPr/>
            <p:nvPr/>
          </p:nvSpPr>
          <p:spPr>
            <a:xfrm>
              <a:off x="3738675" y="1342575"/>
              <a:ext cx="51725" cy="27200"/>
            </a:xfrm>
            <a:custGeom>
              <a:avLst/>
              <a:gdLst/>
              <a:ahLst/>
              <a:cxnLst/>
              <a:rect l="l" t="t" r="r" b="b"/>
              <a:pathLst>
                <a:path w="2069" h="1088" extrusionOk="0">
                  <a:moveTo>
                    <a:pt x="781" y="0"/>
                  </a:moveTo>
                  <a:cubicBezTo>
                    <a:pt x="526" y="0"/>
                    <a:pt x="254" y="107"/>
                    <a:pt x="67" y="321"/>
                  </a:cubicBezTo>
                  <a:cubicBezTo>
                    <a:pt x="0" y="454"/>
                    <a:pt x="0" y="621"/>
                    <a:pt x="134" y="754"/>
                  </a:cubicBezTo>
                  <a:cubicBezTo>
                    <a:pt x="334" y="921"/>
                    <a:pt x="568" y="988"/>
                    <a:pt x="834" y="988"/>
                  </a:cubicBezTo>
                  <a:cubicBezTo>
                    <a:pt x="1068" y="1054"/>
                    <a:pt x="1335" y="1088"/>
                    <a:pt x="1568" y="1088"/>
                  </a:cubicBezTo>
                  <a:cubicBezTo>
                    <a:pt x="1902" y="1088"/>
                    <a:pt x="2069" y="687"/>
                    <a:pt x="1868" y="421"/>
                  </a:cubicBezTo>
                  <a:cubicBezTo>
                    <a:pt x="1635" y="187"/>
                    <a:pt x="1335" y="54"/>
                    <a:pt x="968" y="20"/>
                  </a:cubicBezTo>
                  <a:cubicBezTo>
                    <a:pt x="908" y="7"/>
                    <a:pt x="845" y="0"/>
                    <a:pt x="7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257;p55">
              <a:extLst>
                <a:ext uri="{FF2B5EF4-FFF2-40B4-BE49-F238E27FC236}">
                  <a16:creationId xmlns:a16="http://schemas.microsoft.com/office/drawing/2014/main" id="{322C048C-C8FC-3405-1B47-ADE9AA0C15FD}"/>
                </a:ext>
              </a:extLst>
            </p:cNvPr>
            <p:cNvSpPr/>
            <p:nvPr/>
          </p:nvSpPr>
          <p:spPr>
            <a:xfrm>
              <a:off x="3620600" y="1346350"/>
              <a:ext cx="50550" cy="30300"/>
            </a:xfrm>
            <a:custGeom>
              <a:avLst/>
              <a:gdLst/>
              <a:ahLst/>
              <a:cxnLst/>
              <a:rect l="l" t="t" r="r" b="b"/>
              <a:pathLst>
                <a:path w="2022" h="1212" extrusionOk="0">
                  <a:moveTo>
                    <a:pt x="1324" y="0"/>
                  </a:moveTo>
                  <a:cubicBezTo>
                    <a:pt x="1209" y="0"/>
                    <a:pt x="1094" y="22"/>
                    <a:pt x="987" y="69"/>
                  </a:cubicBezTo>
                  <a:cubicBezTo>
                    <a:pt x="621" y="136"/>
                    <a:pt x="320" y="336"/>
                    <a:pt x="154" y="603"/>
                  </a:cubicBezTo>
                  <a:cubicBezTo>
                    <a:pt x="0" y="879"/>
                    <a:pt x="185" y="1212"/>
                    <a:pt x="475" y="1212"/>
                  </a:cubicBezTo>
                  <a:cubicBezTo>
                    <a:pt x="501" y="1212"/>
                    <a:pt x="527" y="1209"/>
                    <a:pt x="554" y="1204"/>
                  </a:cubicBezTo>
                  <a:cubicBezTo>
                    <a:pt x="821" y="1170"/>
                    <a:pt x="1021" y="1070"/>
                    <a:pt x="1254" y="1003"/>
                  </a:cubicBezTo>
                  <a:cubicBezTo>
                    <a:pt x="1521" y="970"/>
                    <a:pt x="1755" y="837"/>
                    <a:pt x="1955" y="670"/>
                  </a:cubicBezTo>
                  <a:cubicBezTo>
                    <a:pt x="2022" y="536"/>
                    <a:pt x="2022" y="336"/>
                    <a:pt x="1921" y="203"/>
                  </a:cubicBezTo>
                  <a:cubicBezTo>
                    <a:pt x="1749" y="74"/>
                    <a:pt x="1535" y="0"/>
                    <a:pt x="13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258;p55">
              <a:extLst>
                <a:ext uri="{FF2B5EF4-FFF2-40B4-BE49-F238E27FC236}">
                  <a16:creationId xmlns:a16="http://schemas.microsoft.com/office/drawing/2014/main" id="{8A9CCBC4-8863-E784-E661-4247F234B2CA}"/>
                </a:ext>
              </a:extLst>
            </p:cNvPr>
            <p:cNvSpPr/>
            <p:nvPr/>
          </p:nvSpPr>
          <p:spPr>
            <a:xfrm>
              <a:off x="3745350" y="1547050"/>
              <a:ext cx="28375" cy="13850"/>
            </a:xfrm>
            <a:custGeom>
              <a:avLst/>
              <a:gdLst/>
              <a:ahLst/>
              <a:cxnLst/>
              <a:rect l="l" t="t" r="r" b="b"/>
              <a:pathLst>
                <a:path w="1135" h="554" extrusionOk="0">
                  <a:moveTo>
                    <a:pt x="1108" y="0"/>
                  </a:moveTo>
                  <a:cubicBezTo>
                    <a:pt x="1104" y="0"/>
                    <a:pt x="1101" y="4"/>
                    <a:pt x="1101" y="14"/>
                  </a:cubicBezTo>
                  <a:cubicBezTo>
                    <a:pt x="968" y="147"/>
                    <a:pt x="834" y="314"/>
                    <a:pt x="634" y="347"/>
                  </a:cubicBezTo>
                  <a:cubicBezTo>
                    <a:pt x="434" y="347"/>
                    <a:pt x="234" y="314"/>
                    <a:pt x="34" y="214"/>
                  </a:cubicBezTo>
                  <a:cubicBezTo>
                    <a:pt x="34" y="214"/>
                    <a:pt x="0" y="214"/>
                    <a:pt x="0" y="247"/>
                  </a:cubicBezTo>
                  <a:cubicBezTo>
                    <a:pt x="146" y="452"/>
                    <a:pt x="369" y="554"/>
                    <a:pt x="601" y="554"/>
                  </a:cubicBezTo>
                  <a:cubicBezTo>
                    <a:pt x="634" y="554"/>
                    <a:pt x="667" y="552"/>
                    <a:pt x="701" y="548"/>
                  </a:cubicBezTo>
                  <a:cubicBezTo>
                    <a:pt x="934" y="481"/>
                    <a:pt x="1101" y="281"/>
                    <a:pt x="1134" y="47"/>
                  </a:cubicBezTo>
                  <a:cubicBezTo>
                    <a:pt x="1134" y="24"/>
                    <a:pt x="1118" y="0"/>
                    <a:pt x="11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259;p55">
              <a:extLst>
                <a:ext uri="{FF2B5EF4-FFF2-40B4-BE49-F238E27FC236}">
                  <a16:creationId xmlns:a16="http://schemas.microsoft.com/office/drawing/2014/main" id="{3FD03B9D-11F9-911E-C187-76062DBE41C2}"/>
                </a:ext>
              </a:extLst>
            </p:cNvPr>
            <p:cNvSpPr/>
            <p:nvPr/>
          </p:nvSpPr>
          <p:spPr>
            <a:xfrm>
              <a:off x="3676975" y="1359325"/>
              <a:ext cx="80900" cy="170575"/>
            </a:xfrm>
            <a:custGeom>
              <a:avLst/>
              <a:gdLst/>
              <a:ahLst/>
              <a:cxnLst/>
              <a:rect l="l" t="t" r="r" b="b"/>
              <a:pathLst>
                <a:path w="3236" h="6823" extrusionOk="0">
                  <a:moveTo>
                    <a:pt x="617" y="1"/>
                  </a:moveTo>
                  <a:cubicBezTo>
                    <a:pt x="592" y="1"/>
                    <a:pt x="567" y="17"/>
                    <a:pt x="567" y="51"/>
                  </a:cubicBezTo>
                  <a:cubicBezTo>
                    <a:pt x="133" y="1885"/>
                    <a:pt x="67" y="3920"/>
                    <a:pt x="0" y="5755"/>
                  </a:cubicBezTo>
                  <a:cubicBezTo>
                    <a:pt x="0" y="5807"/>
                    <a:pt x="38" y="5827"/>
                    <a:pt x="98" y="5827"/>
                  </a:cubicBezTo>
                  <a:cubicBezTo>
                    <a:pt x="311" y="5827"/>
                    <a:pt x="804" y="5573"/>
                    <a:pt x="934" y="5521"/>
                  </a:cubicBezTo>
                  <a:lnTo>
                    <a:pt x="934" y="5521"/>
                  </a:lnTo>
                  <a:cubicBezTo>
                    <a:pt x="934" y="5521"/>
                    <a:pt x="901" y="6155"/>
                    <a:pt x="934" y="6589"/>
                  </a:cubicBezTo>
                  <a:lnTo>
                    <a:pt x="934" y="6622"/>
                  </a:lnTo>
                  <a:cubicBezTo>
                    <a:pt x="934" y="6656"/>
                    <a:pt x="934" y="6656"/>
                    <a:pt x="934" y="6689"/>
                  </a:cubicBezTo>
                  <a:cubicBezTo>
                    <a:pt x="934" y="6756"/>
                    <a:pt x="967" y="6789"/>
                    <a:pt x="1034" y="6822"/>
                  </a:cubicBezTo>
                  <a:lnTo>
                    <a:pt x="1301" y="6822"/>
                  </a:lnTo>
                  <a:cubicBezTo>
                    <a:pt x="1501" y="6822"/>
                    <a:pt x="1735" y="6822"/>
                    <a:pt x="1968" y="6756"/>
                  </a:cubicBezTo>
                  <a:cubicBezTo>
                    <a:pt x="2468" y="6656"/>
                    <a:pt x="2935" y="6322"/>
                    <a:pt x="3202" y="5888"/>
                  </a:cubicBezTo>
                  <a:cubicBezTo>
                    <a:pt x="3236" y="5855"/>
                    <a:pt x="3169" y="5822"/>
                    <a:pt x="3136" y="5822"/>
                  </a:cubicBezTo>
                  <a:cubicBezTo>
                    <a:pt x="2662" y="6266"/>
                    <a:pt x="2056" y="6500"/>
                    <a:pt x="1436" y="6500"/>
                  </a:cubicBezTo>
                  <a:cubicBezTo>
                    <a:pt x="1358" y="6500"/>
                    <a:pt x="1279" y="6496"/>
                    <a:pt x="1201" y="6489"/>
                  </a:cubicBezTo>
                  <a:cubicBezTo>
                    <a:pt x="1201" y="6322"/>
                    <a:pt x="1301" y="5054"/>
                    <a:pt x="1268" y="5054"/>
                  </a:cubicBezTo>
                  <a:lnTo>
                    <a:pt x="1268" y="5054"/>
                  </a:lnTo>
                  <a:cubicBezTo>
                    <a:pt x="934" y="5121"/>
                    <a:pt x="634" y="5221"/>
                    <a:pt x="367" y="5355"/>
                  </a:cubicBezTo>
                  <a:cubicBezTo>
                    <a:pt x="400" y="3587"/>
                    <a:pt x="667" y="1819"/>
                    <a:pt x="667" y="51"/>
                  </a:cubicBezTo>
                  <a:cubicBezTo>
                    <a:pt x="667" y="17"/>
                    <a:pt x="642" y="1"/>
                    <a:pt x="6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260;p55">
              <a:extLst>
                <a:ext uri="{FF2B5EF4-FFF2-40B4-BE49-F238E27FC236}">
                  <a16:creationId xmlns:a16="http://schemas.microsoft.com/office/drawing/2014/main" id="{5CF22A5A-7DEF-B6F3-062B-EE7FA28FD1C1}"/>
                </a:ext>
              </a:extLst>
            </p:cNvPr>
            <p:cNvSpPr/>
            <p:nvPr/>
          </p:nvSpPr>
          <p:spPr>
            <a:xfrm>
              <a:off x="3715325" y="1505675"/>
              <a:ext cx="49225" cy="36300"/>
            </a:xfrm>
            <a:custGeom>
              <a:avLst/>
              <a:gdLst/>
              <a:ahLst/>
              <a:cxnLst/>
              <a:rect l="l" t="t" r="r" b="b"/>
              <a:pathLst>
                <a:path w="1969" h="1452" extrusionOk="0">
                  <a:moveTo>
                    <a:pt x="1668" y="1"/>
                  </a:moveTo>
                  <a:cubicBezTo>
                    <a:pt x="1201" y="401"/>
                    <a:pt x="601" y="668"/>
                    <a:pt x="0" y="735"/>
                  </a:cubicBezTo>
                  <a:cubicBezTo>
                    <a:pt x="234" y="1035"/>
                    <a:pt x="568" y="1269"/>
                    <a:pt x="901" y="1402"/>
                  </a:cubicBezTo>
                  <a:cubicBezTo>
                    <a:pt x="1001" y="1435"/>
                    <a:pt x="1110" y="1452"/>
                    <a:pt x="1218" y="1452"/>
                  </a:cubicBezTo>
                  <a:cubicBezTo>
                    <a:pt x="1326" y="1452"/>
                    <a:pt x="1435" y="1435"/>
                    <a:pt x="1535" y="1402"/>
                  </a:cubicBezTo>
                  <a:cubicBezTo>
                    <a:pt x="1969" y="1269"/>
                    <a:pt x="1969" y="868"/>
                    <a:pt x="1868" y="535"/>
                  </a:cubicBezTo>
                  <a:cubicBezTo>
                    <a:pt x="1802" y="335"/>
                    <a:pt x="1735" y="168"/>
                    <a:pt x="16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261;p55">
              <a:extLst>
                <a:ext uri="{FF2B5EF4-FFF2-40B4-BE49-F238E27FC236}">
                  <a16:creationId xmlns:a16="http://schemas.microsoft.com/office/drawing/2014/main" id="{35D36710-A848-9340-EF4F-D94592C9F691}"/>
                </a:ext>
              </a:extLst>
            </p:cNvPr>
            <p:cNvSpPr/>
            <p:nvPr/>
          </p:nvSpPr>
          <p:spPr>
            <a:xfrm>
              <a:off x="3737850" y="1519025"/>
              <a:ext cx="26700" cy="23175"/>
            </a:xfrm>
            <a:custGeom>
              <a:avLst/>
              <a:gdLst/>
              <a:ahLst/>
              <a:cxnLst/>
              <a:rect l="l" t="t" r="r" b="b"/>
              <a:pathLst>
                <a:path w="1068" h="927" extrusionOk="0">
                  <a:moveTo>
                    <a:pt x="967" y="1"/>
                  </a:moveTo>
                  <a:lnTo>
                    <a:pt x="967" y="1"/>
                  </a:lnTo>
                  <a:cubicBezTo>
                    <a:pt x="467" y="34"/>
                    <a:pt x="67" y="401"/>
                    <a:pt x="0" y="901"/>
                  </a:cubicBezTo>
                  <a:cubicBezTo>
                    <a:pt x="100" y="918"/>
                    <a:pt x="209" y="926"/>
                    <a:pt x="317" y="926"/>
                  </a:cubicBezTo>
                  <a:cubicBezTo>
                    <a:pt x="425" y="926"/>
                    <a:pt x="534" y="918"/>
                    <a:pt x="634" y="901"/>
                  </a:cubicBezTo>
                  <a:cubicBezTo>
                    <a:pt x="1068" y="768"/>
                    <a:pt x="1068" y="368"/>
                    <a:pt x="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262;p55">
              <a:extLst>
                <a:ext uri="{FF2B5EF4-FFF2-40B4-BE49-F238E27FC236}">
                  <a16:creationId xmlns:a16="http://schemas.microsoft.com/office/drawing/2014/main" id="{92EBB8CA-11A3-8167-1F3F-B2FB6D9996EE}"/>
                </a:ext>
              </a:extLst>
            </p:cNvPr>
            <p:cNvSpPr/>
            <p:nvPr/>
          </p:nvSpPr>
          <p:spPr>
            <a:xfrm>
              <a:off x="3852100" y="1182950"/>
              <a:ext cx="76725" cy="204350"/>
            </a:xfrm>
            <a:custGeom>
              <a:avLst/>
              <a:gdLst/>
              <a:ahLst/>
              <a:cxnLst/>
              <a:rect l="l" t="t" r="r" b="b"/>
              <a:pathLst>
                <a:path w="3069" h="8174" extrusionOk="0">
                  <a:moveTo>
                    <a:pt x="0" y="1"/>
                  </a:moveTo>
                  <a:lnTo>
                    <a:pt x="0" y="1"/>
                  </a:lnTo>
                  <a:cubicBezTo>
                    <a:pt x="33" y="901"/>
                    <a:pt x="234" y="4771"/>
                    <a:pt x="767" y="5505"/>
                  </a:cubicBezTo>
                  <a:cubicBezTo>
                    <a:pt x="1301" y="6239"/>
                    <a:pt x="2535" y="8073"/>
                    <a:pt x="3069" y="8173"/>
                  </a:cubicBezTo>
                  <a:cubicBezTo>
                    <a:pt x="3069" y="5838"/>
                    <a:pt x="2769" y="3537"/>
                    <a:pt x="2202" y="2369"/>
                  </a:cubicBezTo>
                  <a:cubicBezTo>
                    <a:pt x="1701" y="1402"/>
                    <a:pt x="934" y="568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263;p55">
              <a:extLst>
                <a:ext uri="{FF2B5EF4-FFF2-40B4-BE49-F238E27FC236}">
                  <a16:creationId xmlns:a16="http://schemas.microsoft.com/office/drawing/2014/main" id="{77AA6A48-EE34-5E9B-24AE-FEF9CCF6EABC}"/>
                </a:ext>
              </a:extLst>
            </p:cNvPr>
            <p:cNvSpPr/>
            <p:nvPr/>
          </p:nvSpPr>
          <p:spPr>
            <a:xfrm>
              <a:off x="3682250" y="1238450"/>
              <a:ext cx="120375" cy="48525"/>
            </a:xfrm>
            <a:custGeom>
              <a:avLst/>
              <a:gdLst/>
              <a:ahLst/>
              <a:cxnLst/>
              <a:rect l="l" t="t" r="r" b="b"/>
              <a:pathLst>
                <a:path w="4815" h="1941" extrusionOk="0">
                  <a:moveTo>
                    <a:pt x="4775" y="1"/>
                  </a:moveTo>
                  <a:cubicBezTo>
                    <a:pt x="4767" y="1"/>
                    <a:pt x="4759" y="5"/>
                    <a:pt x="4759" y="16"/>
                  </a:cubicBezTo>
                  <a:cubicBezTo>
                    <a:pt x="4392" y="916"/>
                    <a:pt x="3558" y="1583"/>
                    <a:pt x="2591" y="1717"/>
                  </a:cubicBezTo>
                  <a:cubicBezTo>
                    <a:pt x="2441" y="1744"/>
                    <a:pt x="2289" y="1757"/>
                    <a:pt x="2139" y="1757"/>
                  </a:cubicBezTo>
                  <a:cubicBezTo>
                    <a:pt x="1354" y="1757"/>
                    <a:pt x="588" y="1404"/>
                    <a:pt x="56" y="816"/>
                  </a:cubicBezTo>
                  <a:cubicBezTo>
                    <a:pt x="45" y="805"/>
                    <a:pt x="34" y="801"/>
                    <a:pt x="25" y="801"/>
                  </a:cubicBezTo>
                  <a:cubicBezTo>
                    <a:pt x="8" y="801"/>
                    <a:pt x="0" y="816"/>
                    <a:pt x="23" y="816"/>
                  </a:cubicBezTo>
                  <a:cubicBezTo>
                    <a:pt x="551" y="1521"/>
                    <a:pt x="1389" y="1941"/>
                    <a:pt x="2264" y="1941"/>
                  </a:cubicBezTo>
                  <a:cubicBezTo>
                    <a:pt x="2384" y="1941"/>
                    <a:pt x="2504" y="1933"/>
                    <a:pt x="2624" y="1917"/>
                  </a:cubicBezTo>
                  <a:cubicBezTo>
                    <a:pt x="3658" y="1750"/>
                    <a:pt x="4492" y="1016"/>
                    <a:pt x="4793" y="16"/>
                  </a:cubicBezTo>
                  <a:cubicBezTo>
                    <a:pt x="4815" y="16"/>
                    <a:pt x="4793" y="1"/>
                    <a:pt x="4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264;p55">
              <a:extLst>
                <a:ext uri="{FF2B5EF4-FFF2-40B4-BE49-F238E27FC236}">
                  <a16:creationId xmlns:a16="http://schemas.microsoft.com/office/drawing/2014/main" id="{71CE404B-A165-CF4D-D213-30007492ADD4}"/>
                </a:ext>
              </a:extLst>
            </p:cNvPr>
            <p:cNvSpPr/>
            <p:nvPr/>
          </p:nvSpPr>
          <p:spPr>
            <a:xfrm>
              <a:off x="3673875" y="1087050"/>
              <a:ext cx="183250" cy="101300"/>
            </a:xfrm>
            <a:custGeom>
              <a:avLst/>
              <a:gdLst/>
              <a:ahLst/>
              <a:cxnLst/>
              <a:rect l="l" t="t" r="r" b="b"/>
              <a:pathLst>
                <a:path w="7330" h="4052" extrusionOk="0">
                  <a:moveTo>
                    <a:pt x="3226" y="1"/>
                  </a:moveTo>
                  <a:cubicBezTo>
                    <a:pt x="1759" y="1"/>
                    <a:pt x="458" y="668"/>
                    <a:pt x="24" y="1669"/>
                  </a:cubicBezTo>
                  <a:cubicBezTo>
                    <a:pt x="1" y="1692"/>
                    <a:pt x="57" y="1730"/>
                    <a:pt x="105" y="1730"/>
                  </a:cubicBezTo>
                  <a:cubicBezTo>
                    <a:pt x="127" y="1730"/>
                    <a:pt x="147" y="1723"/>
                    <a:pt x="157" y="1702"/>
                  </a:cubicBezTo>
                  <a:cubicBezTo>
                    <a:pt x="491" y="1135"/>
                    <a:pt x="1025" y="735"/>
                    <a:pt x="1625" y="501"/>
                  </a:cubicBezTo>
                  <a:cubicBezTo>
                    <a:pt x="2109" y="327"/>
                    <a:pt x="2612" y="241"/>
                    <a:pt x="3112" y="241"/>
                  </a:cubicBezTo>
                  <a:cubicBezTo>
                    <a:pt x="3956" y="241"/>
                    <a:pt x="4795" y="486"/>
                    <a:pt x="5528" y="968"/>
                  </a:cubicBezTo>
                  <a:cubicBezTo>
                    <a:pt x="6595" y="1602"/>
                    <a:pt x="7229" y="2769"/>
                    <a:pt x="7162" y="4037"/>
                  </a:cubicBezTo>
                  <a:cubicBezTo>
                    <a:pt x="7162" y="4037"/>
                    <a:pt x="7192" y="4052"/>
                    <a:pt x="7212" y="4052"/>
                  </a:cubicBezTo>
                  <a:cubicBezTo>
                    <a:pt x="7222" y="4052"/>
                    <a:pt x="7229" y="4048"/>
                    <a:pt x="7229" y="4037"/>
                  </a:cubicBezTo>
                  <a:cubicBezTo>
                    <a:pt x="7329" y="3336"/>
                    <a:pt x="7229" y="2636"/>
                    <a:pt x="6896" y="2002"/>
                  </a:cubicBezTo>
                  <a:cubicBezTo>
                    <a:pt x="6295" y="901"/>
                    <a:pt x="4827" y="34"/>
                    <a:pt x="32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265;p55">
              <a:extLst>
                <a:ext uri="{FF2B5EF4-FFF2-40B4-BE49-F238E27FC236}">
                  <a16:creationId xmlns:a16="http://schemas.microsoft.com/office/drawing/2014/main" id="{F53C0FCA-59D2-5B8F-80A5-8B540A0F7EE5}"/>
                </a:ext>
              </a:extLst>
            </p:cNvPr>
            <p:cNvSpPr/>
            <p:nvPr/>
          </p:nvSpPr>
          <p:spPr>
            <a:xfrm>
              <a:off x="3504175" y="1115225"/>
              <a:ext cx="136125" cy="172575"/>
            </a:xfrm>
            <a:custGeom>
              <a:avLst/>
              <a:gdLst/>
              <a:ahLst/>
              <a:cxnLst/>
              <a:rect l="l" t="t" r="r" b="b"/>
              <a:pathLst>
                <a:path w="5445" h="6903" extrusionOk="0">
                  <a:moveTo>
                    <a:pt x="4173" y="1"/>
                  </a:moveTo>
                  <a:cubicBezTo>
                    <a:pt x="3482" y="1"/>
                    <a:pt x="2819" y="108"/>
                    <a:pt x="2209" y="508"/>
                  </a:cubicBezTo>
                  <a:cubicBezTo>
                    <a:pt x="1508" y="942"/>
                    <a:pt x="974" y="1609"/>
                    <a:pt x="708" y="2410"/>
                  </a:cubicBezTo>
                  <a:cubicBezTo>
                    <a:pt x="1" y="4728"/>
                    <a:pt x="1810" y="6902"/>
                    <a:pt x="4003" y="6902"/>
                  </a:cubicBezTo>
                  <a:cubicBezTo>
                    <a:pt x="4397" y="6902"/>
                    <a:pt x="4804" y="6832"/>
                    <a:pt x="5211" y="6679"/>
                  </a:cubicBezTo>
                  <a:cubicBezTo>
                    <a:pt x="5244" y="6679"/>
                    <a:pt x="5211" y="6613"/>
                    <a:pt x="5177" y="6613"/>
                  </a:cubicBezTo>
                  <a:cubicBezTo>
                    <a:pt x="4828" y="6729"/>
                    <a:pt x="4469" y="6785"/>
                    <a:pt x="4112" y="6785"/>
                  </a:cubicBezTo>
                  <a:cubicBezTo>
                    <a:pt x="3547" y="6785"/>
                    <a:pt x="2986" y="6645"/>
                    <a:pt x="2476" y="6379"/>
                  </a:cubicBezTo>
                  <a:cubicBezTo>
                    <a:pt x="1008" y="5512"/>
                    <a:pt x="407" y="3710"/>
                    <a:pt x="1041" y="2176"/>
                  </a:cubicBezTo>
                  <a:cubicBezTo>
                    <a:pt x="1341" y="1409"/>
                    <a:pt x="1908" y="808"/>
                    <a:pt x="2642" y="475"/>
                  </a:cubicBezTo>
                  <a:cubicBezTo>
                    <a:pt x="3206" y="172"/>
                    <a:pt x="3811" y="79"/>
                    <a:pt x="4422" y="79"/>
                  </a:cubicBezTo>
                  <a:cubicBezTo>
                    <a:pt x="4752" y="79"/>
                    <a:pt x="5084" y="106"/>
                    <a:pt x="5411" y="141"/>
                  </a:cubicBezTo>
                  <a:cubicBezTo>
                    <a:pt x="5444" y="141"/>
                    <a:pt x="5444" y="75"/>
                    <a:pt x="5411" y="75"/>
                  </a:cubicBezTo>
                  <a:cubicBezTo>
                    <a:pt x="4992" y="38"/>
                    <a:pt x="4578" y="1"/>
                    <a:pt x="4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266;p55">
              <a:extLst>
                <a:ext uri="{FF2B5EF4-FFF2-40B4-BE49-F238E27FC236}">
                  <a16:creationId xmlns:a16="http://schemas.microsoft.com/office/drawing/2014/main" id="{84E34F78-4703-582D-83A9-81C71D32B96C}"/>
                </a:ext>
              </a:extLst>
            </p:cNvPr>
            <p:cNvSpPr/>
            <p:nvPr/>
          </p:nvSpPr>
          <p:spPr>
            <a:xfrm>
              <a:off x="3514350" y="1101650"/>
              <a:ext cx="443675" cy="187425"/>
            </a:xfrm>
            <a:custGeom>
              <a:avLst/>
              <a:gdLst/>
              <a:ahLst/>
              <a:cxnLst/>
              <a:rect l="l" t="t" r="r" b="b"/>
              <a:pathLst>
                <a:path w="17747" h="7497" extrusionOk="0">
                  <a:moveTo>
                    <a:pt x="9648" y="0"/>
                  </a:moveTo>
                  <a:cubicBezTo>
                    <a:pt x="7897" y="0"/>
                    <a:pt x="6171" y="851"/>
                    <a:pt x="6171" y="851"/>
                  </a:cubicBezTo>
                  <a:cubicBezTo>
                    <a:pt x="6171" y="851"/>
                    <a:pt x="5293" y="367"/>
                    <a:pt x="4180" y="367"/>
                  </a:cubicBezTo>
                  <a:cubicBezTo>
                    <a:pt x="3640" y="367"/>
                    <a:pt x="3046" y="480"/>
                    <a:pt x="2469" y="818"/>
                  </a:cubicBezTo>
                  <a:cubicBezTo>
                    <a:pt x="0" y="2252"/>
                    <a:pt x="367" y="6055"/>
                    <a:pt x="2869" y="7256"/>
                  </a:cubicBezTo>
                  <a:cubicBezTo>
                    <a:pt x="3234" y="7428"/>
                    <a:pt x="3625" y="7496"/>
                    <a:pt x="4016" y="7496"/>
                  </a:cubicBezTo>
                  <a:cubicBezTo>
                    <a:pt x="5515" y="7496"/>
                    <a:pt x="7005" y="6488"/>
                    <a:pt x="7005" y="6488"/>
                  </a:cubicBezTo>
                  <a:cubicBezTo>
                    <a:pt x="7139" y="6508"/>
                    <a:pt x="7976" y="6977"/>
                    <a:pt x="8998" y="6977"/>
                  </a:cubicBezTo>
                  <a:cubicBezTo>
                    <a:pt x="9758" y="6977"/>
                    <a:pt x="10621" y="6717"/>
                    <a:pt x="11375" y="5821"/>
                  </a:cubicBezTo>
                  <a:cubicBezTo>
                    <a:pt x="11375" y="5821"/>
                    <a:pt x="12145" y="6484"/>
                    <a:pt x="13068" y="6484"/>
                  </a:cubicBezTo>
                  <a:cubicBezTo>
                    <a:pt x="13405" y="6484"/>
                    <a:pt x="13763" y="6396"/>
                    <a:pt x="14110" y="6155"/>
                  </a:cubicBezTo>
                  <a:cubicBezTo>
                    <a:pt x="14462" y="6829"/>
                    <a:pt x="15176" y="7246"/>
                    <a:pt x="15932" y="7246"/>
                  </a:cubicBezTo>
                  <a:cubicBezTo>
                    <a:pt x="16036" y="7246"/>
                    <a:pt x="16141" y="7238"/>
                    <a:pt x="16245" y="7222"/>
                  </a:cubicBezTo>
                  <a:cubicBezTo>
                    <a:pt x="16245" y="7222"/>
                    <a:pt x="17746" y="4320"/>
                    <a:pt x="16445" y="2686"/>
                  </a:cubicBezTo>
                  <a:cubicBezTo>
                    <a:pt x="15875" y="1959"/>
                    <a:pt x="14295" y="1878"/>
                    <a:pt x="13621" y="1878"/>
                  </a:cubicBezTo>
                  <a:cubicBezTo>
                    <a:pt x="13429" y="1878"/>
                    <a:pt x="13310" y="1885"/>
                    <a:pt x="13310" y="1885"/>
                  </a:cubicBezTo>
                  <a:cubicBezTo>
                    <a:pt x="12676" y="951"/>
                    <a:pt x="11675" y="317"/>
                    <a:pt x="10541" y="84"/>
                  </a:cubicBezTo>
                  <a:cubicBezTo>
                    <a:pt x="10248" y="25"/>
                    <a:pt x="9948" y="0"/>
                    <a:pt x="96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267;p55">
              <a:extLst>
                <a:ext uri="{FF2B5EF4-FFF2-40B4-BE49-F238E27FC236}">
                  <a16:creationId xmlns:a16="http://schemas.microsoft.com/office/drawing/2014/main" id="{5DA41F02-D357-C525-0C73-B9DCEB318E78}"/>
                </a:ext>
              </a:extLst>
            </p:cNvPr>
            <p:cNvSpPr/>
            <p:nvPr/>
          </p:nvSpPr>
          <p:spPr>
            <a:xfrm>
              <a:off x="3887950" y="1350950"/>
              <a:ext cx="102600" cy="134625"/>
            </a:xfrm>
            <a:custGeom>
              <a:avLst/>
              <a:gdLst/>
              <a:ahLst/>
              <a:cxnLst/>
              <a:rect l="l" t="t" r="r" b="b"/>
              <a:pathLst>
                <a:path w="4104" h="5385" extrusionOk="0">
                  <a:moveTo>
                    <a:pt x="2544" y="0"/>
                  </a:moveTo>
                  <a:cubicBezTo>
                    <a:pt x="1358" y="0"/>
                    <a:pt x="134" y="2421"/>
                    <a:pt x="134" y="2421"/>
                  </a:cubicBezTo>
                  <a:lnTo>
                    <a:pt x="0" y="4689"/>
                  </a:lnTo>
                  <a:cubicBezTo>
                    <a:pt x="258" y="5140"/>
                    <a:pt x="738" y="5384"/>
                    <a:pt x="1225" y="5384"/>
                  </a:cubicBezTo>
                  <a:cubicBezTo>
                    <a:pt x="1494" y="5384"/>
                    <a:pt x="1765" y="5310"/>
                    <a:pt x="2002" y="5156"/>
                  </a:cubicBezTo>
                  <a:cubicBezTo>
                    <a:pt x="3269" y="4455"/>
                    <a:pt x="4103" y="519"/>
                    <a:pt x="2836" y="52"/>
                  </a:cubicBezTo>
                  <a:cubicBezTo>
                    <a:pt x="2739" y="17"/>
                    <a:pt x="2642" y="0"/>
                    <a:pt x="2544" y="0"/>
                  </a:cubicBez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2268;p55">
              <a:extLst>
                <a:ext uri="{FF2B5EF4-FFF2-40B4-BE49-F238E27FC236}">
                  <a16:creationId xmlns:a16="http://schemas.microsoft.com/office/drawing/2014/main" id="{564DDC1D-4222-0C45-3E80-92E36D82A1B8}"/>
                </a:ext>
              </a:extLst>
            </p:cNvPr>
            <p:cNvSpPr/>
            <p:nvPr/>
          </p:nvSpPr>
          <p:spPr>
            <a:xfrm>
              <a:off x="3902125" y="1379775"/>
              <a:ext cx="50900" cy="87425"/>
            </a:xfrm>
            <a:custGeom>
              <a:avLst/>
              <a:gdLst/>
              <a:ahLst/>
              <a:cxnLst/>
              <a:rect l="l" t="t" r="r" b="b"/>
              <a:pathLst>
                <a:path w="2036" h="3497" extrusionOk="0">
                  <a:moveTo>
                    <a:pt x="2035" y="0"/>
                  </a:moveTo>
                  <a:cubicBezTo>
                    <a:pt x="701" y="334"/>
                    <a:pt x="0" y="2168"/>
                    <a:pt x="234" y="3402"/>
                  </a:cubicBezTo>
                  <a:cubicBezTo>
                    <a:pt x="215" y="3461"/>
                    <a:pt x="263" y="3496"/>
                    <a:pt x="313" y="3496"/>
                  </a:cubicBezTo>
                  <a:cubicBezTo>
                    <a:pt x="349" y="3496"/>
                    <a:pt x="387" y="3478"/>
                    <a:pt x="401" y="3436"/>
                  </a:cubicBezTo>
                  <a:cubicBezTo>
                    <a:pt x="467" y="3169"/>
                    <a:pt x="601" y="2869"/>
                    <a:pt x="734" y="2602"/>
                  </a:cubicBezTo>
                  <a:cubicBezTo>
                    <a:pt x="905" y="2346"/>
                    <a:pt x="1173" y="2187"/>
                    <a:pt x="1475" y="2187"/>
                  </a:cubicBezTo>
                  <a:cubicBezTo>
                    <a:pt x="1527" y="2187"/>
                    <a:pt x="1581" y="2192"/>
                    <a:pt x="1635" y="2202"/>
                  </a:cubicBezTo>
                  <a:cubicBezTo>
                    <a:pt x="1635" y="2202"/>
                    <a:pt x="1668" y="2135"/>
                    <a:pt x="1635" y="2135"/>
                  </a:cubicBezTo>
                  <a:cubicBezTo>
                    <a:pt x="1514" y="2064"/>
                    <a:pt x="1380" y="2030"/>
                    <a:pt x="1247" y="2030"/>
                  </a:cubicBezTo>
                  <a:cubicBezTo>
                    <a:pt x="942" y="2030"/>
                    <a:pt x="640" y="2210"/>
                    <a:pt x="501" y="2535"/>
                  </a:cubicBezTo>
                  <a:cubicBezTo>
                    <a:pt x="734" y="1534"/>
                    <a:pt x="1101" y="567"/>
                    <a:pt x="2035" y="33"/>
                  </a:cubicBezTo>
                  <a:cubicBezTo>
                    <a:pt x="2035" y="33"/>
                    <a:pt x="2035" y="0"/>
                    <a:pt x="20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2269;p55">
              <a:extLst>
                <a:ext uri="{FF2B5EF4-FFF2-40B4-BE49-F238E27FC236}">
                  <a16:creationId xmlns:a16="http://schemas.microsoft.com/office/drawing/2014/main" id="{95FC821C-2954-921A-2180-5684A21A9C92}"/>
                </a:ext>
              </a:extLst>
            </p:cNvPr>
            <p:cNvSpPr/>
            <p:nvPr/>
          </p:nvSpPr>
          <p:spPr>
            <a:xfrm>
              <a:off x="3809550" y="1456475"/>
              <a:ext cx="122625" cy="96775"/>
            </a:xfrm>
            <a:custGeom>
              <a:avLst/>
              <a:gdLst/>
              <a:ahLst/>
              <a:cxnLst/>
              <a:rect l="l" t="t" r="r" b="b"/>
              <a:pathLst>
                <a:path w="4905" h="3871" extrusionOk="0">
                  <a:moveTo>
                    <a:pt x="4504" y="1"/>
                  </a:moveTo>
                  <a:lnTo>
                    <a:pt x="2469" y="2403"/>
                  </a:lnTo>
                  <a:lnTo>
                    <a:pt x="1" y="3403"/>
                  </a:lnTo>
                  <a:lnTo>
                    <a:pt x="168" y="3870"/>
                  </a:lnTo>
                  <a:lnTo>
                    <a:pt x="2769" y="2836"/>
                  </a:lnTo>
                  <a:lnTo>
                    <a:pt x="4904" y="334"/>
                  </a:lnTo>
                  <a:lnTo>
                    <a:pt x="450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2270;p55">
              <a:extLst>
                <a:ext uri="{FF2B5EF4-FFF2-40B4-BE49-F238E27FC236}">
                  <a16:creationId xmlns:a16="http://schemas.microsoft.com/office/drawing/2014/main" id="{8FB35AF6-8090-6185-B6BB-A7C2C2D05B0D}"/>
                </a:ext>
              </a:extLst>
            </p:cNvPr>
            <p:cNvSpPr/>
            <p:nvPr/>
          </p:nvSpPr>
          <p:spPr>
            <a:xfrm>
              <a:off x="3766425" y="1532450"/>
              <a:ext cx="59350" cy="39400"/>
            </a:xfrm>
            <a:custGeom>
              <a:avLst/>
              <a:gdLst/>
              <a:ahLst/>
              <a:cxnLst/>
              <a:rect l="l" t="t" r="r" b="b"/>
              <a:pathLst>
                <a:path w="2374" h="1576" extrusionOk="0">
                  <a:moveTo>
                    <a:pt x="1324" y="1"/>
                  </a:moveTo>
                  <a:cubicBezTo>
                    <a:pt x="695" y="1"/>
                    <a:pt x="1" y="353"/>
                    <a:pt x="225" y="1065"/>
                  </a:cubicBezTo>
                  <a:cubicBezTo>
                    <a:pt x="333" y="1432"/>
                    <a:pt x="605" y="1575"/>
                    <a:pt x="915" y="1575"/>
                  </a:cubicBezTo>
                  <a:cubicBezTo>
                    <a:pt x="1562" y="1575"/>
                    <a:pt x="2373" y="950"/>
                    <a:pt x="2193" y="431"/>
                  </a:cubicBezTo>
                  <a:cubicBezTo>
                    <a:pt x="2102" y="145"/>
                    <a:pt x="1726" y="1"/>
                    <a:pt x="1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2271;p55">
              <a:extLst>
                <a:ext uri="{FF2B5EF4-FFF2-40B4-BE49-F238E27FC236}">
                  <a16:creationId xmlns:a16="http://schemas.microsoft.com/office/drawing/2014/main" id="{9CC643D6-CDBC-C106-E7E8-06BC7F2CCBC2}"/>
                </a:ext>
              </a:extLst>
            </p:cNvPr>
            <p:cNvSpPr/>
            <p:nvPr/>
          </p:nvSpPr>
          <p:spPr>
            <a:xfrm>
              <a:off x="3668625" y="1094875"/>
              <a:ext cx="301075" cy="257400"/>
            </a:xfrm>
            <a:custGeom>
              <a:avLst/>
              <a:gdLst/>
              <a:ahLst/>
              <a:cxnLst/>
              <a:rect l="l" t="t" r="r" b="b"/>
              <a:pathLst>
                <a:path w="12043" h="10296" extrusionOk="0">
                  <a:moveTo>
                    <a:pt x="3805" y="1"/>
                  </a:moveTo>
                  <a:cubicBezTo>
                    <a:pt x="2492" y="1"/>
                    <a:pt x="1171" y="328"/>
                    <a:pt x="0" y="1122"/>
                  </a:cubicBezTo>
                  <a:cubicBezTo>
                    <a:pt x="0" y="1122"/>
                    <a:pt x="756" y="1007"/>
                    <a:pt x="1863" y="1007"/>
                  </a:cubicBezTo>
                  <a:cubicBezTo>
                    <a:pt x="3963" y="1007"/>
                    <a:pt x="7329" y="1421"/>
                    <a:pt x="9207" y="3824"/>
                  </a:cubicBezTo>
                  <a:cubicBezTo>
                    <a:pt x="10408" y="5358"/>
                    <a:pt x="10241" y="10295"/>
                    <a:pt x="10241" y="10295"/>
                  </a:cubicBezTo>
                  <a:lnTo>
                    <a:pt x="11642" y="10195"/>
                  </a:lnTo>
                  <a:cubicBezTo>
                    <a:pt x="11642" y="10195"/>
                    <a:pt x="12042" y="6026"/>
                    <a:pt x="10875" y="3657"/>
                  </a:cubicBezTo>
                  <a:cubicBezTo>
                    <a:pt x="9961" y="1829"/>
                    <a:pt x="6906" y="1"/>
                    <a:pt x="38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2272;p55">
              <a:extLst>
                <a:ext uri="{FF2B5EF4-FFF2-40B4-BE49-F238E27FC236}">
                  <a16:creationId xmlns:a16="http://schemas.microsoft.com/office/drawing/2014/main" id="{941A49C8-C995-6147-9B0F-6A4261D3A7E5}"/>
                </a:ext>
              </a:extLst>
            </p:cNvPr>
            <p:cNvSpPr/>
            <p:nvPr/>
          </p:nvSpPr>
          <p:spPr>
            <a:xfrm>
              <a:off x="3857925" y="1306325"/>
              <a:ext cx="174325" cy="194425"/>
            </a:xfrm>
            <a:custGeom>
              <a:avLst/>
              <a:gdLst/>
              <a:ahLst/>
              <a:cxnLst/>
              <a:rect l="l" t="t" r="r" b="b"/>
              <a:pathLst>
                <a:path w="6973" h="7777" extrusionOk="0">
                  <a:moveTo>
                    <a:pt x="3528" y="1"/>
                  </a:moveTo>
                  <a:cubicBezTo>
                    <a:pt x="1676" y="1"/>
                    <a:pt x="166" y="1678"/>
                    <a:pt x="101" y="3772"/>
                  </a:cubicBezTo>
                  <a:cubicBezTo>
                    <a:pt x="1" y="5907"/>
                    <a:pt x="1468" y="7708"/>
                    <a:pt x="3336" y="7775"/>
                  </a:cubicBezTo>
                  <a:cubicBezTo>
                    <a:pt x="3372" y="7776"/>
                    <a:pt x="3408" y="7777"/>
                    <a:pt x="3444" y="7777"/>
                  </a:cubicBezTo>
                  <a:cubicBezTo>
                    <a:pt x="5297" y="7777"/>
                    <a:pt x="6807" y="6100"/>
                    <a:pt x="6872" y="4005"/>
                  </a:cubicBezTo>
                  <a:cubicBezTo>
                    <a:pt x="6972" y="1871"/>
                    <a:pt x="5504" y="69"/>
                    <a:pt x="3636" y="3"/>
                  </a:cubicBezTo>
                  <a:cubicBezTo>
                    <a:pt x="3600" y="1"/>
                    <a:pt x="3564" y="1"/>
                    <a:pt x="35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2273;p55">
              <a:extLst>
                <a:ext uri="{FF2B5EF4-FFF2-40B4-BE49-F238E27FC236}">
                  <a16:creationId xmlns:a16="http://schemas.microsoft.com/office/drawing/2014/main" id="{889429C6-F2D2-EDEF-76C7-1E3903D65B32}"/>
                </a:ext>
              </a:extLst>
            </p:cNvPr>
            <p:cNvSpPr/>
            <p:nvPr/>
          </p:nvSpPr>
          <p:spPr>
            <a:xfrm>
              <a:off x="3882950" y="1313825"/>
              <a:ext cx="155975" cy="174425"/>
            </a:xfrm>
            <a:custGeom>
              <a:avLst/>
              <a:gdLst/>
              <a:ahLst/>
              <a:cxnLst/>
              <a:rect l="l" t="t" r="r" b="b"/>
              <a:pathLst>
                <a:path w="6239" h="6977" extrusionOk="0">
                  <a:moveTo>
                    <a:pt x="3164" y="1"/>
                  </a:moveTo>
                  <a:cubicBezTo>
                    <a:pt x="1540" y="1"/>
                    <a:pt x="132" y="1510"/>
                    <a:pt x="67" y="3372"/>
                  </a:cubicBezTo>
                  <a:cubicBezTo>
                    <a:pt x="0" y="5307"/>
                    <a:pt x="1335" y="6908"/>
                    <a:pt x="3002" y="6974"/>
                  </a:cubicBezTo>
                  <a:cubicBezTo>
                    <a:pt x="3038" y="6976"/>
                    <a:pt x="3074" y="6977"/>
                    <a:pt x="3109" y="6977"/>
                  </a:cubicBezTo>
                  <a:cubicBezTo>
                    <a:pt x="4731" y="6977"/>
                    <a:pt x="6106" y="5499"/>
                    <a:pt x="6171" y="3605"/>
                  </a:cubicBezTo>
                  <a:cubicBezTo>
                    <a:pt x="6238" y="1671"/>
                    <a:pt x="4937" y="70"/>
                    <a:pt x="3269" y="3"/>
                  </a:cubicBezTo>
                  <a:cubicBezTo>
                    <a:pt x="3234" y="1"/>
                    <a:pt x="3199" y="1"/>
                    <a:pt x="3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2274;p55">
              <a:extLst>
                <a:ext uri="{FF2B5EF4-FFF2-40B4-BE49-F238E27FC236}">
                  <a16:creationId xmlns:a16="http://schemas.microsoft.com/office/drawing/2014/main" id="{86F3595B-460C-A751-95D8-A38884BD8A5C}"/>
                </a:ext>
              </a:extLst>
            </p:cNvPr>
            <p:cNvSpPr/>
            <p:nvPr/>
          </p:nvSpPr>
          <p:spPr>
            <a:xfrm>
              <a:off x="3702825" y="1687900"/>
              <a:ext cx="246025" cy="151125"/>
            </a:xfrm>
            <a:custGeom>
              <a:avLst/>
              <a:gdLst/>
              <a:ahLst/>
              <a:cxnLst/>
              <a:rect l="l" t="t" r="r" b="b"/>
              <a:pathLst>
                <a:path w="9841" h="6045" extrusionOk="0">
                  <a:moveTo>
                    <a:pt x="584" y="1"/>
                  </a:moveTo>
                  <a:cubicBezTo>
                    <a:pt x="559" y="1"/>
                    <a:pt x="534" y="17"/>
                    <a:pt x="534" y="51"/>
                  </a:cubicBezTo>
                  <a:cubicBezTo>
                    <a:pt x="267" y="2052"/>
                    <a:pt x="0" y="5121"/>
                    <a:pt x="1835" y="5788"/>
                  </a:cubicBezTo>
                  <a:cubicBezTo>
                    <a:pt x="2305" y="5965"/>
                    <a:pt x="2771" y="6044"/>
                    <a:pt x="3227" y="6044"/>
                  </a:cubicBezTo>
                  <a:cubicBezTo>
                    <a:pt x="4748" y="6044"/>
                    <a:pt x="6161" y="5164"/>
                    <a:pt x="7239" y="4087"/>
                  </a:cubicBezTo>
                  <a:cubicBezTo>
                    <a:pt x="8239" y="3119"/>
                    <a:pt x="9107" y="2052"/>
                    <a:pt x="9840" y="884"/>
                  </a:cubicBezTo>
                  <a:cubicBezTo>
                    <a:pt x="9840" y="861"/>
                    <a:pt x="9824" y="837"/>
                    <a:pt x="9814" y="837"/>
                  </a:cubicBezTo>
                  <a:cubicBezTo>
                    <a:pt x="9810" y="837"/>
                    <a:pt x="9807" y="841"/>
                    <a:pt x="9807" y="851"/>
                  </a:cubicBezTo>
                  <a:cubicBezTo>
                    <a:pt x="8940" y="1885"/>
                    <a:pt x="8039" y="2919"/>
                    <a:pt x="7072" y="3887"/>
                  </a:cubicBezTo>
                  <a:cubicBezTo>
                    <a:pt x="6138" y="4754"/>
                    <a:pt x="4970" y="5554"/>
                    <a:pt x="3736" y="5688"/>
                  </a:cubicBezTo>
                  <a:cubicBezTo>
                    <a:pt x="3575" y="5701"/>
                    <a:pt x="3414" y="5708"/>
                    <a:pt x="3255" y="5708"/>
                  </a:cubicBezTo>
                  <a:cubicBezTo>
                    <a:pt x="2167" y="5708"/>
                    <a:pt x="1175" y="5363"/>
                    <a:pt x="767" y="4053"/>
                  </a:cubicBezTo>
                  <a:cubicBezTo>
                    <a:pt x="400" y="2853"/>
                    <a:pt x="434" y="1585"/>
                    <a:pt x="634" y="51"/>
                  </a:cubicBezTo>
                  <a:cubicBezTo>
                    <a:pt x="634" y="17"/>
                    <a:pt x="609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2275;p55">
              <a:extLst>
                <a:ext uri="{FF2B5EF4-FFF2-40B4-BE49-F238E27FC236}">
                  <a16:creationId xmlns:a16="http://schemas.microsoft.com/office/drawing/2014/main" id="{81AE9E4A-FECC-8D90-D854-6A2BE8F507EE}"/>
                </a:ext>
              </a:extLst>
            </p:cNvPr>
            <p:cNvSpPr/>
            <p:nvPr/>
          </p:nvSpPr>
          <p:spPr>
            <a:xfrm>
              <a:off x="3281675" y="2849975"/>
              <a:ext cx="927350" cy="41725"/>
            </a:xfrm>
            <a:custGeom>
              <a:avLst/>
              <a:gdLst/>
              <a:ahLst/>
              <a:cxnLst/>
              <a:rect l="l" t="t" r="r" b="b"/>
              <a:pathLst>
                <a:path w="37094" h="1669" extrusionOk="0">
                  <a:moveTo>
                    <a:pt x="1" y="1"/>
                  </a:moveTo>
                  <a:lnTo>
                    <a:pt x="1" y="1669"/>
                  </a:lnTo>
                  <a:lnTo>
                    <a:pt x="37094" y="1669"/>
                  </a:lnTo>
                  <a:lnTo>
                    <a:pt x="3709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2276;p55">
              <a:extLst>
                <a:ext uri="{FF2B5EF4-FFF2-40B4-BE49-F238E27FC236}">
                  <a16:creationId xmlns:a16="http://schemas.microsoft.com/office/drawing/2014/main" id="{6070A2E3-2429-8F3C-1059-DB378B9BBB2B}"/>
                </a:ext>
              </a:extLst>
            </p:cNvPr>
            <p:cNvSpPr/>
            <p:nvPr/>
          </p:nvSpPr>
          <p:spPr>
            <a:xfrm>
              <a:off x="3282525" y="2849975"/>
              <a:ext cx="759725" cy="41725"/>
            </a:xfrm>
            <a:custGeom>
              <a:avLst/>
              <a:gdLst/>
              <a:ahLst/>
              <a:cxnLst/>
              <a:rect l="l" t="t" r="r" b="b"/>
              <a:pathLst>
                <a:path w="30389" h="1669" extrusionOk="0">
                  <a:moveTo>
                    <a:pt x="0" y="1"/>
                  </a:moveTo>
                  <a:lnTo>
                    <a:pt x="0" y="1669"/>
                  </a:lnTo>
                  <a:lnTo>
                    <a:pt x="30388" y="1669"/>
                  </a:lnTo>
                  <a:lnTo>
                    <a:pt x="2912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2277;p55">
              <a:extLst>
                <a:ext uri="{FF2B5EF4-FFF2-40B4-BE49-F238E27FC236}">
                  <a16:creationId xmlns:a16="http://schemas.microsoft.com/office/drawing/2014/main" id="{D31C8933-833F-8323-70B1-D487DA43F196}"/>
                </a:ext>
              </a:extLst>
            </p:cNvPr>
            <p:cNvSpPr/>
            <p:nvPr/>
          </p:nvSpPr>
          <p:spPr>
            <a:xfrm>
              <a:off x="2992300" y="2277900"/>
              <a:ext cx="979075" cy="613800"/>
            </a:xfrm>
            <a:custGeom>
              <a:avLst/>
              <a:gdLst/>
              <a:ahLst/>
              <a:cxnLst/>
              <a:rect l="l" t="t" r="r" b="b"/>
              <a:pathLst>
                <a:path w="39163" h="24552" extrusionOk="0">
                  <a:moveTo>
                    <a:pt x="1" y="1"/>
                  </a:moveTo>
                  <a:lnTo>
                    <a:pt x="3003" y="24552"/>
                  </a:lnTo>
                  <a:lnTo>
                    <a:pt x="39162" y="24552"/>
                  </a:lnTo>
                  <a:lnTo>
                    <a:pt x="3616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2278;p55">
              <a:extLst>
                <a:ext uri="{FF2B5EF4-FFF2-40B4-BE49-F238E27FC236}">
                  <a16:creationId xmlns:a16="http://schemas.microsoft.com/office/drawing/2014/main" id="{6F301DC4-EA93-8E7C-6B52-ABE772E07667}"/>
                </a:ext>
              </a:extLst>
            </p:cNvPr>
            <p:cNvSpPr/>
            <p:nvPr/>
          </p:nvSpPr>
          <p:spPr>
            <a:xfrm>
              <a:off x="3425950" y="2529750"/>
              <a:ext cx="111775" cy="110100"/>
            </a:xfrm>
            <a:custGeom>
              <a:avLst/>
              <a:gdLst/>
              <a:ahLst/>
              <a:cxnLst/>
              <a:rect l="l" t="t" r="r" b="b"/>
              <a:pathLst>
                <a:path w="4471" h="4404" extrusionOk="0">
                  <a:moveTo>
                    <a:pt x="2202" y="1"/>
                  </a:moveTo>
                  <a:cubicBezTo>
                    <a:pt x="968" y="1"/>
                    <a:pt x="1" y="1001"/>
                    <a:pt x="34" y="2202"/>
                  </a:cubicBezTo>
                  <a:cubicBezTo>
                    <a:pt x="67" y="3436"/>
                    <a:pt x="1035" y="4404"/>
                    <a:pt x="2269" y="4404"/>
                  </a:cubicBezTo>
                  <a:cubicBezTo>
                    <a:pt x="3470" y="4404"/>
                    <a:pt x="4470" y="3403"/>
                    <a:pt x="4437" y="2202"/>
                  </a:cubicBezTo>
                  <a:cubicBezTo>
                    <a:pt x="4404" y="968"/>
                    <a:pt x="3403" y="1"/>
                    <a:pt x="2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2279;p55">
              <a:extLst>
                <a:ext uri="{FF2B5EF4-FFF2-40B4-BE49-F238E27FC236}">
                  <a16:creationId xmlns:a16="http://schemas.microsoft.com/office/drawing/2014/main" id="{B19F198A-6825-5D58-AFA4-D7E704A8397B}"/>
                </a:ext>
              </a:extLst>
            </p:cNvPr>
            <p:cNvSpPr/>
            <p:nvPr/>
          </p:nvSpPr>
          <p:spPr>
            <a:xfrm>
              <a:off x="5083800" y="2972575"/>
              <a:ext cx="966550" cy="124275"/>
            </a:xfrm>
            <a:custGeom>
              <a:avLst/>
              <a:gdLst/>
              <a:ahLst/>
              <a:cxnLst/>
              <a:rect l="l" t="t" r="r" b="b"/>
              <a:pathLst>
                <a:path w="38662" h="4971" extrusionOk="0">
                  <a:moveTo>
                    <a:pt x="1" y="0"/>
                  </a:moveTo>
                  <a:lnTo>
                    <a:pt x="1" y="4971"/>
                  </a:lnTo>
                  <a:lnTo>
                    <a:pt x="38662" y="4971"/>
                  </a:lnTo>
                  <a:lnTo>
                    <a:pt x="386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2280;p55">
              <a:extLst>
                <a:ext uri="{FF2B5EF4-FFF2-40B4-BE49-F238E27FC236}">
                  <a16:creationId xmlns:a16="http://schemas.microsoft.com/office/drawing/2014/main" id="{25D4BC66-4A83-7E94-68EC-1EEB2D437241}"/>
                </a:ext>
              </a:extLst>
            </p:cNvPr>
            <p:cNvSpPr/>
            <p:nvPr/>
          </p:nvSpPr>
          <p:spPr>
            <a:xfrm>
              <a:off x="5110475" y="3096825"/>
              <a:ext cx="912350" cy="38375"/>
            </a:xfrm>
            <a:custGeom>
              <a:avLst/>
              <a:gdLst/>
              <a:ahLst/>
              <a:cxnLst/>
              <a:rect l="l" t="t" r="r" b="b"/>
              <a:pathLst>
                <a:path w="36494" h="1535" extrusionOk="0">
                  <a:moveTo>
                    <a:pt x="1" y="1"/>
                  </a:moveTo>
                  <a:lnTo>
                    <a:pt x="1" y="1535"/>
                  </a:lnTo>
                  <a:lnTo>
                    <a:pt x="36494" y="1535"/>
                  </a:lnTo>
                  <a:lnTo>
                    <a:pt x="364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281;p55">
              <a:extLst>
                <a:ext uri="{FF2B5EF4-FFF2-40B4-BE49-F238E27FC236}">
                  <a16:creationId xmlns:a16="http://schemas.microsoft.com/office/drawing/2014/main" id="{1A67811B-7FC7-F9CD-37BF-300DD58427DD}"/>
                </a:ext>
              </a:extLst>
            </p:cNvPr>
            <p:cNvSpPr/>
            <p:nvPr/>
          </p:nvSpPr>
          <p:spPr>
            <a:xfrm>
              <a:off x="5241425" y="4038325"/>
              <a:ext cx="651300" cy="38400"/>
            </a:xfrm>
            <a:custGeom>
              <a:avLst/>
              <a:gdLst/>
              <a:ahLst/>
              <a:cxnLst/>
              <a:rect l="l" t="t" r="r" b="b"/>
              <a:pathLst>
                <a:path w="26052" h="1536" extrusionOk="0">
                  <a:moveTo>
                    <a:pt x="0" y="1"/>
                  </a:moveTo>
                  <a:lnTo>
                    <a:pt x="0" y="1535"/>
                  </a:lnTo>
                  <a:lnTo>
                    <a:pt x="26052" y="1535"/>
                  </a:lnTo>
                  <a:lnTo>
                    <a:pt x="260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282;p55">
              <a:extLst>
                <a:ext uri="{FF2B5EF4-FFF2-40B4-BE49-F238E27FC236}">
                  <a16:creationId xmlns:a16="http://schemas.microsoft.com/office/drawing/2014/main" id="{DFEB5E68-3BF7-3141-0E5E-2FF5F59C0E03}"/>
                </a:ext>
              </a:extLst>
            </p:cNvPr>
            <p:cNvSpPr/>
            <p:nvPr/>
          </p:nvSpPr>
          <p:spPr>
            <a:xfrm>
              <a:off x="5172200" y="3135175"/>
              <a:ext cx="130950" cy="1471925"/>
            </a:xfrm>
            <a:custGeom>
              <a:avLst/>
              <a:gdLst/>
              <a:ahLst/>
              <a:cxnLst/>
              <a:rect l="l" t="t" r="r" b="b"/>
              <a:pathLst>
                <a:path w="5238" h="58877" extrusionOk="0">
                  <a:moveTo>
                    <a:pt x="0" y="1"/>
                  </a:moveTo>
                  <a:lnTo>
                    <a:pt x="0" y="58876"/>
                  </a:lnTo>
                  <a:lnTo>
                    <a:pt x="1902" y="58876"/>
                  </a:lnTo>
                  <a:lnTo>
                    <a:pt x="52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283;p55">
              <a:extLst>
                <a:ext uri="{FF2B5EF4-FFF2-40B4-BE49-F238E27FC236}">
                  <a16:creationId xmlns:a16="http://schemas.microsoft.com/office/drawing/2014/main" id="{7EE7ABAD-8B56-C885-5AE4-268319AFF2F6}"/>
                </a:ext>
              </a:extLst>
            </p:cNvPr>
            <p:cNvSpPr/>
            <p:nvPr/>
          </p:nvSpPr>
          <p:spPr>
            <a:xfrm>
              <a:off x="5172200" y="3135175"/>
              <a:ext cx="130950" cy="86775"/>
            </a:xfrm>
            <a:custGeom>
              <a:avLst/>
              <a:gdLst/>
              <a:ahLst/>
              <a:cxnLst/>
              <a:rect l="l" t="t" r="r" b="b"/>
              <a:pathLst>
                <a:path w="5238" h="3471" extrusionOk="0">
                  <a:moveTo>
                    <a:pt x="0" y="1"/>
                  </a:moveTo>
                  <a:lnTo>
                    <a:pt x="0" y="3470"/>
                  </a:lnTo>
                  <a:lnTo>
                    <a:pt x="5071" y="3470"/>
                  </a:lnTo>
                  <a:lnTo>
                    <a:pt x="52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284;p55">
              <a:extLst>
                <a:ext uri="{FF2B5EF4-FFF2-40B4-BE49-F238E27FC236}">
                  <a16:creationId xmlns:a16="http://schemas.microsoft.com/office/drawing/2014/main" id="{EAFC6F25-B210-0371-65E2-9DDCF3BDA6AE}"/>
                </a:ext>
              </a:extLst>
            </p:cNvPr>
            <p:cNvSpPr/>
            <p:nvPr/>
          </p:nvSpPr>
          <p:spPr>
            <a:xfrm>
              <a:off x="5830175" y="3135175"/>
              <a:ext cx="131775" cy="1471925"/>
            </a:xfrm>
            <a:custGeom>
              <a:avLst/>
              <a:gdLst/>
              <a:ahLst/>
              <a:cxnLst/>
              <a:rect l="l" t="t" r="r" b="b"/>
              <a:pathLst>
                <a:path w="5271" h="58877" extrusionOk="0">
                  <a:moveTo>
                    <a:pt x="0" y="1"/>
                  </a:moveTo>
                  <a:lnTo>
                    <a:pt x="3336" y="58876"/>
                  </a:lnTo>
                  <a:lnTo>
                    <a:pt x="5271" y="58876"/>
                  </a:lnTo>
                  <a:lnTo>
                    <a:pt x="52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285;p55">
              <a:extLst>
                <a:ext uri="{FF2B5EF4-FFF2-40B4-BE49-F238E27FC236}">
                  <a16:creationId xmlns:a16="http://schemas.microsoft.com/office/drawing/2014/main" id="{AF33772A-F3B7-0BAA-1A68-538FF060E146}"/>
                </a:ext>
              </a:extLst>
            </p:cNvPr>
            <p:cNvSpPr/>
            <p:nvPr/>
          </p:nvSpPr>
          <p:spPr>
            <a:xfrm>
              <a:off x="5830175" y="3135175"/>
              <a:ext cx="131775" cy="86775"/>
            </a:xfrm>
            <a:custGeom>
              <a:avLst/>
              <a:gdLst/>
              <a:ahLst/>
              <a:cxnLst/>
              <a:rect l="l" t="t" r="r" b="b"/>
              <a:pathLst>
                <a:path w="5271" h="3471" extrusionOk="0">
                  <a:moveTo>
                    <a:pt x="0" y="1"/>
                  </a:moveTo>
                  <a:lnTo>
                    <a:pt x="200" y="3470"/>
                  </a:lnTo>
                  <a:lnTo>
                    <a:pt x="5271" y="3470"/>
                  </a:lnTo>
                  <a:lnTo>
                    <a:pt x="52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286;p55">
              <a:extLst>
                <a:ext uri="{FF2B5EF4-FFF2-40B4-BE49-F238E27FC236}">
                  <a16:creationId xmlns:a16="http://schemas.microsoft.com/office/drawing/2014/main" id="{4DCACA61-CF53-252C-B230-E201EC886D04}"/>
                </a:ext>
              </a:extLst>
            </p:cNvPr>
            <p:cNvSpPr/>
            <p:nvPr/>
          </p:nvSpPr>
          <p:spPr>
            <a:xfrm>
              <a:off x="5110475" y="2664025"/>
              <a:ext cx="745575" cy="126775"/>
            </a:xfrm>
            <a:custGeom>
              <a:avLst/>
              <a:gdLst/>
              <a:ahLst/>
              <a:cxnLst/>
              <a:rect l="l" t="t" r="r" b="b"/>
              <a:pathLst>
                <a:path w="29823" h="5071" extrusionOk="0">
                  <a:moveTo>
                    <a:pt x="1" y="0"/>
                  </a:moveTo>
                  <a:lnTo>
                    <a:pt x="1" y="5070"/>
                  </a:lnTo>
                  <a:lnTo>
                    <a:pt x="29822" y="5070"/>
                  </a:lnTo>
                  <a:lnTo>
                    <a:pt x="298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287;p55">
              <a:extLst>
                <a:ext uri="{FF2B5EF4-FFF2-40B4-BE49-F238E27FC236}">
                  <a16:creationId xmlns:a16="http://schemas.microsoft.com/office/drawing/2014/main" id="{977F77DA-87F7-CF6A-678D-9C1AFD4142AC}"/>
                </a:ext>
              </a:extLst>
            </p:cNvPr>
            <p:cNvSpPr/>
            <p:nvPr/>
          </p:nvSpPr>
          <p:spPr>
            <a:xfrm>
              <a:off x="5728425" y="2664025"/>
              <a:ext cx="69250" cy="126775"/>
            </a:xfrm>
            <a:custGeom>
              <a:avLst/>
              <a:gdLst/>
              <a:ahLst/>
              <a:cxnLst/>
              <a:rect l="l" t="t" r="r" b="b"/>
              <a:pathLst>
                <a:path w="2770" h="5071" extrusionOk="0">
                  <a:moveTo>
                    <a:pt x="1" y="0"/>
                  </a:moveTo>
                  <a:lnTo>
                    <a:pt x="1" y="5070"/>
                  </a:lnTo>
                  <a:lnTo>
                    <a:pt x="2769" y="5070"/>
                  </a:lnTo>
                  <a:lnTo>
                    <a:pt x="27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288;p55">
              <a:extLst>
                <a:ext uri="{FF2B5EF4-FFF2-40B4-BE49-F238E27FC236}">
                  <a16:creationId xmlns:a16="http://schemas.microsoft.com/office/drawing/2014/main" id="{E9171E72-F42A-7E2E-EC47-E0BC19F1E5A4}"/>
                </a:ext>
              </a:extLst>
            </p:cNvPr>
            <p:cNvSpPr/>
            <p:nvPr/>
          </p:nvSpPr>
          <p:spPr>
            <a:xfrm>
              <a:off x="5168850" y="2664025"/>
              <a:ext cx="70075" cy="126775"/>
            </a:xfrm>
            <a:custGeom>
              <a:avLst/>
              <a:gdLst/>
              <a:ahLst/>
              <a:cxnLst/>
              <a:rect l="l" t="t" r="r" b="b"/>
              <a:pathLst>
                <a:path w="2803" h="5071" extrusionOk="0">
                  <a:moveTo>
                    <a:pt x="1" y="0"/>
                  </a:moveTo>
                  <a:lnTo>
                    <a:pt x="1" y="5070"/>
                  </a:lnTo>
                  <a:lnTo>
                    <a:pt x="2803" y="5070"/>
                  </a:lnTo>
                  <a:lnTo>
                    <a:pt x="28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289;p55">
              <a:extLst>
                <a:ext uri="{FF2B5EF4-FFF2-40B4-BE49-F238E27FC236}">
                  <a16:creationId xmlns:a16="http://schemas.microsoft.com/office/drawing/2014/main" id="{7C62A02C-E218-EDDF-95DE-F32E1AEFBCB8}"/>
                </a:ext>
              </a:extLst>
            </p:cNvPr>
            <p:cNvSpPr/>
            <p:nvPr/>
          </p:nvSpPr>
          <p:spPr>
            <a:xfrm>
              <a:off x="5148850" y="2790775"/>
              <a:ext cx="817275" cy="181825"/>
            </a:xfrm>
            <a:custGeom>
              <a:avLst/>
              <a:gdLst/>
              <a:ahLst/>
              <a:cxnLst/>
              <a:rect l="l" t="t" r="r" b="b"/>
              <a:pathLst>
                <a:path w="32691" h="7273" extrusionOk="0">
                  <a:moveTo>
                    <a:pt x="0" y="0"/>
                  </a:moveTo>
                  <a:lnTo>
                    <a:pt x="0" y="7272"/>
                  </a:lnTo>
                  <a:lnTo>
                    <a:pt x="32690" y="7272"/>
                  </a:lnTo>
                  <a:lnTo>
                    <a:pt x="326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290;p55">
              <a:extLst>
                <a:ext uri="{FF2B5EF4-FFF2-40B4-BE49-F238E27FC236}">
                  <a16:creationId xmlns:a16="http://schemas.microsoft.com/office/drawing/2014/main" id="{C18FC6F4-C7AF-180B-982A-AA2B318CF1A8}"/>
                </a:ext>
              </a:extLst>
            </p:cNvPr>
            <p:cNvSpPr/>
            <p:nvPr/>
          </p:nvSpPr>
          <p:spPr>
            <a:xfrm>
              <a:off x="5587500" y="2809950"/>
              <a:ext cx="378625" cy="143475"/>
            </a:xfrm>
            <a:custGeom>
              <a:avLst/>
              <a:gdLst/>
              <a:ahLst/>
              <a:cxnLst/>
              <a:rect l="l" t="t" r="r" b="b"/>
              <a:pathLst>
                <a:path w="15145" h="5739" extrusionOk="0">
                  <a:moveTo>
                    <a:pt x="0" y="1"/>
                  </a:moveTo>
                  <a:lnTo>
                    <a:pt x="0" y="5738"/>
                  </a:lnTo>
                  <a:lnTo>
                    <a:pt x="15144" y="5738"/>
                  </a:lnTo>
                  <a:lnTo>
                    <a:pt x="151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291;p55">
              <a:extLst>
                <a:ext uri="{FF2B5EF4-FFF2-40B4-BE49-F238E27FC236}">
                  <a16:creationId xmlns:a16="http://schemas.microsoft.com/office/drawing/2014/main" id="{8B1623B2-0539-C3A2-D60A-4251D24851A7}"/>
                </a:ext>
              </a:extLst>
            </p:cNvPr>
            <p:cNvSpPr/>
            <p:nvPr/>
          </p:nvSpPr>
          <p:spPr>
            <a:xfrm>
              <a:off x="5587500" y="2836650"/>
              <a:ext cx="378625" cy="5850"/>
            </a:xfrm>
            <a:custGeom>
              <a:avLst/>
              <a:gdLst/>
              <a:ahLst/>
              <a:cxnLst/>
              <a:rect l="l" t="t" r="r" b="b"/>
              <a:pathLst>
                <a:path w="15145" h="234" extrusionOk="0">
                  <a:moveTo>
                    <a:pt x="7572" y="0"/>
                  </a:moveTo>
                  <a:lnTo>
                    <a:pt x="6105" y="33"/>
                  </a:lnTo>
                  <a:cubicBezTo>
                    <a:pt x="4070" y="33"/>
                    <a:pt x="2035" y="67"/>
                    <a:pt x="0" y="100"/>
                  </a:cubicBezTo>
                  <a:cubicBezTo>
                    <a:pt x="2035" y="167"/>
                    <a:pt x="4070" y="167"/>
                    <a:pt x="6105" y="200"/>
                  </a:cubicBezTo>
                  <a:lnTo>
                    <a:pt x="7572" y="234"/>
                  </a:lnTo>
                  <a:cubicBezTo>
                    <a:pt x="7572" y="234"/>
                    <a:pt x="13110" y="134"/>
                    <a:pt x="15144" y="100"/>
                  </a:cubicBezTo>
                  <a:cubicBezTo>
                    <a:pt x="13110" y="67"/>
                    <a:pt x="7572" y="0"/>
                    <a:pt x="75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292;p55">
              <a:extLst>
                <a:ext uri="{FF2B5EF4-FFF2-40B4-BE49-F238E27FC236}">
                  <a16:creationId xmlns:a16="http://schemas.microsoft.com/office/drawing/2014/main" id="{227DFE4E-32AA-81BD-1B40-9541D7EC1223}"/>
                </a:ext>
              </a:extLst>
            </p:cNvPr>
            <p:cNvSpPr/>
            <p:nvPr/>
          </p:nvSpPr>
          <p:spPr>
            <a:xfrm>
              <a:off x="5587500" y="2865000"/>
              <a:ext cx="378625" cy="5850"/>
            </a:xfrm>
            <a:custGeom>
              <a:avLst/>
              <a:gdLst/>
              <a:ahLst/>
              <a:cxnLst/>
              <a:rect l="l" t="t" r="r" b="b"/>
              <a:pathLst>
                <a:path w="15145" h="234" extrusionOk="0">
                  <a:moveTo>
                    <a:pt x="7572" y="0"/>
                  </a:moveTo>
                  <a:lnTo>
                    <a:pt x="6105" y="34"/>
                  </a:lnTo>
                  <a:cubicBezTo>
                    <a:pt x="4070" y="34"/>
                    <a:pt x="2035" y="67"/>
                    <a:pt x="0" y="100"/>
                  </a:cubicBezTo>
                  <a:cubicBezTo>
                    <a:pt x="2035" y="134"/>
                    <a:pt x="4070" y="167"/>
                    <a:pt x="6105" y="200"/>
                  </a:cubicBezTo>
                  <a:lnTo>
                    <a:pt x="7572" y="234"/>
                  </a:lnTo>
                  <a:cubicBezTo>
                    <a:pt x="7572" y="234"/>
                    <a:pt x="13110" y="134"/>
                    <a:pt x="15144" y="100"/>
                  </a:cubicBezTo>
                  <a:cubicBezTo>
                    <a:pt x="13110" y="67"/>
                    <a:pt x="7572" y="0"/>
                    <a:pt x="75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293;p55">
              <a:extLst>
                <a:ext uri="{FF2B5EF4-FFF2-40B4-BE49-F238E27FC236}">
                  <a16:creationId xmlns:a16="http://schemas.microsoft.com/office/drawing/2014/main" id="{C67D422C-BD02-4CB5-395A-6242D7BE37EE}"/>
                </a:ext>
              </a:extLst>
            </p:cNvPr>
            <p:cNvSpPr/>
            <p:nvPr/>
          </p:nvSpPr>
          <p:spPr>
            <a:xfrm>
              <a:off x="5587500" y="2893350"/>
              <a:ext cx="378625" cy="5850"/>
            </a:xfrm>
            <a:custGeom>
              <a:avLst/>
              <a:gdLst/>
              <a:ahLst/>
              <a:cxnLst/>
              <a:rect l="l" t="t" r="r" b="b"/>
              <a:pathLst>
                <a:path w="15145" h="234" extrusionOk="0">
                  <a:moveTo>
                    <a:pt x="7572" y="0"/>
                  </a:moveTo>
                  <a:lnTo>
                    <a:pt x="6105" y="34"/>
                  </a:lnTo>
                  <a:cubicBezTo>
                    <a:pt x="4070" y="34"/>
                    <a:pt x="2035" y="67"/>
                    <a:pt x="0" y="134"/>
                  </a:cubicBezTo>
                  <a:cubicBezTo>
                    <a:pt x="2035" y="167"/>
                    <a:pt x="4070" y="201"/>
                    <a:pt x="6105" y="201"/>
                  </a:cubicBezTo>
                  <a:lnTo>
                    <a:pt x="7572" y="234"/>
                  </a:lnTo>
                  <a:cubicBezTo>
                    <a:pt x="7572" y="234"/>
                    <a:pt x="13110" y="134"/>
                    <a:pt x="15144" y="134"/>
                  </a:cubicBezTo>
                  <a:cubicBezTo>
                    <a:pt x="13110" y="67"/>
                    <a:pt x="7572" y="0"/>
                    <a:pt x="75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294;p55">
              <a:extLst>
                <a:ext uri="{FF2B5EF4-FFF2-40B4-BE49-F238E27FC236}">
                  <a16:creationId xmlns:a16="http://schemas.microsoft.com/office/drawing/2014/main" id="{02D7D94F-1F22-6828-AB56-6E50CFD6B040}"/>
                </a:ext>
              </a:extLst>
            </p:cNvPr>
            <p:cNvSpPr/>
            <p:nvPr/>
          </p:nvSpPr>
          <p:spPr>
            <a:xfrm>
              <a:off x="5587500" y="2921700"/>
              <a:ext cx="378625" cy="5025"/>
            </a:xfrm>
            <a:custGeom>
              <a:avLst/>
              <a:gdLst/>
              <a:ahLst/>
              <a:cxnLst/>
              <a:rect l="l" t="t" r="r" b="b"/>
              <a:pathLst>
                <a:path w="15145" h="201" extrusionOk="0">
                  <a:moveTo>
                    <a:pt x="6105" y="1"/>
                  </a:moveTo>
                  <a:cubicBezTo>
                    <a:pt x="4070" y="34"/>
                    <a:pt x="2035" y="67"/>
                    <a:pt x="0" y="101"/>
                  </a:cubicBezTo>
                  <a:cubicBezTo>
                    <a:pt x="2035" y="134"/>
                    <a:pt x="4070" y="167"/>
                    <a:pt x="6105" y="201"/>
                  </a:cubicBezTo>
                  <a:lnTo>
                    <a:pt x="7572" y="201"/>
                  </a:lnTo>
                  <a:cubicBezTo>
                    <a:pt x="7572" y="201"/>
                    <a:pt x="13110" y="134"/>
                    <a:pt x="15144" y="101"/>
                  </a:cubicBezTo>
                  <a:cubicBezTo>
                    <a:pt x="13110" y="67"/>
                    <a:pt x="7572" y="1"/>
                    <a:pt x="75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295;p55">
              <a:extLst>
                <a:ext uri="{FF2B5EF4-FFF2-40B4-BE49-F238E27FC236}">
                  <a16:creationId xmlns:a16="http://schemas.microsoft.com/office/drawing/2014/main" id="{BC9997E1-0DC1-6989-3D63-C9039D39563F}"/>
                </a:ext>
              </a:extLst>
            </p:cNvPr>
            <p:cNvSpPr/>
            <p:nvPr/>
          </p:nvSpPr>
          <p:spPr>
            <a:xfrm>
              <a:off x="5209725" y="2859825"/>
              <a:ext cx="33375" cy="51050"/>
            </a:xfrm>
            <a:custGeom>
              <a:avLst/>
              <a:gdLst/>
              <a:ahLst/>
              <a:cxnLst/>
              <a:rect l="l" t="t" r="r" b="b"/>
              <a:pathLst>
                <a:path w="1335" h="2042" extrusionOk="0">
                  <a:moveTo>
                    <a:pt x="128" y="0"/>
                  </a:moveTo>
                  <a:cubicBezTo>
                    <a:pt x="50" y="0"/>
                    <a:pt x="0" y="83"/>
                    <a:pt x="0" y="141"/>
                  </a:cubicBezTo>
                  <a:lnTo>
                    <a:pt x="0" y="1875"/>
                  </a:lnTo>
                  <a:cubicBezTo>
                    <a:pt x="0" y="1975"/>
                    <a:pt x="67" y="2042"/>
                    <a:pt x="167" y="2042"/>
                  </a:cubicBezTo>
                  <a:lnTo>
                    <a:pt x="1101" y="2042"/>
                  </a:lnTo>
                  <a:cubicBezTo>
                    <a:pt x="1335" y="2042"/>
                    <a:pt x="1335" y="1708"/>
                    <a:pt x="1101" y="1708"/>
                  </a:cubicBezTo>
                  <a:lnTo>
                    <a:pt x="334" y="1708"/>
                  </a:lnTo>
                  <a:lnTo>
                    <a:pt x="334" y="1175"/>
                  </a:lnTo>
                  <a:lnTo>
                    <a:pt x="1001" y="1175"/>
                  </a:lnTo>
                  <a:cubicBezTo>
                    <a:pt x="1101" y="1175"/>
                    <a:pt x="1168" y="1108"/>
                    <a:pt x="1168" y="1008"/>
                  </a:cubicBezTo>
                  <a:cubicBezTo>
                    <a:pt x="1168" y="941"/>
                    <a:pt x="1101" y="841"/>
                    <a:pt x="1001" y="841"/>
                  </a:cubicBezTo>
                  <a:lnTo>
                    <a:pt x="334" y="841"/>
                  </a:lnTo>
                  <a:lnTo>
                    <a:pt x="334" y="307"/>
                  </a:lnTo>
                  <a:lnTo>
                    <a:pt x="1135" y="307"/>
                  </a:lnTo>
                  <a:cubicBezTo>
                    <a:pt x="1325" y="307"/>
                    <a:pt x="1334" y="5"/>
                    <a:pt x="1162" y="5"/>
                  </a:cubicBezTo>
                  <a:cubicBezTo>
                    <a:pt x="1153" y="5"/>
                    <a:pt x="1144" y="5"/>
                    <a:pt x="1135" y="7"/>
                  </a:cubicBezTo>
                  <a:lnTo>
                    <a:pt x="167" y="7"/>
                  </a:lnTo>
                  <a:cubicBezTo>
                    <a:pt x="154" y="3"/>
                    <a:pt x="141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296;p55">
              <a:extLst>
                <a:ext uri="{FF2B5EF4-FFF2-40B4-BE49-F238E27FC236}">
                  <a16:creationId xmlns:a16="http://schemas.microsoft.com/office/drawing/2014/main" id="{4817B627-A2DC-91D1-5484-6B8520E95E19}"/>
                </a:ext>
              </a:extLst>
            </p:cNvPr>
            <p:cNvSpPr/>
            <p:nvPr/>
          </p:nvSpPr>
          <p:spPr>
            <a:xfrm>
              <a:off x="5253100" y="2859925"/>
              <a:ext cx="38375" cy="50950"/>
            </a:xfrm>
            <a:custGeom>
              <a:avLst/>
              <a:gdLst/>
              <a:ahLst/>
              <a:cxnLst/>
              <a:rect l="l" t="t" r="r" b="b"/>
              <a:pathLst>
                <a:path w="1535" h="2038" extrusionOk="0">
                  <a:moveTo>
                    <a:pt x="154" y="0"/>
                  </a:moveTo>
                  <a:cubicBezTo>
                    <a:pt x="123" y="0"/>
                    <a:pt x="92" y="11"/>
                    <a:pt x="67" y="36"/>
                  </a:cubicBezTo>
                  <a:cubicBezTo>
                    <a:pt x="33" y="70"/>
                    <a:pt x="0" y="137"/>
                    <a:pt x="0" y="170"/>
                  </a:cubicBezTo>
                  <a:lnTo>
                    <a:pt x="0" y="1871"/>
                  </a:lnTo>
                  <a:cubicBezTo>
                    <a:pt x="0" y="1971"/>
                    <a:pt x="67" y="2038"/>
                    <a:pt x="167" y="2038"/>
                  </a:cubicBezTo>
                  <a:cubicBezTo>
                    <a:pt x="234" y="2038"/>
                    <a:pt x="334" y="1971"/>
                    <a:pt x="334" y="1871"/>
                  </a:cubicBezTo>
                  <a:lnTo>
                    <a:pt x="334" y="670"/>
                  </a:lnTo>
                  <a:lnTo>
                    <a:pt x="1268" y="1971"/>
                  </a:lnTo>
                  <a:cubicBezTo>
                    <a:pt x="1301" y="2005"/>
                    <a:pt x="1334" y="2038"/>
                    <a:pt x="1401" y="2038"/>
                  </a:cubicBezTo>
                  <a:cubicBezTo>
                    <a:pt x="1468" y="2038"/>
                    <a:pt x="1534" y="1971"/>
                    <a:pt x="1534" y="1871"/>
                  </a:cubicBezTo>
                  <a:lnTo>
                    <a:pt x="1534" y="170"/>
                  </a:lnTo>
                  <a:cubicBezTo>
                    <a:pt x="1534" y="103"/>
                    <a:pt x="1468" y="3"/>
                    <a:pt x="1401" y="3"/>
                  </a:cubicBezTo>
                  <a:cubicBezTo>
                    <a:pt x="1301" y="3"/>
                    <a:pt x="1234" y="103"/>
                    <a:pt x="1234" y="170"/>
                  </a:cubicBezTo>
                  <a:lnTo>
                    <a:pt x="1234" y="1371"/>
                  </a:lnTo>
                  <a:lnTo>
                    <a:pt x="300" y="70"/>
                  </a:lnTo>
                  <a:cubicBezTo>
                    <a:pt x="259" y="29"/>
                    <a:pt x="205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297;p55">
              <a:extLst>
                <a:ext uri="{FF2B5EF4-FFF2-40B4-BE49-F238E27FC236}">
                  <a16:creationId xmlns:a16="http://schemas.microsoft.com/office/drawing/2014/main" id="{4FBE0260-92B5-4250-8A38-53296F73F049}"/>
                </a:ext>
              </a:extLst>
            </p:cNvPr>
            <p:cNvSpPr/>
            <p:nvPr/>
          </p:nvSpPr>
          <p:spPr>
            <a:xfrm>
              <a:off x="5303125" y="2858150"/>
              <a:ext cx="48175" cy="51900"/>
            </a:xfrm>
            <a:custGeom>
              <a:avLst/>
              <a:gdLst/>
              <a:ahLst/>
              <a:cxnLst/>
              <a:rect l="l" t="t" r="r" b="b"/>
              <a:pathLst>
                <a:path w="1927" h="2076" extrusionOk="0">
                  <a:moveTo>
                    <a:pt x="1193" y="1"/>
                  </a:moveTo>
                  <a:cubicBezTo>
                    <a:pt x="1163" y="1"/>
                    <a:pt x="1132" y="3"/>
                    <a:pt x="1101" y="7"/>
                  </a:cubicBezTo>
                  <a:cubicBezTo>
                    <a:pt x="1081" y="6"/>
                    <a:pt x="1061" y="6"/>
                    <a:pt x="1041" y="6"/>
                  </a:cubicBezTo>
                  <a:cubicBezTo>
                    <a:pt x="470" y="6"/>
                    <a:pt x="33" y="461"/>
                    <a:pt x="0" y="1041"/>
                  </a:cubicBezTo>
                  <a:cubicBezTo>
                    <a:pt x="34" y="1642"/>
                    <a:pt x="534" y="2076"/>
                    <a:pt x="1101" y="2076"/>
                  </a:cubicBezTo>
                  <a:cubicBezTo>
                    <a:pt x="1368" y="2076"/>
                    <a:pt x="1602" y="1975"/>
                    <a:pt x="1768" y="1842"/>
                  </a:cubicBezTo>
                  <a:cubicBezTo>
                    <a:pt x="1802" y="1809"/>
                    <a:pt x="1835" y="1809"/>
                    <a:pt x="1835" y="1775"/>
                  </a:cubicBezTo>
                  <a:cubicBezTo>
                    <a:pt x="1835" y="1742"/>
                    <a:pt x="1835" y="1742"/>
                    <a:pt x="1835" y="1709"/>
                  </a:cubicBezTo>
                  <a:lnTo>
                    <a:pt x="1835" y="1075"/>
                  </a:lnTo>
                  <a:cubicBezTo>
                    <a:pt x="1835" y="975"/>
                    <a:pt x="1768" y="908"/>
                    <a:pt x="1668" y="908"/>
                  </a:cubicBezTo>
                  <a:lnTo>
                    <a:pt x="1101" y="908"/>
                  </a:lnTo>
                  <a:cubicBezTo>
                    <a:pt x="1001" y="908"/>
                    <a:pt x="934" y="975"/>
                    <a:pt x="934" y="1075"/>
                  </a:cubicBezTo>
                  <a:cubicBezTo>
                    <a:pt x="934" y="1142"/>
                    <a:pt x="1001" y="1242"/>
                    <a:pt x="1101" y="1242"/>
                  </a:cubicBezTo>
                  <a:lnTo>
                    <a:pt x="1502" y="1242"/>
                  </a:lnTo>
                  <a:lnTo>
                    <a:pt x="1502" y="1642"/>
                  </a:lnTo>
                  <a:cubicBezTo>
                    <a:pt x="1368" y="1709"/>
                    <a:pt x="1235" y="1775"/>
                    <a:pt x="1101" y="1775"/>
                  </a:cubicBezTo>
                  <a:cubicBezTo>
                    <a:pt x="901" y="1775"/>
                    <a:pt x="701" y="1675"/>
                    <a:pt x="568" y="1542"/>
                  </a:cubicBezTo>
                  <a:cubicBezTo>
                    <a:pt x="434" y="1408"/>
                    <a:pt x="334" y="1242"/>
                    <a:pt x="334" y="1041"/>
                  </a:cubicBezTo>
                  <a:cubicBezTo>
                    <a:pt x="334" y="841"/>
                    <a:pt x="434" y="675"/>
                    <a:pt x="568" y="541"/>
                  </a:cubicBezTo>
                  <a:cubicBezTo>
                    <a:pt x="683" y="425"/>
                    <a:pt x="850" y="334"/>
                    <a:pt x="1022" y="334"/>
                  </a:cubicBezTo>
                  <a:cubicBezTo>
                    <a:pt x="1049" y="334"/>
                    <a:pt x="1075" y="337"/>
                    <a:pt x="1101" y="341"/>
                  </a:cubicBezTo>
                  <a:cubicBezTo>
                    <a:pt x="1268" y="341"/>
                    <a:pt x="1435" y="374"/>
                    <a:pt x="1568" y="474"/>
                  </a:cubicBezTo>
                  <a:cubicBezTo>
                    <a:pt x="1603" y="509"/>
                    <a:pt x="1641" y="524"/>
                    <a:pt x="1676" y="524"/>
                  </a:cubicBezTo>
                  <a:cubicBezTo>
                    <a:pt x="1813" y="524"/>
                    <a:pt x="1927" y="313"/>
                    <a:pt x="1768" y="208"/>
                  </a:cubicBezTo>
                  <a:cubicBezTo>
                    <a:pt x="1595" y="92"/>
                    <a:pt x="1396" y="1"/>
                    <a:pt x="1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298;p55">
              <a:extLst>
                <a:ext uri="{FF2B5EF4-FFF2-40B4-BE49-F238E27FC236}">
                  <a16:creationId xmlns:a16="http://schemas.microsoft.com/office/drawing/2014/main" id="{5353261D-9EBF-23AF-A9D5-099B69E328F8}"/>
                </a:ext>
              </a:extLst>
            </p:cNvPr>
            <p:cNvSpPr/>
            <p:nvPr/>
          </p:nvSpPr>
          <p:spPr>
            <a:xfrm>
              <a:off x="5361500" y="2859575"/>
              <a:ext cx="33375" cy="51300"/>
            </a:xfrm>
            <a:custGeom>
              <a:avLst/>
              <a:gdLst/>
              <a:ahLst/>
              <a:cxnLst/>
              <a:rect l="l" t="t" r="r" b="b"/>
              <a:pathLst>
                <a:path w="1335" h="2052" extrusionOk="0">
                  <a:moveTo>
                    <a:pt x="167" y="0"/>
                  </a:moveTo>
                  <a:cubicBezTo>
                    <a:pt x="84" y="0"/>
                    <a:pt x="0" y="50"/>
                    <a:pt x="0" y="151"/>
                  </a:cubicBezTo>
                  <a:lnTo>
                    <a:pt x="0" y="1885"/>
                  </a:lnTo>
                  <a:cubicBezTo>
                    <a:pt x="0" y="1985"/>
                    <a:pt x="67" y="2052"/>
                    <a:pt x="167" y="2052"/>
                  </a:cubicBezTo>
                  <a:lnTo>
                    <a:pt x="1101" y="2052"/>
                  </a:lnTo>
                  <a:cubicBezTo>
                    <a:pt x="1335" y="2052"/>
                    <a:pt x="1335" y="1718"/>
                    <a:pt x="1101" y="1718"/>
                  </a:cubicBezTo>
                  <a:lnTo>
                    <a:pt x="334" y="1718"/>
                  </a:lnTo>
                  <a:lnTo>
                    <a:pt x="334" y="151"/>
                  </a:lnTo>
                  <a:cubicBezTo>
                    <a:pt x="334" y="50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299;p55">
              <a:extLst>
                <a:ext uri="{FF2B5EF4-FFF2-40B4-BE49-F238E27FC236}">
                  <a16:creationId xmlns:a16="http://schemas.microsoft.com/office/drawing/2014/main" id="{7ECA62D6-1917-76AC-2800-CE3E95C63973}"/>
                </a:ext>
              </a:extLst>
            </p:cNvPr>
            <p:cNvSpPr/>
            <p:nvPr/>
          </p:nvSpPr>
          <p:spPr>
            <a:xfrm>
              <a:off x="5403200" y="2859150"/>
              <a:ext cx="8350" cy="51725"/>
            </a:xfrm>
            <a:custGeom>
              <a:avLst/>
              <a:gdLst/>
              <a:ahLst/>
              <a:cxnLst/>
              <a:rect l="l" t="t" r="r" b="b"/>
              <a:pathLst>
                <a:path w="334" h="2069" extrusionOk="0">
                  <a:moveTo>
                    <a:pt x="167" y="1"/>
                  </a:moveTo>
                  <a:cubicBezTo>
                    <a:pt x="67" y="1"/>
                    <a:pt x="0" y="67"/>
                    <a:pt x="0" y="168"/>
                  </a:cubicBezTo>
                  <a:lnTo>
                    <a:pt x="0" y="1902"/>
                  </a:lnTo>
                  <a:cubicBezTo>
                    <a:pt x="0" y="2002"/>
                    <a:pt x="67" y="2069"/>
                    <a:pt x="167" y="2069"/>
                  </a:cubicBezTo>
                  <a:cubicBezTo>
                    <a:pt x="267" y="2069"/>
                    <a:pt x="334" y="2002"/>
                    <a:pt x="334" y="1902"/>
                  </a:cubicBezTo>
                  <a:lnTo>
                    <a:pt x="334" y="168"/>
                  </a:lnTo>
                  <a:cubicBezTo>
                    <a:pt x="334" y="67"/>
                    <a:pt x="267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300;p55">
              <a:extLst>
                <a:ext uri="{FF2B5EF4-FFF2-40B4-BE49-F238E27FC236}">
                  <a16:creationId xmlns:a16="http://schemas.microsoft.com/office/drawing/2014/main" id="{1BAEB025-5545-FE2C-9E77-612650A2CFBC}"/>
                </a:ext>
              </a:extLst>
            </p:cNvPr>
            <p:cNvSpPr/>
            <p:nvPr/>
          </p:nvSpPr>
          <p:spPr>
            <a:xfrm>
              <a:off x="5422375" y="2858325"/>
              <a:ext cx="40900" cy="51725"/>
            </a:xfrm>
            <a:custGeom>
              <a:avLst/>
              <a:gdLst/>
              <a:ahLst/>
              <a:cxnLst/>
              <a:rect l="l" t="t" r="r" b="b"/>
              <a:pathLst>
                <a:path w="1636" h="2069" extrusionOk="0">
                  <a:moveTo>
                    <a:pt x="801" y="0"/>
                  </a:moveTo>
                  <a:cubicBezTo>
                    <a:pt x="634" y="0"/>
                    <a:pt x="434" y="34"/>
                    <a:pt x="301" y="134"/>
                  </a:cubicBezTo>
                  <a:cubicBezTo>
                    <a:pt x="167" y="234"/>
                    <a:pt x="67" y="401"/>
                    <a:pt x="67" y="567"/>
                  </a:cubicBezTo>
                  <a:cubicBezTo>
                    <a:pt x="67" y="668"/>
                    <a:pt x="101" y="734"/>
                    <a:pt x="134" y="801"/>
                  </a:cubicBezTo>
                  <a:cubicBezTo>
                    <a:pt x="201" y="901"/>
                    <a:pt x="301" y="1001"/>
                    <a:pt x="401" y="1034"/>
                  </a:cubicBezTo>
                  <a:cubicBezTo>
                    <a:pt x="534" y="1101"/>
                    <a:pt x="634" y="1135"/>
                    <a:pt x="768" y="1135"/>
                  </a:cubicBezTo>
                  <a:cubicBezTo>
                    <a:pt x="935" y="1168"/>
                    <a:pt x="1068" y="1201"/>
                    <a:pt x="1201" y="1301"/>
                  </a:cubicBezTo>
                  <a:cubicBezTo>
                    <a:pt x="1235" y="1301"/>
                    <a:pt x="1268" y="1335"/>
                    <a:pt x="1268" y="1368"/>
                  </a:cubicBezTo>
                  <a:cubicBezTo>
                    <a:pt x="1301" y="1401"/>
                    <a:pt x="1301" y="1435"/>
                    <a:pt x="1301" y="1468"/>
                  </a:cubicBezTo>
                  <a:cubicBezTo>
                    <a:pt x="1301" y="1568"/>
                    <a:pt x="1268" y="1635"/>
                    <a:pt x="1201" y="1668"/>
                  </a:cubicBezTo>
                  <a:cubicBezTo>
                    <a:pt x="1068" y="1735"/>
                    <a:pt x="935" y="1802"/>
                    <a:pt x="834" y="1802"/>
                  </a:cubicBezTo>
                  <a:cubicBezTo>
                    <a:pt x="601" y="1768"/>
                    <a:pt x="401" y="1702"/>
                    <a:pt x="267" y="1568"/>
                  </a:cubicBezTo>
                  <a:cubicBezTo>
                    <a:pt x="234" y="1535"/>
                    <a:pt x="192" y="1518"/>
                    <a:pt x="151" y="1518"/>
                  </a:cubicBezTo>
                  <a:cubicBezTo>
                    <a:pt x="109" y="1518"/>
                    <a:pt x="67" y="1535"/>
                    <a:pt x="34" y="1568"/>
                  </a:cubicBezTo>
                  <a:cubicBezTo>
                    <a:pt x="1" y="1635"/>
                    <a:pt x="34" y="1735"/>
                    <a:pt x="101" y="1768"/>
                  </a:cubicBezTo>
                  <a:cubicBezTo>
                    <a:pt x="301" y="1968"/>
                    <a:pt x="568" y="2069"/>
                    <a:pt x="834" y="2069"/>
                  </a:cubicBezTo>
                  <a:cubicBezTo>
                    <a:pt x="1035" y="2069"/>
                    <a:pt x="1235" y="2002"/>
                    <a:pt x="1402" y="1902"/>
                  </a:cubicBezTo>
                  <a:cubicBezTo>
                    <a:pt x="1535" y="1802"/>
                    <a:pt x="1635" y="1635"/>
                    <a:pt x="1635" y="1468"/>
                  </a:cubicBezTo>
                  <a:cubicBezTo>
                    <a:pt x="1635" y="1368"/>
                    <a:pt x="1602" y="1268"/>
                    <a:pt x="1568" y="1201"/>
                  </a:cubicBezTo>
                  <a:cubicBezTo>
                    <a:pt x="1502" y="1101"/>
                    <a:pt x="1402" y="1001"/>
                    <a:pt x="1268" y="968"/>
                  </a:cubicBezTo>
                  <a:cubicBezTo>
                    <a:pt x="1135" y="901"/>
                    <a:pt x="1001" y="868"/>
                    <a:pt x="868" y="834"/>
                  </a:cubicBezTo>
                  <a:cubicBezTo>
                    <a:pt x="734" y="801"/>
                    <a:pt x="601" y="768"/>
                    <a:pt x="501" y="701"/>
                  </a:cubicBezTo>
                  <a:cubicBezTo>
                    <a:pt x="468" y="701"/>
                    <a:pt x="434" y="668"/>
                    <a:pt x="434" y="634"/>
                  </a:cubicBezTo>
                  <a:cubicBezTo>
                    <a:pt x="401" y="601"/>
                    <a:pt x="401" y="567"/>
                    <a:pt x="401" y="567"/>
                  </a:cubicBezTo>
                  <a:cubicBezTo>
                    <a:pt x="401" y="467"/>
                    <a:pt x="434" y="401"/>
                    <a:pt x="501" y="367"/>
                  </a:cubicBezTo>
                  <a:cubicBezTo>
                    <a:pt x="601" y="301"/>
                    <a:pt x="701" y="267"/>
                    <a:pt x="834" y="267"/>
                  </a:cubicBezTo>
                  <a:cubicBezTo>
                    <a:pt x="1001" y="301"/>
                    <a:pt x="1135" y="367"/>
                    <a:pt x="1268" y="467"/>
                  </a:cubicBezTo>
                  <a:cubicBezTo>
                    <a:pt x="1294" y="493"/>
                    <a:pt x="1324" y="504"/>
                    <a:pt x="1354" y="504"/>
                  </a:cubicBezTo>
                  <a:cubicBezTo>
                    <a:pt x="1402" y="504"/>
                    <a:pt x="1448" y="475"/>
                    <a:pt x="1468" y="434"/>
                  </a:cubicBezTo>
                  <a:cubicBezTo>
                    <a:pt x="1535" y="367"/>
                    <a:pt x="1502" y="267"/>
                    <a:pt x="1435" y="234"/>
                  </a:cubicBezTo>
                  <a:cubicBezTo>
                    <a:pt x="1268" y="100"/>
                    <a:pt x="1035" y="0"/>
                    <a:pt x="8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301;p55">
              <a:extLst>
                <a:ext uri="{FF2B5EF4-FFF2-40B4-BE49-F238E27FC236}">
                  <a16:creationId xmlns:a16="http://schemas.microsoft.com/office/drawing/2014/main" id="{D9D071D0-C3D8-991E-8DA0-8B220BD20894}"/>
                </a:ext>
              </a:extLst>
            </p:cNvPr>
            <p:cNvSpPr/>
            <p:nvPr/>
          </p:nvSpPr>
          <p:spPr>
            <a:xfrm>
              <a:off x="5474075" y="2859825"/>
              <a:ext cx="35050" cy="51050"/>
            </a:xfrm>
            <a:custGeom>
              <a:avLst/>
              <a:gdLst/>
              <a:ahLst/>
              <a:cxnLst/>
              <a:rect l="l" t="t" r="r" b="b"/>
              <a:pathLst>
                <a:path w="1402" h="2042" extrusionOk="0">
                  <a:moveTo>
                    <a:pt x="128" y="0"/>
                  </a:moveTo>
                  <a:cubicBezTo>
                    <a:pt x="50" y="0"/>
                    <a:pt x="1" y="83"/>
                    <a:pt x="1" y="141"/>
                  </a:cubicBezTo>
                  <a:lnTo>
                    <a:pt x="1" y="1875"/>
                  </a:lnTo>
                  <a:cubicBezTo>
                    <a:pt x="1" y="1975"/>
                    <a:pt x="67" y="2042"/>
                    <a:pt x="167" y="2042"/>
                  </a:cubicBezTo>
                  <a:cubicBezTo>
                    <a:pt x="234" y="2042"/>
                    <a:pt x="301" y="1975"/>
                    <a:pt x="301" y="1875"/>
                  </a:cubicBezTo>
                  <a:lnTo>
                    <a:pt x="301" y="1175"/>
                  </a:lnTo>
                  <a:lnTo>
                    <a:pt x="1068" y="1175"/>
                  </a:lnTo>
                  <a:lnTo>
                    <a:pt x="1068" y="1875"/>
                  </a:lnTo>
                  <a:cubicBezTo>
                    <a:pt x="1068" y="1975"/>
                    <a:pt x="1135" y="2042"/>
                    <a:pt x="1235" y="2042"/>
                  </a:cubicBezTo>
                  <a:cubicBezTo>
                    <a:pt x="1335" y="2042"/>
                    <a:pt x="1402" y="1975"/>
                    <a:pt x="1402" y="1875"/>
                  </a:cubicBezTo>
                  <a:lnTo>
                    <a:pt x="1402" y="141"/>
                  </a:lnTo>
                  <a:cubicBezTo>
                    <a:pt x="1402" y="83"/>
                    <a:pt x="1352" y="0"/>
                    <a:pt x="1274" y="0"/>
                  </a:cubicBezTo>
                  <a:cubicBezTo>
                    <a:pt x="1262" y="0"/>
                    <a:pt x="1249" y="3"/>
                    <a:pt x="1235" y="7"/>
                  </a:cubicBezTo>
                  <a:cubicBezTo>
                    <a:pt x="1221" y="3"/>
                    <a:pt x="1208" y="0"/>
                    <a:pt x="1196" y="0"/>
                  </a:cubicBezTo>
                  <a:cubicBezTo>
                    <a:pt x="1118" y="0"/>
                    <a:pt x="1068" y="83"/>
                    <a:pt x="1068" y="141"/>
                  </a:cubicBezTo>
                  <a:lnTo>
                    <a:pt x="1068" y="841"/>
                  </a:lnTo>
                  <a:lnTo>
                    <a:pt x="301" y="841"/>
                  </a:lnTo>
                  <a:lnTo>
                    <a:pt x="301" y="141"/>
                  </a:lnTo>
                  <a:cubicBezTo>
                    <a:pt x="301" y="83"/>
                    <a:pt x="251" y="0"/>
                    <a:pt x="195" y="0"/>
                  </a:cubicBezTo>
                  <a:cubicBezTo>
                    <a:pt x="186" y="0"/>
                    <a:pt x="177" y="3"/>
                    <a:pt x="167" y="7"/>
                  </a:cubicBezTo>
                  <a:cubicBezTo>
                    <a:pt x="154" y="3"/>
                    <a:pt x="141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2302;p55">
              <a:extLst>
                <a:ext uri="{FF2B5EF4-FFF2-40B4-BE49-F238E27FC236}">
                  <a16:creationId xmlns:a16="http://schemas.microsoft.com/office/drawing/2014/main" id="{498AE6D7-AC42-29D4-AB08-CE3B1B729F25}"/>
                </a:ext>
              </a:extLst>
            </p:cNvPr>
            <p:cNvSpPr/>
            <p:nvPr/>
          </p:nvSpPr>
          <p:spPr>
            <a:xfrm>
              <a:off x="5223075" y="2567275"/>
              <a:ext cx="733050" cy="96775"/>
            </a:xfrm>
            <a:custGeom>
              <a:avLst/>
              <a:gdLst/>
              <a:ahLst/>
              <a:cxnLst/>
              <a:rect l="l" t="t" r="r" b="b"/>
              <a:pathLst>
                <a:path w="29322" h="3871" extrusionOk="0">
                  <a:moveTo>
                    <a:pt x="0" y="1"/>
                  </a:moveTo>
                  <a:lnTo>
                    <a:pt x="0" y="3870"/>
                  </a:lnTo>
                  <a:lnTo>
                    <a:pt x="29321" y="3870"/>
                  </a:lnTo>
                  <a:lnTo>
                    <a:pt x="293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2303;p55">
              <a:extLst>
                <a:ext uri="{FF2B5EF4-FFF2-40B4-BE49-F238E27FC236}">
                  <a16:creationId xmlns:a16="http://schemas.microsoft.com/office/drawing/2014/main" id="{B064A650-C692-75B5-1630-8EB12365FD0B}"/>
                </a:ext>
              </a:extLst>
            </p:cNvPr>
            <p:cNvSpPr/>
            <p:nvPr/>
          </p:nvSpPr>
          <p:spPr>
            <a:xfrm>
              <a:off x="5223075" y="2577275"/>
              <a:ext cx="491200" cy="76750"/>
            </a:xfrm>
            <a:custGeom>
              <a:avLst/>
              <a:gdLst/>
              <a:ahLst/>
              <a:cxnLst/>
              <a:rect l="l" t="t" r="r" b="b"/>
              <a:pathLst>
                <a:path w="19648" h="3070" extrusionOk="0">
                  <a:moveTo>
                    <a:pt x="0" y="1"/>
                  </a:moveTo>
                  <a:lnTo>
                    <a:pt x="0" y="3070"/>
                  </a:lnTo>
                  <a:lnTo>
                    <a:pt x="19648" y="3070"/>
                  </a:lnTo>
                  <a:lnTo>
                    <a:pt x="196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2304;p55">
              <a:extLst>
                <a:ext uri="{FF2B5EF4-FFF2-40B4-BE49-F238E27FC236}">
                  <a16:creationId xmlns:a16="http://schemas.microsoft.com/office/drawing/2014/main" id="{12470AB6-E8BA-2E64-84CA-03D2C8061D9C}"/>
                </a:ext>
              </a:extLst>
            </p:cNvPr>
            <p:cNvSpPr/>
            <p:nvPr/>
          </p:nvSpPr>
          <p:spPr>
            <a:xfrm>
              <a:off x="5254750" y="2637325"/>
              <a:ext cx="458700" cy="1700"/>
            </a:xfrm>
            <a:custGeom>
              <a:avLst/>
              <a:gdLst/>
              <a:ahLst/>
              <a:cxnLst/>
              <a:rect l="l" t="t" r="r" b="b"/>
              <a:pathLst>
                <a:path w="18348" h="68" extrusionOk="0">
                  <a:moveTo>
                    <a:pt x="4604" y="1"/>
                  </a:moveTo>
                  <a:cubicBezTo>
                    <a:pt x="3070" y="1"/>
                    <a:pt x="1535" y="1"/>
                    <a:pt x="1" y="34"/>
                  </a:cubicBezTo>
                  <a:cubicBezTo>
                    <a:pt x="1535" y="34"/>
                    <a:pt x="3070" y="67"/>
                    <a:pt x="4604" y="67"/>
                  </a:cubicBezTo>
                  <a:lnTo>
                    <a:pt x="13777" y="67"/>
                  </a:lnTo>
                  <a:cubicBezTo>
                    <a:pt x="15312" y="67"/>
                    <a:pt x="16813" y="67"/>
                    <a:pt x="18347" y="34"/>
                  </a:cubicBezTo>
                  <a:cubicBezTo>
                    <a:pt x="16813" y="34"/>
                    <a:pt x="15278" y="1"/>
                    <a:pt x="137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2305;p55">
              <a:extLst>
                <a:ext uri="{FF2B5EF4-FFF2-40B4-BE49-F238E27FC236}">
                  <a16:creationId xmlns:a16="http://schemas.microsoft.com/office/drawing/2014/main" id="{E6AEB2F4-D8B1-5AE1-B4F2-CE39B1EB2461}"/>
                </a:ext>
              </a:extLst>
            </p:cNvPr>
            <p:cNvSpPr/>
            <p:nvPr/>
          </p:nvSpPr>
          <p:spPr>
            <a:xfrm>
              <a:off x="5254750" y="2622325"/>
              <a:ext cx="458700" cy="1675"/>
            </a:xfrm>
            <a:custGeom>
              <a:avLst/>
              <a:gdLst/>
              <a:ahLst/>
              <a:cxnLst/>
              <a:rect l="l" t="t" r="r" b="b"/>
              <a:pathLst>
                <a:path w="18348" h="67" extrusionOk="0">
                  <a:moveTo>
                    <a:pt x="4604" y="0"/>
                  </a:moveTo>
                  <a:cubicBezTo>
                    <a:pt x="3070" y="0"/>
                    <a:pt x="1535" y="0"/>
                    <a:pt x="1" y="34"/>
                  </a:cubicBezTo>
                  <a:cubicBezTo>
                    <a:pt x="1535" y="34"/>
                    <a:pt x="3070" y="67"/>
                    <a:pt x="4604" y="67"/>
                  </a:cubicBezTo>
                  <a:lnTo>
                    <a:pt x="13777" y="67"/>
                  </a:lnTo>
                  <a:cubicBezTo>
                    <a:pt x="15312" y="67"/>
                    <a:pt x="16846" y="67"/>
                    <a:pt x="18347" y="34"/>
                  </a:cubicBezTo>
                  <a:cubicBezTo>
                    <a:pt x="16813" y="0"/>
                    <a:pt x="15278" y="0"/>
                    <a:pt x="137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2306;p55">
              <a:extLst>
                <a:ext uri="{FF2B5EF4-FFF2-40B4-BE49-F238E27FC236}">
                  <a16:creationId xmlns:a16="http://schemas.microsoft.com/office/drawing/2014/main" id="{BDD9B2AF-3AE6-4FE0-8B8F-C91231083312}"/>
                </a:ext>
              </a:extLst>
            </p:cNvPr>
            <p:cNvSpPr/>
            <p:nvPr/>
          </p:nvSpPr>
          <p:spPr>
            <a:xfrm>
              <a:off x="5254750" y="2607300"/>
              <a:ext cx="458700" cy="1700"/>
            </a:xfrm>
            <a:custGeom>
              <a:avLst/>
              <a:gdLst/>
              <a:ahLst/>
              <a:cxnLst/>
              <a:rect l="l" t="t" r="r" b="b"/>
              <a:pathLst>
                <a:path w="18348" h="68" extrusionOk="0">
                  <a:moveTo>
                    <a:pt x="4604" y="1"/>
                  </a:moveTo>
                  <a:cubicBezTo>
                    <a:pt x="3070" y="1"/>
                    <a:pt x="1535" y="1"/>
                    <a:pt x="1" y="34"/>
                  </a:cubicBezTo>
                  <a:cubicBezTo>
                    <a:pt x="1535" y="34"/>
                    <a:pt x="3070" y="68"/>
                    <a:pt x="4604" y="68"/>
                  </a:cubicBezTo>
                  <a:lnTo>
                    <a:pt x="13777" y="68"/>
                  </a:lnTo>
                  <a:cubicBezTo>
                    <a:pt x="15312" y="68"/>
                    <a:pt x="16846" y="68"/>
                    <a:pt x="18347" y="34"/>
                  </a:cubicBezTo>
                  <a:cubicBezTo>
                    <a:pt x="16813" y="1"/>
                    <a:pt x="15278" y="1"/>
                    <a:pt x="137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2307;p55">
              <a:extLst>
                <a:ext uri="{FF2B5EF4-FFF2-40B4-BE49-F238E27FC236}">
                  <a16:creationId xmlns:a16="http://schemas.microsoft.com/office/drawing/2014/main" id="{846984F4-63DE-6155-5BEF-97AB8E27B5FE}"/>
                </a:ext>
              </a:extLst>
            </p:cNvPr>
            <p:cNvSpPr/>
            <p:nvPr/>
          </p:nvSpPr>
          <p:spPr>
            <a:xfrm>
              <a:off x="5254750" y="2592300"/>
              <a:ext cx="458700" cy="1700"/>
            </a:xfrm>
            <a:custGeom>
              <a:avLst/>
              <a:gdLst/>
              <a:ahLst/>
              <a:cxnLst/>
              <a:rect l="l" t="t" r="r" b="b"/>
              <a:pathLst>
                <a:path w="18348" h="68" extrusionOk="0">
                  <a:moveTo>
                    <a:pt x="4604" y="0"/>
                  </a:moveTo>
                  <a:cubicBezTo>
                    <a:pt x="3070" y="0"/>
                    <a:pt x="1535" y="0"/>
                    <a:pt x="1" y="34"/>
                  </a:cubicBezTo>
                  <a:cubicBezTo>
                    <a:pt x="1535" y="34"/>
                    <a:pt x="3070" y="34"/>
                    <a:pt x="4604" y="67"/>
                  </a:cubicBezTo>
                  <a:lnTo>
                    <a:pt x="13777" y="67"/>
                  </a:lnTo>
                  <a:cubicBezTo>
                    <a:pt x="15312" y="67"/>
                    <a:pt x="16813" y="34"/>
                    <a:pt x="18347" y="34"/>
                  </a:cubicBezTo>
                  <a:cubicBezTo>
                    <a:pt x="16813" y="34"/>
                    <a:pt x="15278" y="0"/>
                    <a:pt x="137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2308;p55">
              <a:extLst>
                <a:ext uri="{FF2B5EF4-FFF2-40B4-BE49-F238E27FC236}">
                  <a16:creationId xmlns:a16="http://schemas.microsoft.com/office/drawing/2014/main" id="{7C75D7FC-C454-E8DF-B987-EB368E47C920}"/>
                </a:ext>
              </a:extLst>
            </p:cNvPr>
            <p:cNvSpPr/>
            <p:nvPr/>
          </p:nvSpPr>
          <p:spPr>
            <a:xfrm>
              <a:off x="5745100" y="2590625"/>
              <a:ext cx="21725" cy="50900"/>
            </a:xfrm>
            <a:custGeom>
              <a:avLst/>
              <a:gdLst/>
              <a:ahLst/>
              <a:cxnLst/>
              <a:rect l="l" t="t" r="r" b="b"/>
              <a:pathLst>
                <a:path w="869" h="2036" extrusionOk="0">
                  <a:moveTo>
                    <a:pt x="101" y="1"/>
                  </a:moveTo>
                  <a:cubicBezTo>
                    <a:pt x="34" y="1"/>
                    <a:pt x="1" y="67"/>
                    <a:pt x="1" y="167"/>
                  </a:cubicBezTo>
                  <a:lnTo>
                    <a:pt x="1" y="1902"/>
                  </a:lnTo>
                  <a:cubicBezTo>
                    <a:pt x="1" y="1969"/>
                    <a:pt x="34" y="2035"/>
                    <a:pt x="101" y="2035"/>
                  </a:cubicBezTo>
                  <a:cubicBezTo>
                    <a:pt x="168" y="2035"/>
                    <a:pt x="201" y="1969"/>
                    <a:pt x="201" y="1902"/>
                  </a:cubicBezTo>
                  <a:lnTo>
                    <a:pt x="201" y="1202"/>
                  </a:lnTo>
                  <a:lnTo>
                    <a:pt x="668" y="1202"/>
                  </a:lnTo>
                  <a:cubicBezTo>
                    <a:pt x="735" y="1202"/>
                    <a:pt x="801" y="1101"/>
                    <a:pt x="801" y="1035"/>
                  </a:cubicBezTo>
                  <a:cubicBezTo>
                    <a:pt x="801" y="935"/>
                    <a:pt x="735" y="868"/>
                    <a:pt x="668" y="868"/>
                  </a:cubicBezTo>
                  <a:lnTo>
                    <a:pt x="201" y="868"/>
                  </a:lnTo>
                  <a:lnTo>
                    <a:pt x="201" y="334"/>
                  </a:lnTo>
                  <a:lnTo>
                    <a:pt x="768" y="334"/>
                  </a:lnTo>
                  <a:cubicBezTo>
                    <a:pt x="801" y="334"/>
                    <a:pt x="868" y="268"/>
                    <a:pt x="868" y="167"/>
                  </a:cubicBezTo>
                  <a:cubicBezTo>
                    <a:pt x="868" y="67"/>
                    <a:pt x="801" y="1"/>
                    <a:pt x="7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2309;p55">
              <a:extLst>
                <a:ext uri="{FF2B5EF4-FFF2-40B4-BE49-F238E27FC236}">
                  <a16:creationId xmlns:a16="http://schemas.microsoft.com/office/drawing/2014/main" id="{6F50DB5A-B871-E68D-FBEA-9FFC70570E5B}"/>
                </a:ext>
              </a:extLst>
            </p:cNvPr>
            <p:cNvSpPr/>
            <p:nvPr/>
          </p:nvSpPr>
          <p:spPr>
            <a:xfrm>
              <a:off x="5774300" y="2590625"/>
              <a:ext cx="25025" cy="50900"/>
            </a:xfrm>
            <a:custGeom>
              <a:avLst/>
              <a:gdLst/>
              <a:ahLst/>
              <a:cxnLst/>
              <a:rect l="l" t="t" r="r" b="b"/>
              <a:pathLst>
                <a:path w="1001" h="2036" extrusionOk="0">
                  <a:moveTo>
                    <a:pt x="467" y="334"/>
                  </a:moveTo>
                  <a:cubicBezTo>
                    <a:pt x="601" y="334"/>
                    <a:pt x="701" y="468"/>
                    <a:pt x="701" y="634"/>
                  </a:cubicBezTo>
                  <a:cubicBezTo>
                    <a:pt x="701" y="801"/>
                    <a:pt x="601" y="935"/>
                    <a:pt x="467" y="935"/>
                  </a:cubicBezTo>
                  <a:lnTo>
                    <a:pt x="234" y="935"/>
                  </a:lnTo>
                  <a:lnTo>
                    <a:pt x="234" y="334"/>
                  </a:lnTo>
                  <a:close/>
                  <a:moveTo>
                    <a:pt x="134" y="1"/>
                  </a:moveTo>
                  <a:cubicBezTo>
                    <a:pt x="67" y="1"/>
                    <a:pt x="0" y="67"/>
                    <a:pt x="0" y="167"/>
                  </a:cubicBezTo>
                  <a:lnTo>
                    <a:pt x="0" y="1869"/>
                  </a:lnTo>
                  <a:cubicBezTo>
                    <a:pt x="0" y="1969"/>
                    <a:pt x="67" y="2035"/>
                    <a:pt x="134" y="2035"/>
                  </a:cubicBezTo>
                  <a:cubicBezTo>
                    <a:pt x="167" y="2035"/>
                    <a:pt x="234" y="1969"/>
                    <a:pt x="234" y="1869"/>
                  </a:cubicBezTo>
                  <a:lnTo>
                    <a:pt x="234" y="1235"/>
                  </a:lnTo>
                  <a:lnTo>
                    <a:pt x="467" y="1235"/>
                  </a:lnTo>
                  <a:cubicBezTo>
                    <a:pt x="501" y="1268"/>
                    <a:pt x="567" y="1268"/>
                    <a:pt x="567" y="1302"/>
                  </a:cubicBezTo>
                  <a:cubicBezTo>
                    <a:pt x="601" y="1335"/>
                    <a:pt x="634" y="1368"/>
                    <a:pt x="634" y="1402"/>
                  </a:cubicBezTo>
                  <a:cubicBezTo>
                    <a:pt x="667" y="1435"/>
                    <a:pt x="667" y="1468"/>
                    <a:pt x="667" y="1535"/>
                  </a:cubicBezTo>
                  <a:cubicBezTo>
                    <a:pt x="667" y="1635"/>
                    <a:pt x="667" y="1769"/>
                    <a:pt x="701" y="1869"/>
                  </a:cubicBezTo>
                  <a:cubicBezTo>
                    <a:pt x="734" y="1902"/>
                    <a:pt x="734" y="1935"/>
                    <a:pt x="767" y="1969"/>
                  </a:cubicBezTo>
                  <a:cubicBezTo>
                    <a:pt x="801" y="2002"/>
                    <a:pt x="834" y="2002"/>
                    <a:pt x="868" y="2002"/>
                  </a:cubicBezTo>
                  <a:lnTo>
                    <a:pt x="901" y="2002"/>
                  </a:lnTo>
                  <a:cubicBezTo>
                    <a:pt x="968" y="1969"/>
                    <a:pt x="1001" y="1869"/>
                    <a:pt x="968" y="1802"/>
                  </a:cubicBezTo>
                  <a:cubicBezTo>
                    <a:pt x="968" y="1735"/>
                    <a:pt x="934" y="1702"/>
                    <a:pt x="868" y="1702"/>
                  </a:cubicBezTo>
                  <a:cubicBezTo>
                    <a:pt x="868" y="1635"/>
                    <a:pt x="868" y="1568"/>
                    <a:pt x="868" y="1535"/>
                  </a:cubicBezTo>
                  <a:cubicBezTo>
                    <a:pt x="868" y="1402"/>
                    <a:pt x="868" y="1302"/>
                    <a:pt x="801" y="1202"/>
                  </a:cubicBezTo>
                  <a:cubicBezTo>
                    <a:pt x="801" y="1168"/>
                    <a:pt x="767" y="1135"/>
                    <a:pt x="734" y="1101"/>
                  </a:cubicBezTo>
                  <a:cubicBezTo>
                    <a:pt x="834" y="968"/>
                    <a:pt x="901" y="801"/>
                    <a:pt x="901" y="634"/>
                  </a:cubicBezTo>
                  <a:cubicBezTo>
                    <a:pt x="901" y="268"/>
                    <a:pt x="734" y="1"/>
                    <a:pt x="4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2310;p55">
              <a:extLst>
                <a:ext uri="{FF2B5EF4-FFF2-40B4-BE49-F238E27FC236}">
                  <a16:creationId xmlns:a16="http://schemas.microsoft.com/office/drawing/2014/main" id="{C7CF1B6C-19C9-3822-6851-C63DCD2B32AE}"/>
                </a:ext>
              </a:extLst>
            </p:cNvPr>
            <p:cNvSpPr/>
            <p:nvPr/>
          </p:nvSpPr>
          <p:spPr>
            <a:xfrm>
              <a:off x="5806825" y="2590625"/>
              <a:ext cx="21700" cy="51075"/>
            </a:xfrm>
            <a:custGeom>
              <a:avLst/>
              <a:gdLst/>
              <a:ahLst/>
              <a:cxnLst/>
              <a:rect l="l" t="t" r="r" b="b"/>
              <a:pathLst>
                <a:path w="868" h="2043" extrusionOk="0">
                  <a:moveTo>
                    <a:pt x="100" y="1"/>
                  </a:moveTo>
                  <a:cubicBezTo>
                    <a:pt x="34" y="1"/>
                    <a:pt x="0" y="67"/>
                    <a:pt x="0" y="167"/>
                  </a:cubicBezTo>
                  <a:lnTo>
                    <a:pt x="0" y="1902"/>
                  </a:lnTo>
                  <a:cubicBezTo>
                    <a:pt x="0" y="1960"/>
                    <a:pt x="50" y="2042"/>
                    <a:pt x="85" y="2042"/>
                  </a:cubicBezTo>
                  <a:cubicBezTo>
                    <a:pt x="91" y="2042"/>
                    <a:pt x="96" y="2040"/>
                    <a:pt x="100" y="2035"/>
                  </a:cubicBezTo>
                  <a:lnTo>
                    <a:pt x="767" y="2035"/>
                  </a:lnTo>
                  <a:cubicBezTo>
                    <a:pt x="834" y="2035"/>
                    <a:pt x="867" y="1969"/>
                    <a:pt x="867" y="1902"/>
                  </a:cubicBezTo>
                  <a:cubicBezTo>
                    <a:pt x="867" y="1802"/>
                    <a:pt x="834" y="1735"/>
                    <a:pt x="767" y="1735"/>
                  </a:cubicBezTo>
                  <a:lnTo>
                    <a:pt x="234" y="1735"/>
                  </a:lnTo>
                  <a:lnTo>
                    <a:pt x="234" y="1202"/>
                  </a:lnTo>
                  <a:lnTo>
                    <a:pt x="701" y="1202"/>
                  </a:lnTo>
                  <a:cubicBezTo>
                    <a:pt x="734" y="1202"/>
                    <a:pt x="801" y="1101"/>
                    <a:pt x="801" y="1035"/>
                  </a:cubicBezTo>
                  <a:cubicBezTo>
                    <a:pt x="801" y="935"/>
                    <a:pt x="734" y="868"/>
                    <a:pt x="701" y="868"/>
                  </a:cubicBezTo>
                  <a:lnTo>
                    <a:pt x="234" y="868"/>
                  </a:lnTo>
                  <a:lnTo>
                    <a:pt x="234" y="334"/>
                  </a:lnTo>
                  <a:lnTo>
                    <a:pt x="767" y="334"/>
                  </a:lnTo>
                  <a:cubicBezTo>
                    <a:pt x="834" y="334"/>
                    <a:pt x="867" y="268"/>
                    <a:pt x="867" y="167"/>
                  </a:cubicBezTo>
                  <a:cubicBezTo>
                    <a:pt x="867" y="67"/>
                    <a:pt x="834" y="1"/>
                    <a:pt x="7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2311;p55">
              <a:extLst>
                <a:ext uri="{FF2B5EF4-FFF2-40B4-BE49-F238E27FC236}">
                  <a16:creationId xmlns:a16="http://schemas.microsoft.com/office/drawing/2014/main" id="{EF3357E5-CF2E-86E6-91E3-8441A5DA9695}"/>
                </a:ext>
              </a:extLst>
            </p:cNvPr>
            <p:cNvSpPr/>
            <p:nvPr/>
          </p:nvSpPr>
          <p:spPr>
            <a:xfrm>
              <a:off x="5836850" y="2591400"/>
              <a:ext cx="26700" cy="50950"/>
            </a:xfrm>
            <a:custGeom>
              <a:avLst/>
              <a:gdLst/>
              <a:ahLst/>
              <a:cxnLst/>
              <a:rect l="l" t="t" r="r" b="b"/>
              <a:pathLst>
                <a:path w="1068" h="2038" extrusionOk="0">
                  <a:moveTo>
                    <a:pt x="108" y="0"/>
                  </a:moveTo>
                  <a:cubicBezTo>
                    <a:pt x="84" y="0"/>
                    <a:pt x="59" y="11"/>
                    <a:pt x="33" y="36"/>
                  </a:cubicBezTo>
                  <a:cubicBezTo>
                    <a:pt x="0" y="70"/>
                    <a:pt x="0" y="103"/>
                    <a:pt x="0" y="170"/>
                  </a:cubicBezTo>
                  <a:lnTo>
                    <a:pt x="0" y="1871"/>
                  </a:lnTo>
                  <a:cubicBezTo>
                    <a:pt x="0" y="1938"/>
                    <a:pt x="33" y="2038"/>
                    <a:pt x="100" y="2038"/>
                  </a:cubicBezTo>
                  <a:cubicBezTo>
                    <a:pt x="167" y="2038"/>
                    <a:pt x="200" y="1938"/>
                    <a:pt x="200" y="1871"/>
                  </a:cubicBezTo>
                  <a:lnTo>
                    <a:pt x="234" y="637"/>
                  </a:lnTo>
                  <a:lnTo>
                    <a:pt x="867" y="1938"/>
                  </a:lnTo>
                  <a:lnTo>
                    <a:pt x="867" y="1971"/>
                  </a:lnTo>
                  <a:cubicBezTo>
                    <a:pt x="901" y="2004"/>
                    <a:pt x="934" y="2038"/>
                    <a:pt x="967" y="2038"/>
                  </a:cubicBezTo>
                  <a:cubicBezTo>
                    <a:pt x="1001" y="2038"/>
                    <a:pt x="1068" y="1938"/>
                    <a:pt x="1068" y="1871"/>
                  </a:cubicBezTo>
                  <a:lnTo>
                    <a:pt x="1068" y="170"/>
                  </a:lnTo>
                  <a:cubicBezTo>
                    <a:pt x="1068" y="70"/>
                    <a:pt x="1034" y="3"/>
                    <a:pt x="967" y="3"/>
                  </a:cubicBezTo>
                  <a:cubicBezTo>
                    <a:pt x="901" y="3"/>
                    <a:pt x="834" y="70"/>
                    <a:pt x="834" y="170"/>
                  </a:cubicBezTo>
                  <a:lnTo>
                    <a:pt x="834" y="1371"/>
                  </a:lnTo>
                  <a:lnTo>
                    <a:pt x="200" y="70"/>
                  </a:lnTo>
                  <a:cubicBezTo>
                    <a:pt x="180" y="29"/>
                    <a:pt x="146" y="0"/>
                    <a:pt x="1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2312;p55">
              <a:extLst>
                <a:ext uri="{FF2B5EF4-FFF2-40B4-BE49-F238E27FC236}">
                  <a16:creationId xmlns:a16="http://schemas.microsoft.com/office/drawing/2014/main" id="{AFD9F62F-D8AC-4C8F-2713-6AD73826B414}"/>
                </a:ext>
              </a:extLst>
            </p:cNvPr>
            <p:cNvSpPr/>
            <p:nvPr/>
          </p:nvSpPr>
          <p:spPr>
            <a:xfrm>
              <a:off x="5874375" y="2588950"/>
              <a:ext cx="30875" cy="53400"/>
            </a:xfrm>
            <a:custGeom>
              <a:avLst/>
              <a:gdLst/>
              <a:ahLst/>
              <a:cxnLst/>
              <a:rect l="l" t="t" r="r" b="b"/>
              <a:pathLst>
                <a:path w="1235" h="2136" extrusionOk="0">
                  <a:moveTo>
                    <a:pt x="734" y="1"/>
                  </a:moveTo>
                  <a:cubicBezTo>
                    <a:pt x="334" y="34"/>
                    <a:pt x="0" y="501"/>
                    <a:pt x="0" y="1068"/>
                  </a:cubicBezTo>
                  <a:cubicBezTo>
                    <a:pt x="0" y="1635"/>
                    <a:pt x="334" y="2136"/>
                    <a:pt x="734" y="2136"/>
                  </a:cubicBezTo>
                  <a:cubicBezTo>
                    <a:pt x="901" y="2102"/>
                    <a:pt x="1068" y="2036"/>
                    <a:pt x="1201" y="1902"/>
                  </a:cubicBezTo>
                  <a:cubicBezTo>
                    <a:pt x="1234" y="1802"/>
                    <a:pt x="1234" y="1736"/>
                    <a:pt x="1201" y="1669"/>
                  </a:cubicBezTo>
                  <a:cubicBezTo>
                    <a:pt x="1180" y="1628"/>
                    <a:pt x="1134" y="1599"/>
                    <a:pt x="1094" y="1599"/>
                  </a:cubicBezTo>
                  <a:cubicBezTo>
                    <a:pt x="1069" y="1599"/>
                    <a:pt x="1047" y="1610"/>
                    <a:pt x="1034" y="1635"/>
                  </a:cubicBezTo>
                  <a:cubicBezTo>
                    <a:pt x="968" y="1736"/>
                    <a:pt x="834" y="1769"/>
                    <a:pt x="701" y="1802"/>
                  </a:cubicBezTo>
                  <a:cubicBezTo>
                    <a:pt x="567" y="1769"/>
                    <a:pt x="434" y="1702"/>
                    <a:pt x="334" y="1569"/>
                  </a:cubicBezTo>
                  <a:cubicBezTo>
                    <a:pt x="134" y="1269"/>
                    <a:pt x="134" y="868"/>
                    <a:pt x="334" y="568"/>
                  </a:cubicBezTo>
                  <a:cubicBezTo>
                    <a:pt x="434" y="435"/>
                    <a:pt x="567" y="368"/>
                    <a:pt x="701" y="335"/>
                  </a:cubicBezTo>
                  <a:cubicBezTo>
                    <a:pt x="834" y="335"/>
                    <a:pt x="968" y="401"/>
                    <a:pt x="1034" y="501"/>
                  </a:cubicBezTo>
                  <a:cubicBezTo>
                    <a:pt x="1047" y="527"/>
                    <a:pt x="1069" y="538"/>
                    <a:pt x="1094" y="538"/>
                  </a:cubicBezTo>
                  <a:cubicBezTo>
                    <a:pt x="1134" y="538"/>
                    <a:pt x="1180" y="509"/>
                    <a:pt x="1201" y="468"/>
                  </a:cubicBezTo>
                  <a:cubicBezTo>
                    <a:pt x="1234" y="401"/>
                    <a:pt x="1234" y="301"/>
                    <a:pt x="1201" y="234"/>
                  </a:cubicBezTo>
                  <a:cubicBezTo>
                    <a:pt x="1068" y="101"/>
                    <a:pt x="901" y="34"/>
                    <a:pt x="7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2313;p55">
              <a:extLst>
                <a:ext uri="{FF2B5EF4-FFF2-40B4-BE49-F238E27FC236}">
                  <a16:creationId xmlns:a16="http://schemas.microsoft.com/office/drawing/2014/main" id="{F89BD1D2-70B4-7DB7-DA6D-FA2C20CC64B8}"/>
                </a:ext>
              </a:extLst>
            </p:cNvPr>
            <p:cNvSpPr/>
            <p:nvPr/>
          </p:nvSpPr>
          <p:spPr>
            <a:xfrm>
              <a:off x="5914400" y="2590625"/>
              <a:ext cx="24200" cy="51725"/>
            </a:xfrm>
            <a:custGeom>
              <a:avLst/>
              <a:gdLst/>
              <a:ahLst/>
              <a:cxnLst/>
              <a:rect l="l" t="t" r="r" b="b"/>
              <a:pathLst>
                <a:path w="968" h="2069" extrusionOk="0">
                  <a:moveTo>
                    <a:pt x="100" y="1"/>
                  </a:moveTo>
                  <a:cubicBezTo>
                    <a:pt x="67" y="1"/>
                    <a:pt x="0" y="67"/>
                    <a:pt x="0" y="167"/>
                  </a:cubicBezTo>
                  <a:lnTo>
                    <a:pt x="0" y="1902"/>
                  </a:lnTo>
                  <a:cubicBezTo>
                    <a:pt x="0" y="1969"/>
                    <a:pt x="67" y="2069"/>
                    <a:pt x="134" y="2069"/>
                  </a:cubicBezTo>
                  <a:cubicBezTo>
                    <a:pt x="167" y="2069"/>
                    <a:pt x="234" y="1969"/>
                    <a:pt x="234" y="1902"/>
                  </a:cubicBezTo>
                  <a:lnTo>
                    <a:pt x="234" y="1202"/>
                  </a:lnTo>
                  <a:lnTo>
                    <a:pt x="768" y="1202"/>
                  </a:lnTo>
                  <a:lnTo>
                    <a:pt x="768" y="1902"/>
                  </a:lnTo>
                  <a:cubicBezTo>
                    <a:pt x="768" y="1969"/>
                    <a:pt x="801" y="2069"/>
                    <a:pt x="868" y="2069"/>
                  </a:cubicBezTo>
                  <a:cubicBezTo>
                    <a:pt x="934" y="2069"/>
                    <a:pt x="968" y="1969"/>
                    <a:pt x="968" y="1902"/>
                  </a:cubicBezTo>
                  <a:lnTo>
                    <a:pt x="968" y="167"/>
                  </a:lnTo>
                  <a:cubicBezTo>
                    <a:pt x="968" y="67"/>
                    <a:pt x="934" y="1"/>
                    <a:pt x="868" y="1"/>
                  </a:cubicBezTo>
                  <a:cubicBezTo>
                    <a:pt x="801" y="1"/>
                    <a:pt x="768" y="67"/>
                    <a:pt x="768" y="167"/>
                  </a:cubicBezTo>
                  <a:lnTo>
                    <a:pt x="768" y="868"/>
                  </a:lnTo>
                  <a:lnTo>
                    <a:pt x="234" y="868"/>
                  </a:lnTo>
                  <a:lnTo>
                    <a:pt x="234" y="167"/>
                  </a:lnTo>
                  <a:cubicBezTo>
                    <a:pt x="234" y="67"/>
                    <a:pt x="167" y="1"/>
                    <a:pt x="1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2314;p55">
              <a:extLst>
                <a:ext uri="{FF2B5EF4-FFF2-40B4-BE49-F238E27FC236}">
                  <a16:creationId xmlns:a16="http://schemas.microsoft.com/office/drawing/2014/main" id="{BF2741FA-3BBD-E05B-CFA7-1E06C01EACBF}"/>
                </a:ext>
              </a:extLst>
            </p:cNvPr>
            <p:cNvSpPr/>
            <p:nvPr/>
          </p:nvSpPr>
          <p:spPr>
            <a:xfrm>
              <a:off x="5266425" y="2701375"/>
              <a:ext cx="46725" cy="51050"/>
            </a:xfrm>
            <a:custGeom>
              <a:avLst/>
              <a:gdLst/>
              <a:ahLst/>
              <a:cxnLst/>
              <a:rect l="l" t="t" r="r" b="b"/>
              <a:pathLst>
                <a:path w="1869" h="2042" extrusionOk="0">
                  <a:moveTo>
                    <a:pt x="534" y="307"/>
                  </a:moveTo>
                  <a:cubicBezTo>
                    <a:pt x="1435" y="307"/>
                    <a:pt x="1435" y="1708"/>
                    <a:pt x="534" y="1708"/>
                  </a:cubicBezTo>
                  <a:lnTo>
                    <a:pt x="334" y="1708"/>
                  </a:lnTo>
                  <a:lnTo>
                    <a:pt x="334" y="307"/>
                  </a:lnTo>
                  <a:close/>
                  <a:moveTo>
                    <a:pt x="139" y="1"/>
                  </a:moveTo>
                  <a:cubicBezTo>
                    <a:pt x="76" y="1"/>
                    <a:pt x="5" y="83"/>
                    <a:pt x="34" y="141"/>
                  </a:cubicBezTo>
                  <a:lnTo>
                    <a:pt x="34" y="1875"/>
                  </a:lnTo>
                  <a:cubicBezTo>
                    <a:pt x="1" y="1975"/>
                    <a:pt x="101" y="2042"/>
                    <a:pt x="168" y="2042"/>
                  </a:cubicBezTo>
                  <a:lnTo>
                    <a:pt x="534" y="2042"/>
                  </a:lnTo>
                  <a:cubicBezTo>
                    <a:pt x="1858" y="2042"/>
                    <a:pt x="1869" y="7"/>
                    <a:pt x="566" y="7"/>
                  </a:cubicBezTo>
                  <a:cubicBezTo>
                    <a:pt x="556" y="7"/>
                    <a:pt x="545" y="7"/>
                    <a:pt x="534" y="7"/>
                  </a:cubicBezTo>
                  <a:lnTo>
                    <a:pt x="168" y="7"/>
                  </a:lnTo>
                  <a:cubicBezTo>
                    <a:pt x="158" y="3"/>
                    <a:pt x="149" y="1"/>
                    <a:pt x="1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2315;p55">
              <a:extLst>
                <a:ext uri="{FF2B5EF4-FFF2-40B4-BE49-F238E27FC236}">
                  <a16:creationId xmlns:a16="http://schemas.microsoft.com/office/drawing/2014/main" id="{3516376D-5D49-B2DA-EFE2-CFBBF2CEAE9E}"/>
                </a:ext>
              </a:extLst>
            </p:cNvPr>
            <p:cNvSpPr/>
            <p:nvPr/>
          </p:nvSpPr>
          <p:spPr>
            <a:xfrm>
              <a:off x="5316475" y="2701375"/>
              <a:ext cx="7525" cy="51050"/>
            </a:xfrm>
            <a:custGeom>
              <a:avLst/>
              <a:gdLst/>
              <a:ahLst/>
              <a:cxnLst/>
              <a:rect l="l" t="t" r="r" b="b"/>
              <a:pathLst>
                <a:path w="301" h="2042" extrusionOk="0">
                  <a:moveTo>
                    <a:pt x="128" y="1"/>
                  </a:moveTo>
                  <a:cubicBezTo>
                    <a:pt x="50" y="1"/>
                    <a:pt x="0" y="83"/>
                    <a:pt x="0" y="141"/>
                  </a:cubicBezTo>
                  <a:lnTo>
                    <a:pt x="0" y="1875"/>
                  </a:lnTo>
                  <a:cubicBezTo>
                    <a:pt x="0" y="1975"/>
                    <a:pt x="67" y="2042"/>
                    <a:pt x="167" y="2042"/>
                  </a:cubicBezTo>
                  <a:cubicBezTo>
                    <a:pt x="234" y="2042"/>
                    <a:pt x="300" y="1975"/>
                    <a:pt x="300" y="1875"/>
                  </a:cubicBezTo>
                  <a:lnTo>
                    <a:pt x="300" y="141"/>
                  </a:lnTo>
                  <a:cubicBezTo>
                    <a:pt x="300" y="83"/>
                    <a:pt x="251" y="1"/>
                    <a:pt x="194" y="1"/>
                  </a:cubicBezTo>
                  <a:cubicBezTo>
                    <a:pt x="185" y="1"/>
                    <a:pt x="176" y="3"/>
                    <a:pt x="167" y="7"/>
                  </a:cubicBezTo>
                  <a:cubicBezTo>
                    <a:pt x="153" y="3"/>
                    <a:pt x="140" y="1"/>
                    <a:pt x="1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2316;p55">
              <a:extLst>
                <a:ext uri="{FF2B5EF4-FFF2-40B4-BE49-F238E27FC236}">
                  <a16:creationId xmlns:a16="http://schemas.microsoft.com/office/drawing/2014/main" id="{288D6D26-396B-4EB5-3179-D4416654CE73}"/>
                </a:ext>
              </a:extLst>
            </p:cNvPr>
            <p:cNvSpPr/>
            <p:nvPr/>
          </p:nvSpPr>
          <p:spPr>
            <a:xfrm>
              <a:off x="5335650" y="2699875"/>
              <a:ext cx="45900" cy="52375"/>
            </a:xfrm>
            <a:custGeom>
              <a:avLst/>
              <a:gdLst/>
              <a:ahLst/>
              <a:cxnLst/>
              <a:rect l="l" t="t" r="r" b="b"/>
              <a:pathLst>
                <a:path w="1836" h="2095" extrusionOk="0">
                  <a:moveTo>
                    <a:pt x="1068" y="0"/>
                  </a:moveTo>
                  <a:cubicBezTo>
                    <a:pt x="501" y="0"/>
                    <a:pt x="0" y="467"/>
                    <a:pt x="0" y="1035"/>
                  </a:cubicBezTo>
                  <a:cubicBezTo>
                    <a:pt x="0" y="1673"/>
                    <a:pt x="521" y="2094"/>
                    <a:pt x="1073" y="2094"/>
                  </a:cubicBezTo>
                  <a:cubicBezTo>
                    <a:pt x="1300" y="2094"/>
                    <a:pt x="1531" y="2024"/>
                    <a:pt x="1735" y="1868"/>
                  </a:cubicBezTo>
                  <a:cubicBezTo>
                    <a:pt x="1802" y="1802"/>
                    <a:pt x="1835" y="1702"/>
                    <a:pt x="1768" y="1635"/>
                  </a:cubicBezTo>
                  <a:cubicBezTo>
                    <a:pt x="1729" y="1596"/>
                    <a:pt x="1679" y="1580"/>
                    <a:pt x="1630" y="1580"/>
                  </a:cubicBezTo>
                  <a:cubicBezTo>
                    <a:pt x="1596" y="1580"/>
                    <a:pt x="1562" y="1588"/>
                    <a:pt x="1535" y="1602"/>
                  </a:cubicBezTo>
                  <a:cubicBezTo>
                    <a:pt x="1401" y="1702"/>
                    <a:pt x="1235" y="1768"/>
                    <a:pt x="1068" y="1768"/>
                  </a:cubicBezTo>
                  <a:cubicBezTo>
                    <a:pt x="868" y="1768"/>
                    <a:pt x="701" y="1702"/>
                    <a:pt x="534" y="1568"/>
                  </a:cubicBezTo>
                  <a:cubicBezTo>
                    <a:pt x="401" y="1401"/>
                    <a:pt x="334" y="1235"/>
                    <a:pt x="334" y="1035"/>
                  </a:cubicBezTo>
                  <a:cubicBezTo>
                    <a:pt x="334" y="868"/>
                    <a:pt x="401" y="668"/>
                    <a:pt x="534" y="534"/>
                  </a:cubicBezTo>
                  <a:cubicBezTo>
                    <a:pt x="701" y="401"/>
                    <a:pt x="868" y="334"/>
                    <a:pt x="1068" y="334"/>
                  </a:cubicBezTo>
                  <a:cubicBezTo>
                    <a:pt x="1235" y="334"/>
                    <a:pt x="1401" y="367"/>
                    <a:pt x="1535" y="501"/>
                  </a:cubicBezTo>
                  <a:cubicBezTo>
                    <a:pt x="1559" y="513"/>
                    <a:pt x="1593" y="521"/>
                    <a:pt x="1627" y="521"/>
                  </a:cubicBezTo>
                  <a:cubicBezTo>
                    <a:pt x="1686" y="521"/>
                    <a:pt x="1747" y="498"/>
                    <a:pt x="1768" y="434"/>
                  </a:cubicBezTo>
                  <a:cubicBezTo>
                    <a:pt x="1835" y="367"/>
                    <a:pt x="1802" y="267"/>
                    <a:pt x="1735" y="201"/>
                  </a:cubicBezTo>
                  <a:cubicBezTo>
                    <a:pt x="1568" y="67"/>
                    <a:pt x="1301" y="0"/>
                    <a:pt x="10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2317;p55">
              <a:extLst>
                <a:ext uri="{FF2B5EF4-FFF2-40B4-BE49-F238E27FC236}">
                  <a16:creationId xmlns:a16="http://schemas.microsoft.com/office/drawing/2014/main" id="{01A1DD2C-02AC-BC6C-AE53-8D8BBFDB72F6}"/>
                </a:ext>
              </a:extLst>
            </p:cNvPr>
            <p:cNvSpPr/>
            <p:nvPr/>
          </p:nvSpPr>
          <p:spPr>
            <a:xfrm>
              <a:off x="5389850" y="2701375"/>
              <a:ext cx="40050" cy="51050"/>
            </a:xfrm>
            <a:custGeom>
              <a:avLst/>
              <a:gdLst/>
              <a:ahLst/>
              <a:cxnLst/>
              <a:rect l="l" t="t" r="r" b="b"/>
              <a:pathLst>
                <a:path w="1602" h="2042" extrusionOk="0">
                  <a:moveTo>
                    <a:pt x="1464" y="1"/>
                  </a:moveTo>
                  <a:cubicBezTo>
                    <a:pt x="1454" y="1"/>
                    <a:pt x="1444" y="3"/>
                    <a:pt x="1435" y="7"/>
                  </a:cubicBezTo>
                  <a:lnTo>
                    <a:pt x="167" y="7"/>
                  </a:lnTo>
                  <a:cubicBezTo>
                    <a:pt x="101" y="7"/>
                    <a:pt x="34" y="74"/>
                    <a:pt x="34" y="141"/>
                  </a:cubicBezTo>
                  <a:cubicBezTo>
                    <a:pt x="1" y="241"/>
                    <a:pt x="101" y="307"/>
                    <a:pt x="167" y="307"/>
                  </a:cubicBezTo>
                  <a:lnTo>
                    <a:pt x="634" y="307"/>
                  </a:lnTo>
                  <a:lnTo>
                    <a:pt x="634" y="1875"/>
                  </a:lnTo>
                  <a:cubicBezTo>
                    <a:pt x="634" y="1975"/>
                    <a:pt x="701" y="2042"/>
                    <a:pt x="801" y="2042"/>
                  </a:cubicBezTo>
                  <a:cubicBezTo>
                    <a:pt x="901" y="2042"/>
                    <a:pt x="968" y="1975"/>
                    <a:pt x="968" y="1875"/>
                  </a:cubicBezTo>
                  <a:lnTo>
                    <a:pt x="968" y="307"/>
                  </a:lnTo>
                  <a:lnTo>
                    <a:pt x="1435" y="307"/>
                  </a:lnTo>
                  <a:cubicBezTo>
                    <a:pt x="1502" y="307"/>
                    <a:pt x="1602" y="241"/>
                    <a:pt x="1602" y="141"/>
                  </a:cubicBezTo>
                  <a:cubicBezTo>
                    <a:pt x="1602" y="83"/>
                    <a:pt x="1527" y="1"/>
                    <a:pt x="14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2318;p55">
              <a:extLst>
                <a:ext uri="{FF2B5EF4-FFF2-40B4-BE49-F238E27FC236}">
                  <a16:creationId xmlns:a16="http://schemas.microsoft.com/office/drawing/2014/main" id="{62435411-D397-F696-6B5C-8BA810969501}"/>
                </a:ext>
              </a:extLst>
            </p:cNvPr>
            <p:cNvSpPr/>
            <p:nvPr/>
          </p:nvSpPr>
          <p:spPr>
            <a:xfrm>
              <a:off x="5441550" y="2701375"/>
              <a:ext cx="8375" cy="51050"/>
            </a:xfrm>
            <a:custGeom>
              <a:avLst/>
              <a:gdLst/>
              <a:ahLst/>
              <a:cxnLst/>
              <a:rect l="l" t="t" r="r" b="b"/>
              <a:pathLst>
                <a:path w="335" h="2042" extrusionOk="0">
                  <a:moveTo>
                    <a:pt x="139" y="1"/>
                  </a:moveTo>
                  <a:cubicBezTo>
                    <a:pt x="76" y="1"/>
                    <a:pt x="5" y="83"/>
                    <a:pt x="34" y="141"/>
                  </a:cubicBezTo>
                  <a:lnTo>
                    <a:pt x="34" y="1875"/>
                  </a:lnTo>
                  <a:cubicBezTo>
                    <a:pt x="1" y="1975"/>
                    <a:pt x="101" y="2042"/>
                    <a:pt x="168" y="2042"/>
                  </a:cubicBezTo>
                  <a:cubicBezTo>
                    <a:pt x="268" y="2042"/>
                    <a:pt x="334" y="1975"/>
                    <a:pt x="334" y="1875"/>
                  </a:cubicBezTo>
                  <a:lnTo>
                    <a:pt x="334" y="141"/>
                  </a:lnTo>
                  <a:cubicBezTo>
                    <a:pt x="334" y="83"/>
                    <a:pt x="285" y="1"/>
                    <a:pt x="207" y="1"/>
                  </a:cubicBezTo>
                  <a:cubicBezTo>
                    <a:pt x="194" y="1"/>
                    <a:pt x="181" y="3"/>
                    <a:pt x="168" y="7"/>
                  </a:cubicBezTo>
                  <a:cubicBezTo>
                    <a:pt x="158" y="3"/>
                    <a:pt x="149" y="1"/>
                    <a:pt x="1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2319;p55">
              <a:extLst>
                <a:ext uri="{FF2B5EF4-FFF2-40B4-BE49-F238E27FC236}">
                  <a16:creationId xmlns:a16="http://schemas.microsoft.com/office/drawing/2014/main" id="{40113C10-1B21-D8AD-06DB-760D9055D5D2}"/>
                </a:ext>
              </a:extLst>
            </p:cNvPr>
            <p:cNvSpPr/>
            <p:nvPr/>
          </p:nvSpPr>
          <p:spPr>
            <a:xfrm>
              <a:off x="5459075" y="2699875"/>
              <a:ext cx="55050" cy="52550"/>
            </a:xfrm>
            <a:custGeom>
              <a:avLst/>
              <a:gdLst/>
              <a:ahLst/>
              <a:cxnLst/>
              <a:rect l="l" t="t" r="r" b="b"/>
              <a:pathLst>
                <a:path w="2202" h="2102" extrusionOk="0">
                  <a:moveTo>
                    <a:pt x="1101" y="334"/>
                  </a:moveTo>
                  <a:cubicBezTo>
                    <a:pt x="1268" y="334"/>
                    <a:pt x="1435" y="401"/>
                    <a:pt x="1568" y="534"/>
                  </a:cubicBezTo>
                  <a:cubicBezTo>
                    <a:pt x="1701" y="668"/>
                    <a:pt x="1768" y="868"/>
                    <a:pt x="1768" y="1035"/>
                  </a:cubicBezTo>
                  <a:cubicBezTo>
                    <a:pt x="1768" y="1235"/>
                    <a:pt x="1701" y="1401"/>
                    <a:pt x="1568" y="1568"/>
                  </a:cubicBezTo>
                  <a:cubicBezTo>
                    <a:pt x="1435" y="1702"/>
                    <a:pt x="1260" y="1768"/>
                    <a:pt x="1089" y="1768"/>
                  </a:cubicBezTo>
                  <a:cubicBezTo>
                    <a:pt x="918" y="1768"/>
                    <a:pt x="751" y="1702"/>
                    <a:pt x="634" y="1568"/>
                  </a:cubicBezTo>
                  <a:cubicBezTo>
                    <a:pt x="501" y="1401"/>
                    <a:pt x="434" y="1235"/>
                    <a:pt x="434" y="1035"/>
                  </a:cubicBezTo>
                  <a:cubicBezTo>
                    <a:pt x="434" y="868"/>
                    <a:pt x="501" y="668"/>
                    <a:pt x="634" y="534"/>
                  </a:cubicBezTo>
                  <a:cubicBezTo>
                    <a:pt x="734" y="401"/>
                    <a:pt x="934" y="334"/>
                    <a:pt x="1101" y="334"/>
                  </a:cubicBezTo>
                  <a:close/>
                  <a:moveTo>
                    <a:pt x="1101" y="0"/>
                  </a:moveTo>
                  <a:cubicBezTo>
                    <a:pt x="834" y="0"/>
                    <a:pt x="567" y="101"/>
                    <a:pt x="367" y="301"/>
                  </a:cubicBezTo>
                  <a:cubicBezTo>
                    <a:pt x="0" y="734"/>
                    <a:pt x="0" y="1368"/>
                    <a:pt x="367" y="1768"/>
                  </a:cubicBezTo>
                  <a:cubicBezTo>
                    <a:pt x="567" y="1969"/>
                    <a:pt x="834" y="2102"/>
                    <a:pt x="1101" y="2102"/>
                  </a:cubicBezTo>
                  <a:cubicBezTo>
                    <a:pt x="1368" y="2102"/>
                    <a:pt x="1635" y="1969"/>
                    <a:pt x="1802" y="1768"/>
                  </a:cubicBezTo>
                  <a:cubicBezTo>
                    <a:pt x="2202" y="1368"/>
                    <a:pt x="2202" y="701"/>
                    <a:pt x="1802" y="301"/>
                  </a:cubicBezTo>
                  <a:cubicBezTo>
                    <a:pt x="1635" y="101"/>
                    <a:pt x="1368" y="0"/>
                    <a:pt x="11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2320;p55">
              <a:extLst>
                <a:ext uri="{FF2B5EF4-FFF2-40B4-BE49-F238E27FC236}">
                  <a16:creationId xmlns:a16="http://schemas.microsoft.com/office/drawing/2014/main" id="{A0953B00-BE04-3704-5051-6DD35150C7BF}"/>
                </a:ext>
              </a:extLst>
            </p:cNvPr>
            <p:cNvSpPr/>
            <p:nvPr/>
          </p:nvSpPr>
          <p:spPr>
            <a:xfrm>
              <a:off x="5524125" y="2701825"/>
              <a:ext cx="38375" cy="50600"/>
            </a:xfrm>
            <a:custGeom>
              <a:avLst/>
              <a:gdLst/>
              <a:ahLst/>
              <a:cxnLst/>
              <a:rect l="l" t="t" r="r" b="b"/>
              <a:pathLst>
                <a:path w="1535" h="2024" extrusionOk="0">
                  <a:moveTo>
                    <a:pt x="160" y="1"/>
                  </a:moveTo>
                  <a:cubicBezTo>
                    <a:pt x="128" y="1"/>
                    <a:pt x="94" y="9"/>
                    <a:pt x="67" y="23"/>
                  </a:cubicBezTo>
                  <a:cubicBezTo>
                    <a:pt x="0" y="56"/>
                    <a:pt x="0" y="123"/>
                    <a:pt x="0" y="156"/>
                  </a:cubicBezTo>
                  <a:lnTo>
                    <a:pt x="0" y="1857"/>
                  </a:lnTo>
                  <a:cubicBezTo>
                    <a:pt x="0" y="1957"/>
                    <a:pt x="67" y="2024"/>
                    <a:pt x="167" y="2024"/>
                  </a:cubicBezTo>
                  <a:cubicBezTo>
                    <a:pt x="234" y="2024"/>
                    <a:pt x="300" y="1957"/>
                    <a:pt x="300" y="1857"/>
                  </a:cubicBezTo>
                  <a:lnTo>
                    <a:pt x="334" y="656"/>
                  </a:lnTo>
                  <a:lnTo>
                    <a:pt x="1268" y="1957"/>
                  </a:lnTo>
                  <a:cubicBezTo>
                    <a:pt x="1301" y="1991"/>
                    <a:pt x="1334" y="2024"/>
                    <a:pt x="1368" y="2024"/>
                  </a:cubicBezTo>
                  <a:cubicBezTo>
                    <a:pt x="1468" y="2024"/>
                    <a:pt x="1535" y="1957"/>
                    <a:pt x="1535" y="1857"/>
                  </a:cubicBezTo>
                  <a:lnTo>
                    <a:pt x="1535" y="156"/>
                  </a:lnTo>
                  <a:cubicBezTo>
                    <a:pt x="1535" y="56"/>
                    <a:pt x="1460" y="6"/>
                    <a:pt x="1384" y="6"/>
                  </a:cubicBezTo>
                  <a:cubicBezTo>
                    <a:pt x="1309" y="6"/>
                    <a:pt x="1234" y="56"/>
                    <a:pt x="1234" y="156"/>
                  </a:cubicBezTo>
                  <a:lnTo>
                    <a:pt x="1234" y="1357"/>
                  </a:lnTo>
                  <a:lnTo>
                    <a:pt x="267" y="56"/>
                  </a:lnTo>
                  <a:cubicBezTo>
                    <a:pt x="247" y="17"/>
                    <a:pt x="205" y="1"/>
                    <a:pt x="1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2321;p55">
              <a:extLst>
                <a:ext uri="{FF2B5EF4-FFF2-40B4-BE49-F238E27FC236}">
                  <a16:creationId xmlns:a16="http://schemas.microsoft.com/office/drawing/2014/main" id="{FC69371D-E5A6-E4B3-932E-7F87EAEEFDCC}"/>
                </a:ext>
              </a:extLst>
            </p:cNvPr>
            <p:cNvSpPr/>
            <p:nvPr/>
          </p:nvSpPr>
          <p:spPr>
            <a:xfrm>
              <a:off x="5576650" y="2700925"/>
              <a:ext cx="41725" cy="51500"/>
            </a:xfrm>
            <a:custGeom>
              <a:avLst/>
              <a:gdLst/>
              <a:ahLst/>
              <a:cxnLst/>
              <a:rect l="l" t="t" r="r" b="b"/>
              <a:pathLst>
                <a:path w="1669" h="2060" extrusionOk="0">
                  <a:moveTo>
                    <a:pt x="835" y="626"/>
                  </a:moveTo>
                  <a:lnTo>
                    <a:pt x="1068" y="1226"/>
                  </a:lnTo>
                  <a:lnTo>
                    <a:pt x="601" y="1226"/>
                  </a:lnTo>
                  <a:lnTo>
                    <a:pt x="835" y="626"/>
                  </a:lnTo>
                  <a:close/>
                  <a:moveTo>
                    <a:pt x="830" y="0"/>
                  </a:moveTo>
                  <a:cubicBezTo>
                    <a:pt x="768" y="0"/>
                    <a:pt x="701" y="42"/>
                    <a:pt x="668" y="125"/>
                  </a:cubicBezTo>
                  <a:lnTo>
                    <a:pt x="34" y="1826"/>
                  </a:lnTo>
                  <a:cubicBezTo>
                    <a:pt x="1" y="1927"/>
                    <a:pt x="34" y="2027"/>
                    <a:pt x="134" y="2060"/>
                  </a:cubicBezTo>
                  <a:lnTo>
                    <a:pt x="167" y="2060"/>
                  </a:lnTo>
                  <a:cubicBezTo>
                    <a:pt x="234" y="2060"/>
                    <a:pt x="301" y="1993"/>
                    <a:pt x="334" y="1960"/>
                  </a:cubicBezTo>
                  <a:lnTo>
                    <a:pt x="468" y="1560"/>
                  </a:lnTo>
                  <a:lnTo>
                    <a:pt x="1168" y="1560"/>
                  </a:lnTo>
                  <a:lnTo>
                    <a:pt x="1335" y="1960"/>
                  </a:lnTo>
                  <a:cubicBezTo>
                    <a:pt x="1335" y="1993"/>
                    <a:pt x="1402" y="2060"/>
                    <a:pt x="1468" y="2060"/>
                  </a:cubicBezTo>
                  <a:lnTo>
                    <a:pt x="1535" y="2060"/>
                  </a:lnTo>
                  <a:cubicBezTo>
                    <a:pt x="1602" y="2027"/>
                    <a:pt x="1668" y="1927"/>
                    <a:pt x="1635" y="1826"/>
                  </a:cubicBezTo>
                  <a:lnTo>
                    <a:pt x="968" y="125"/>
                  </a:lnTo>
                  <a:cubicBezTo>
                    <a:pt x="951" y="42"/>
                    <a:pt x="893" y="0"/>
                    <a:pt x="8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2322;p55">
              <a:extLst>
                <a:ext uri="{FF2B5EF4-FFF2-40B4-BE49-F238E27FC236}">
                  <a16:creationId xmlns:a16="http://schemas.microsoft.com/office/drawing/2014/main" id="{9468D45F-131B-C8EF-C4E5-8D43DF30D0D7}"/>
                </a:ext>
              </a:extLst>
            </p:cNvPr>
            <p:cNvSpPr/>
            <p:nvPr/>
          </p:nvSpPr>
          <p:spPr>
            <a:xfrm>
              <a:off x="5626700" y="2700700"/>
              <a:ext cx="37550" cy="50900"/>
            </a:xfrm>
            <a:custGeom>
              <a:avLst/>
              <a:gdLst/>
              <a:ahLst/>
              <a:cxnLst/>
              <a:rect l="l" t="t" r="r" b="b"/>
              <a:pathLst>
                <a:path w="1502" h="2036" extrusionOk="0">
                  <a:moveTo>
                    <a:pt x="667" y="334"/>
                  </a:moveTo>
                  <a:cubicBezTo>
                    <a:pt x="834" y="334"/>
                    <a:pt x="967" y="468"/>
                    <a:pt x="967" y="635"/>
                  </a:cubicBezTo>
                  <a:cubicBezTo>
                    <a:pt x="967" y="801"/>
                    <a:pt x="834" y="935"/>
                    <a:pt x="667" y="935"/>
                  </a:cubicBezTo>
                  <a:lnTo>
                    <a:pt x="300" y="935"/>
                  </a:lnTo>
                  <a:lnTo>
                    <a:pt x="300" y="334"/>
                  </a:lnTo>
                  <a:close/>
                  <a:moveTo>
                    <a:pt x="133" y="1"/>
                  </a:moveTo>
                  <a:cubicBezTo>
                    <a:pt x="67" y="1"/>
                    <a:pt x="0" y="68"/>
                    <a:pt x="0" y="168"/>
                  </a:cubicBezTo>
                  <a:lnTo>
                    <a:pt x="0" y="1902"/>
                  </a:lnTo>
                  <a:cubicBezTo>
                    <a:pt x="17" y="1986"/>
                    <a:pt x="83" y="2027"/>
                    <a:pt x="150" y="2027"/>
                  </a:cubicBezTo>
                  <a:cubicBezTo>
                    <a:pt x="217" y="2027"/>
                    <a:pt x="284" y="1986"/>
                    <a:pt x="300" y="1902"/>
                  </a:cubicBezTo>
                  <a:lnTo>
                    <a:pt x="300" y="1268"/>
                  </a:lnTo>
                  <a:lnTo>
                    <a:pt x="667" y="1268"/>
                  </a:lnTo>
                  <a:cubicBezTo>
                    <a:pt x="701" y="1268"/>
                    <a:pt x="767" y="1302"/>
                    <a:pt x="834" y="1335"/>
                  </a:cubicBezTo>
                  <a:cubicBezTo>
                    <a:pt x="867" y="1335"/>
                    <a:pt x="867" y="1368"/>
                    <a:pt x="901" y="1402"/>
                  </a:cubicBezTo>
                  <a:cubicBezTo>
                    <a:pt x="934" y="1435"/>
                    <a:pt x="934" y="1502"/>
                    <a:pt x="934" y="1535"/>
                  </a:cubicBezTo>
                  <a:cubicBezTo>
                    <a:pt x="934" y="1669"/>
                    <a:pt x="967" y="1769"/>
                    <a:pt x="1001" y="1902"/>
                  </a:cubicBezTo>
                  <a:cubicBezTo>
                    <a:pt x="1034" y="1936"/>
                    <a:pt x="1067" y="1969"/>
                    <a:pt x="1101" y="2002"/>
                  </a:cubicBezTo>
                  <a:cubicBezTo>
                    <a:pt x="1134" y="2002"/>
                    <a:pt x="1168" y="2036"/>
                    <a:pt x="1201" y="2036"/>
                  </a:cubicBezTo>
                  <a:lnTo>
                    <a:pt x="1268" y="2036"/>
                  </a:lnTo>
                  <a:cubicBezTo>
                    <a:pt x="1368" y="2002"/>
                    <a:pt x="1401" y="1902"/>
                    <a:pt x="1368" y="1835"/>
                  </a:cubicBezTo>
                  <a:cubicBezTo>
                    <a:pt x="1368" y="1769"/>
                    <a:pt x="1301" y="1735"/>
                    <a:pt x="1268" y="1702"/>
                  </a:cubicBezTo>
                  <a:cubicBezTo>
                    <a:pt x="1268" y="1669"/>
                    <a:pt x="1268" y="1602"/>
                    <a:pt x="1268" y="1535"/>
                  </a:cubicBezTo>
                  <a:cubicBezTo>
                    <a:pt x="1268" y="1435"/>
                    <a:pt x="1234" y="1302"/>
                    <a:pt x="1168" y="1235"/>
                  </a:cubicBezTo>
                  <a:cubicBezTo>
                    <a:pt x="1134" y="1168"/>
                    <a:pt x="1101" y="1135"/>
                    <a:pt x="1067" y="1102"/>
                  </a:cubicBezTo>
                  <a:cubicBezTo>
                    <a:pt x="1501" y="735"/>
                    <a:pt x="1268" y="1"/>
                    <a:pt x="6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2323;p55">
              <a:extLst>
                <a:ext uri="{FF2B5EF4-FFF2-40B4-BE49-F238E27FC236}">
                  <a16:creationId xmlns:a16="http://schemas.microsoft.com/office/drawing/2014/main" id="{158B9DD9-DCED-4441-BA13-A1659982C2B4}"/>
                </a:ext>
              </a:extLst>
            </p:cNvPr>
            <p:cNvSpPr/>
            <p:nvPr/>
          </p:nvSpPr>
          <p:spPr>
            <a:xfrm>
              <a:off x="5667550" y="2701475"/>
              <a:ext cx="40050" cy="50950"/>
            </a:xfrm>
            <a:custGeom>
              <a:avLst/>
              <a:gdLst/>
              <a:ahLst/>
              <a:cxnLst/>
              <a:rect l="l" t="t" r="r" b="b"/>
              <a:pathLst>
                <a:path w="1602" h="2038" extrusionOk="0">
                  <a:moveTo>
                    <a:pt x="178" y="0"/>
                  </a:moveTo>
                  <a:cubicBezTo>
                    <a:pt x="144" y="0"/>
                    <a:pt x="106" y="11"/>
                    <a:pt x="67" y="37"/>
                  </a:cubicBezTo>
                  <a:cubicBezTo>
                    <a:pt x="1" y="103"/>
                    <a:pt x="1" y="203"/>
                    <a:pt x="67" y="270"/>
                  </a:cubicBezTo>
                  <a:lnTo>
                    <a:pt x="634" y="1104"/>
                  </a:lnTo>
                  <a:lnTo>
                    <a:pt x="634" y="1905"/>
                  </a:lnTo>
                  <a:cubicBezTo>
                    <a:pt x="634" y="1971"/>
                    <a:pt x="701" y="2038"/>
                    <a:pt x="801" y="2038"/>
                  </a:cubicBezTo>
                  <a:cubicBezTo>
                    <a:pt x="901" y="2038"/>
                    <a:pt x="968" y="1971"/>
                    <a:pt x="968" y="1905"/>
                  </a:cubicBezTo>
                  <a:lnTo>
                    <a:pt x="968" y="1104"/>
                  </a:lnTo>
                  <a:lnTo>
                    <a:pt x="1568" y="270"/>
                  </a:lnTo>
                  <a:cubicBezTo>
                    <a:pt x="1602" y="203"/>
                    <a:pt x="1602" y="103"/>
                    <a:pt x="1535" y="37"/>
                  </a:cubicBezTo>
                  <a:cubicBezTo>
                    <a:pt x="1510" y="11"/>
                    <a:pt x="1479" y="0"/>
                    <a:pt x="1448" y="0"/>
                  </a:cubicBezTo>
                  <a:cubicBezTo>
                    <a:pt x="1397" y="0"/>
                    <a:pt x="1343" y="29"/>
                    <a:pt x="1301" y="70"/>
                  </a:cubicBezTo>
                  <a:lnTo>
                    <a:pt x="801" y="770"/>
                  </a:lnTo>
                  <a:lnTo>
                    <a:pt x="301" y="70"/>
                  </a:lnTo>
                  <a:cubicBezTo>
                    <a:pt x="280" y="29"/>
                    <a:pt x="234" y="0"/>
                    <a:pt x="1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73270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2D71162-0526-FD91-E77E-CD3ABBB66554}"/>
              </a:ext>
            </a:extLst>
          </p:cNvPr>
          <p:cNvGrpSpPr/>
          <p:nvPr/>
        </p:nvGrpSpPr>
        <p:grpSpPr>
          <a:xfrm>
            <a:off x="5847475" y="3841820"/>
            <a:ext cx="3348564" cy="1287741"/>
            <a:chOff x="2433675" y="3238929"/>
            <a:chExt cx="4276800" cy="1599046"/>
          </a:xfrm>
        </p:grpSpPr>
        <p:grpSp>
          <p:nvGrpSpPr>
            <p:cNvPr id="172" name="Google Shape;172;p17"/>
            <p:cNvGrpSpPr/>
            <p:nvPr/>
          </p:nvGrpSpPr>
          <p:grpSpPr>
            <a:xfrm>
              <a:off x="2433675" y="3312770"/>
              <a:ext cx="4276800" cy="1525205"/>
              <a:chOff x="2433675" y="3312770"/>
              <a:chExt cx="4276800" cy="1525205"/>
            </a:xfrm>
          </p:grpSpPr>
          <p:sp>
            <p:nvSpPr>
              <p:cNvPr id="173" name="Google Shape;173;p17"/>
              <p:cNvSpPr/>
              <p:nvPr/>
            </p:nvSpPr>
            <p:spPr>
              <a:xfrm>
                <a:off x="2433675" y="4354975"/>
                <a:ext cx="4276800" cy="483000"/>
              </a:xfrm>
              <a:prstGeom prst="ellipse">
                <a:avLst/>
              </a:prstGeom>
              <a:solidFill>
                <a:srgbClr val="666666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7"/>
              <p:cNvSpPr/>
              <p:nvPr/>
            </p:nvSpPr>
            <p:spPr>
              <a:xfrm>
                <a:off x="4570237" y="3890345"/>
                <a:ext cx="1614298" cy="412435"/>
              </a:xfrm>
              <a:custGeom>
                <a:avLst/>
                <a:gdLst/>
                <a:ahLst/>
                <a:cxnLst/>
                <a:rect l="l" t="t" r="r" b="b"/>
                <a:pathLst>
                  <a:path w="83491" h="21331" extrusionOk="0">
                    <a:moveTo>
                      <a:pt x="23562" y="1"/>
                    </a:moveTo>
                    <a:lnTo>
                      <a:pt x="22806" y="19"/>
                    </a:lnTo>
                    <a:lnTo>
                      <a:pt x="22049" y="38"/>
                    </a:lnTo>
                    <a:lnTo>
                      <a:pt x="21293" y="75"/>
                    </a:lnTo>
                    <a:lnTo>
                      <a:pt x="20536" y="148"/>
                    </a:lnTo>
                    <a:lnTo>
                      <a:pt x="19798" y="222"/>
                    </a:lnTo>
                    <a:lnTo>
                      <a:pt x="19060" y="333"/>
                    </a:lnTo>
                    <a:lnTo>
                      <a:pt x="18322" y="462"/>
                    </a:lnTo>
                    <a:lnTo>
                      <a:pt x="17584" y="610"/>
                    </a:lnTo>
                    <a:lnTo>
                      <a:pt x="16846" y="776"/>
                    </a:lnTo>
                    <a:lnTo>
                      <a:pt x="16127" y="960"/>
                    </a:lnTo>
                    <a:lnTo>
                      <a:pt x="15389" y="1182"/>
                    </a:lnTo>
                    <a:lnTo>
                      <a:pt x="14669" y="1422"/>
                    </a:lnTo>
                    <a:lnTo>
                      <a:pt x="13968" y="1680"/>
                    </a:lnTo>
                    <a:lnTo>
                      <a:pt x="13248" y="1975"/>
                    </a:lnTo>
                    <a:lnTo>
                      <a:pt x="12547" y="2289"/>
                    </a:lnTo>
                    <a:lnTo>
                      <a:pt x="11846" y="2621"/>
                    </a:lnTo>
                    <a:lnTo>
                      <a:pt x="11145" y="2990"/>
                    </a:lnTo>
                    <a:lnTo>
                      <a:pt x="10444" y="3377"/>
                    </a:lnTo>
                    <a:lnTo>
                      <a:pt x="9761" y="3802"/>
                    </a:lnTo>
                    <a:lnTo>
                      <a:pt x="9078" y="4245"/>
                    </a:lnTo>
                    <a:lnTo>
                      <a:pt x="8396" y="4724"/>
                    </a:lnTo>
                    <a:lnTo>
                      <a:pt x="7713" y="5241"/>
                    </a:lnTo>
                    <a:lnTo>
                      <a:pt x="7049" y="5776"/>
                    </a:lnTo>
                    <a:lnTo>
                      <a:pt x="6384" y="6348"/>
                    </a:lnTo>
                    <a:lnTo>
                      <a:pt x="5720" y="6938"/>
                    </a:lnTo>
                    <a:lnTo>
                      <a:pt x="5056" y="7584"/>
                    </a:lnTo>
                    <a:lnTo>
                      <a:pt x="4410" y="8248"/>
                    </a:lnTo>
                    <a:lnTo>
                      <a:pt x="3764" y="8931"/>
                    </a:lnTo>
                    <a:lnTo>
                      <a:pt x="3119" y="9669"/>
                    </a:lnTo>
                    <a:lnTo>
                      <a:pt x="2491" y="10444"/>
                    </a:lnTo>
                    <a:lnTo>
                      <a:pt x="1864" y="11237"/>
                    </a:lnTo>
                    <a:lnTo>
                      <a:pt x="1237" y="12068"/>
                    </a:lnTo>
                    <a:lnTo>
                      <a:pt x="628" y="12935"/>
                    </a:lnTo>
                    <a:lnTo>
                      <a:pt x="0" y="13857"/>
                    </a:lnTo>
                    <a:lnTo>
                      <a:pt x="19" y="14374"/>
                    </a:lnTo>
                    <a:lnTo>
                      <a:pt x="37" y="14891"/>
                    </a:lnTo>
                    <a:lnTo>
                      <a:pt x="74" y="15370"/>
                    </a:lnTo>
                    <a:lnTo>
                      <a:pt x="130" y="15850"/>
                    </a:lnTo>
                    <a:lnTo>
                      <a:pt x="185" y="16311"/>
                    </a:lnTo>
                    <a:lnTo>
                      <a:pt x="259" y="16754"/>
                    </a:lnTo>
                    <a:lnTo>
                      <a:pt x="351" y="17179"/>
                    </a:lnTo>
                    <a:lnTo>
                      <a:pt x="462" y="17585"/>
                    </a:lnTo>
                    <a:lnTo>
                      <a:pt x="572" y="17972"/>
                    </a:lnTo>
                    <a:lnTo>
                      <a:pt x="702" y="18360"/>
                    </a:lnTo>
                    <a:lnTo>
                      <a:pt x="849" y="18710"/>
                    </a:lnTo>
                    <a:lnTo>
                      <a:pt x="1015" y="19042"/>
                    </a:lnTo>
                    <a:lnTo>
                      <a:pt x="1200" y="19356"/>
                    </a:lnTo>
                    <a:lnTo>
                      <a:pt x="1403" y="19633"/>
                    </a:lnTo>
                    <a:lnTo>
                      <a:pt x="1624" y="19909"/>
                    </a:lnTo>
                    <a:lnTo>
                      <a:pt x="1864" y="20149"/>
                    </a:lnTo>
                    <a:lnTo>
                      <a:pt x="2122" y="20389"/>
                    </a:lnTo>
                    <a:lnTo>
                      <a:pt x="2399" y="20592"/>
                    </a:lnTo>
                    <a:lnTo>
                      <a:pt x="2694" y="20758"/>
                    </a:lnTo>
                    <a:lnTo>
                      <a:pt x="3008" y="20924"/>
                    </a:lnTo>
                    <a:lnTo>
                      <a:pt x="3358" y="21053"/>
                    </a:lnTo>
                    <a:lnTo>
                      <a:pt x="3728" y="21164"/>
                    </a:lnTo>
                    <a:lnTo>
                      <a:pt x="4097" y="21238"/>
                    </a:lnTo>
                    <a:lnTo>
                      <a:pt x="4521" y="21293"/>
                    </a:lnTo>
                    <a:lnTo>
                      <a:pt x="4945" y="21330"/>
                    </a:lnTo>
                    <a:lnTo>
                      <a:pt x="5407" y="21330"/>
                    </a:lnTo>
                    <a:lnTo>
                      <a:pt x="5886" y="21312"/>
                    </a:lnTo>
                    <a:lnTo>
                      <a:pt x="6384" y="21256"/>
                    </a:lnTo>
                    <a:lnTo>
                      <a:pt x="6920" y="21182"/>
                    </a:lnTo>
                    <a:lnTo>
                      <a:pt x="7492" y="21072"/>
                    </a:lnTo>
                    <a:lnTo>
                      <a:pt x="8063" y="20924"/>
                    </a:lnTo>
                    <a:lnTo>
                      <a:pt x="8691" y="20758"/>
                    </a:lnTo>
                    <a:lnTo>
                      <a:pt x="9171" y="20408"/>
                    </a:lnTo>
                    <a:lnTo>
                      <a:pt x="9669" y="20075"/>
                    </a:lnTo>
                    <a:lnTo>
                      <a:pt x="10167" y="19762"/>
                    </a:lnTo>
                    <a:lnTo>
                      <a:pt x="10684" y="19467"/>
                    </a:lnTo>
                    <a:lnTo>
                      <a:pt x="11219" y="19171"/>
                    </a:lnTo>
                    <a:lnTo>
                      <a:pt x="11754" y="18895"/>
                    </a:lnTo>
                    <a:lnTo>
                      <a:pt x="12307" y="18636"/>
                    </a:lnTo>
                    <a:lnTo>
                      <a:pt x="12879" y="18378"/>
                    </a:lnTo>
                    <a:lnTo>
                      <a:pt x="13451" y="18157"/>
                    </a:lnTo>
                    <a:lnTo>
                      <a:pt x="14042" y="17917"/>
                    </a:lnTo>
                    <a:lnTo>
                      <a:pt x="14632" y="17714"/>
                    </a:lnTo>
                    <a:lnTo>
                      <a:pt x="15241" y="17511"/>
                    </a:lnTo>
                    <a:lnTo>
                      <a:pt x="15850" y="17326"/>
                    </a:lnTo>
                    <a:lnTo>
                      <a:pt x="16477" y="17160"/>
                    </a:lnTo>
                    <a:lnTo>
                      <a:pt x="17123" y="16994"/>
                    </a:lnTo>
                    <a:lnTo>
                      <a:pt x="17750" y="16847"/>
                    </a:lnTo>
                    <a:lnTo>
                      <a:pt x="18414" y="16699"/>
                    </a:lnTo>
                    <a:lnTo>
                      <a:pt x="19079" y="16570"/>
                    </a:lnTo>
                    <a:lnTo>
                      <a:pt x="19743" y="16441"/>
                    </a:lnTo>
                    <a:lnTo>
                      <a:pt x="20426" y="16348"/>
                    </a:lnTo>
                    <a:lnTo>
                      <a:pt x="21791" y="16145"/>
                    </a:lnTo>
                    <a:lnTo>
                      <a:pt x="23212" y="15998"/>
                    </a:lnTo>
                    <a:lnTo>
                      <a:pt x="24632" y="15887"/>
                    </a:lnTo>
                    <a:lnTo>
                      <a:pt x="26090" y="15813"/>
                    </a:lnTo>
                    <a:lnTo>
                      <a:pt x="27585" y="15776"/>
                    </a:lnTo>
                    <a:lnTo>
                      <a:pt x="29098" y="15758"/>
                    </a:lnTo>
                    <a:lnTo>
                      <a:pt x="30611" y="15776"/>
                    </a:lnTo>
                    <a:lnTo>
                      <a:pt x="32160" y="15832"/>
                    </a:lnTo>
                    <a:lnTo>
                      <a:pt x="33710" y="15906"/>
                    </a:lnTo>
                    <a:lnTo>
                      <a:pt x="35279" y="15998"/>
                    </a:lnTo>
                    <a:lnTo>
                      <a:pt x="36865" y="16108"/>
                    </a:lnTo>
                    <a:lnTo>
                      <a:pt x="38471" y="16256"/>
                    </a:lnTo>
                    <a:lnTo>
                      <a:pt x="40076" y="16422"/>
                    </a:lnTo>
                    <a:lnTo>
                      <a:pt x="41681" y="16588"/>
                    </a:lnTo>
                    <a:lnTo>
                      <a:pt x="43286" y="16773"/>
                    </a:lnTo>
                    <a:lnTo>
                      <a:pt x="44892" y="16976"/>
                    </a:lnTo>
                    <a:lnTo>
                      <a:pt x="48121" y="17419"/>
                    </a:lnTo>
                    <a:lnTo>
                      <a:pt x="51331" y="17880"/>
                    </a:lnTo>
                    <a:lnTo>
                      <a:pt x="54505" y="18360"/>
                    </a:lnTo>
                    <a:lnTo>
                      <a:pt x="58933" y="19042"/>
                    </a:lnTo>
                    <a:lnTo>
                      <a:pt x="61092" y="19374"/>
                    </a:lnTo>
                    <a:lnTo>
                      <a:pt x="63232" y="19670"/>
                    </a:lnTo>
                    <a:lnTo>
                      <a:pt x="65298" y="19965"/>
                    </a:lnTo>
                    <a:lnTo>
                      <a:pt x="67328" y="20223"/>
                    </a:lnTo>
                    <a:lnTo>
                      <a:pt x="69284" y="20463"/>
                    </a:lnTo>
                    <a:lnTo>
                      <a:pt x="71203" y="20647"/>
                    </a:lnTo>
                    <a:lnTo>
                      <a:pt x="73029" y="20795"/>
                    </a:lnTo>
                    <a:lnTo>
                      <a:pt x="73915" y="20869"/>
                    </a:lnTo>
                    <a:lnTo>
                      <a:pt x="74801" y="20906"/>
                    </a:lnTo>
                    <a:lnTo>
                      <a:pt x="75649" y="20943"/>
                    </a:lnTo>
                    <a:lnTo>
                      <a:pt x="76480" y="20961"/>
                    </a:lnTo>
                    <a:lnTo>
                      <a:pt x="77291" y="20961"/>
                    </a:lnTo>
                    <a:lnTo>
                      <a:pt x="78066" y="20943"/>
                    </a:lnTo>
                    <a:lnTo>
                      <a:pt x="78841" y="20924"/>
                    </a:lnTo>
                    <a:lnTo>
                      <a:pt x="79579" y="20869"/>
                    </a:lnTo>
                    <a:lnTo>
                      <a:pt x="80299" y="20813"/>
                    </a:lnTo>
                    <a:lnTo>
                      <a:pt x="80982" y="20740"/>
                    </a:lnTo>
                    <a:lnTo>
                      <a:pt x="81646" y="20647"/>
                    </a:lnTo>
                    <a:lnTo>
                      <a:pt x="82292" y="20518"/>
                    </a:lnTo>
                    <a:lnTo>
                      <a:pt x="82901" y="20389"/>
                    </a:lnTo>
                    <a:lnTo>
                      <a:pt x="83491" y="20223"/>
                    </a:lnTo>
                    <a:lnTo>
                      <a:pt x="82827" y="19540"/>
                    </a:lnTo>
                    <a:lnTo>
                      <a:pt x="82218" y="18876"/>
                    </a:lnTo>
                    <a:lnTo>
                      <a:pt x="81646" y="18230"/>
                    </a:lnTo>
                    <a:lnTo>
                      <a:pt x="81092" y="17603"/>
                    </a:lnTo>
                    <a:lnTo>
                      <a:pt x="80576" y="16994"/>
                    </a:lnTo>
                    <a:lnTo>
                      <a:pt x="80078" y="16385"/>
                    </a:lnTo>
                    <a:lnTo>
                      <a:pt x="79155" y="15204"/>
                    </a:lnTo>
                    <a:lnTo>
                      <a:pt x="78251" y="14024"/>
                    </a:lnTo>
                    <a:lnTo>
                      <a:pt x="77347" y="12843"/>
                    </a:lnTo>
                    <a:lnTo>
                      <a:pt x="76406" y="11625"/>
                    </a:lnTo>
                    <a:lnTo>
                      <a:pt x="75391" y="10352"/>
                    </a:lnTo>
                    <a:lnTo>
                      <a:pt x="74524" y="10407"/>
                    </a:lnTo>
                    <a:lnTo>
                      <a:pt x="73675" y="10444"/>
                    </a:lnTo>
                    <a:lnTo>
                      <a:pt x="71941" y="10444"/>
                    </a:lnTo>
                    <a:lnTo>
                      <a:pt x="71074" y="10426"/>
                    </a:lnTo>
                    <a:lnTo>
                      <a:pt x="70206" y="10370"/>
                    </a:lnTo>
                    <a:lnTo>
                      <a:pt x="69339" y="10315"/>
                    </a:lnTo>
                    <a:lnTo>
                      <a:pt x="68453" y="10241"/>
                    </a:lnTo>
                    <a:lnTo>
                      <a:pt x="67586" y="10149"/>
                    </a:lnTo>
                    <a:lnTo>
                      <a:pt x="66719" y="10038"/>
                    </a:lnTo>
                    <a:lnTo>
                      <a:pt x="65852" y="9927"/>
                    </a:lnTo>
                    <a:lnTo>
                      <a:pt x="64985" y="9798"/>
                    </a:lnTo>
                    <a:lnTo>
                      <a:pt x="64099" y="9651"/>
                    </a:lnTo>
                    <a:lnTo>
                      <a:pt x="63232" y="9485"/>
                    </a:lnTo>
                    <a:lnTo>
                      <a:pt x="61497" y="9134"/>
                    </a:lnTo>
                    <a:lnTo>
                      <a:pt x="59745" y="8728"/>
                    </a:lnTo>
                    <a:lnTo>
                      <a:pt x="57992" y="8304"/>
                    </a:lnTo>
                    <a:lnTo>
                      <a:pt x="56257" y="7842"/>
                    </a:lnTo>
                    <a:lnTo>
                      <a:pt x="54523" y="7344"/>
                    </a:lnTo>
                    <a:lnTo>
                      <a:pt x="52789" y="6828"/>
                    </a:lnTo>
                    <a:lnTo>
                      <a:pt x="51036" y="6311"/>
                    </a:lnTo>
                    <a:lnTo>
                      <a:pt x="47585" y="5222"/>
                    </a:lnTo>
                    <a:lnTo>
                      <a:pt x="44283" y="4189"/>
                    </a:lnTo>
                    <a:lnTo>
                      <a:pt x="42641" y="3673"/>
                    </a:lnTo>
                    <a:lnTo>
                      <a:pt x="40998" y="3193"/>
                    </a:lnTo>
                    <a:lnTo>
                      <a:pt x="39375" y="2713"/>
                    </a:lnTo>
                    <a:lnTo>
                      <a:pt x="37751" y="2252"/>
                    </a:lnTo>
                    <a:lnTo>
                      <a:pt x="36127" y="1827"/>
                    </a:lnTo>
                    <a:lnTo>
                      <a:pt x="34522" y="1440"/>
                    </a:lnTo>
                    <a:lnTo>
                      <a:pt x="32917" y="1089"/>
                    </a:lnTo>
                    <a:lnTo>
                      <a:pt x="31330" y="776"/>
                    </a:lnTo>
                    <a:lnTo>
                      <a:pt x="30555" y="647"/>
                    </a:lnTo>
                    <a:lnTo>
                      <a:pt x="29762" y="517"/>
                    </a:lnTo>
                    <a:lnTo>
                      <a:pt x="28968" y="388"/>
                    </a:lnTo>
                    <a:lnTo>
                      <a:pt x="28193" y="296"/>
                    </a:lnTo>
                    <a:lnTo>
                      <a:pt x="27419" y="204"/>
                    </a:lnTo>
                    <a:lnTo>
                      <a:pt x="26644" y="130"/>
                    </a:lnTo>
                    <a:lnTo>
                      <a:pt x="25869" y="75"/>
                    </a:lnTo>
                    <a:lnTo>
                      <a:pt x="25094" y="38"/>
                    </a:lnTo>
                    <a:lnTo>
                      <a:pt x="24319" y="19"/>
                    </a:lnTo>
                    <a:lnTo>
                      <a:pt x="235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7"/>
              <p:cNvSpPr/>
              <p:nvPr/>
            </p:nvSpPr>
            <p:spPr>
              <a:xfrm>
                <a:off x="4570237" y="3890345"/>
                <a:ext cx="1614298" cy="412435"/>
              </a:xfrm>
              <a:custGeom>
                <a:avLst/>
                <a:gdLst/>
                <a:ahLst/>
                <a:cxnLst/>
                <a:rect l="l" t="t" r="r" b="b"/>
                <a:pathLst>
                  <a:path w="83491" h="21331" fill="none" extrusionOk="0">
                    <a:moveTo>
                      <a:pt x="83491" y="20223"/>
                    </a:moveTo>
                    <a:lnTo>
                      <a:pt x="83491" y="20223"/>
                    </a:lnTo>
                    <a:lnTo>
                      <a:pt x="82901" y="20389"/>
                    </a:lnTo>
                    <a:lnTo>
                      <a:pt x="82292" y="20518"/>
                    </a:lnTo>
                    <a:lnTo>
                      <a:pt x="81646" y="20647"/>
                    </a:lnTo>
                    <a:lnTo>
                      <a:pt x="80982" y="20740"/>
                    </a:lnTo>
                    <a:lnTo>
                      <a:pt x="80299" y="20813"/>
                    </a:lnTo>
                    <a:lnTo>
                      <a:pt x="79579" y="20869"/>
                    </a:lnTo>
                    <a:lnTo>
                      <a:pt x="78841" y="20924"/>
                    </a:lnTo>
                    <a:lnTo>
                      <a:pt x="78066" y="20943"/>
                    </a:lnTo>
                    <a:lnTo>
                      <a:pt x="77291" y="20961"/>
                    </a:lnTo>
                    <a:lnTo>
                      <a:pt x="76480" y="20961"/>
                    </a:lnTo>
                    <a:lnTo>
                      <a:pt x="75649" y="20943"/>
                    </a:lnTo>
                    <a:lnTo>
                      <a:pt x="74801" y="20906"/>
                    </a:lnTo>
                    <a:lnTo>
                      <a:pt x="73915" y="20869"/>
                    </a:lnTo>
                    <a:lnTo>
                      <a:pt x="73029" y="20795"/>
                    </a:lnTo>
                    <a:lnTo>
                      <a:pt x="71203" y="20647"/>
                    </a:lnTo>
                    <a:lnTo>
                      <a:pt x="69284" y="20463"/>
                    </a:lnTo>
                    <a:lnTo>
                      <a:pt x="67328" y="20223"/>
                    </a:lnTo>
                    <a:lnTo>
                      <a:pt x="65298" y="19965"/>
                    </a:lnTo>
                    <a:lnTo>
                      <a:pt x="63232" y="19670"/>
                    </a:lnTo>
                    <a:lnTo>
                      <a:pt x="61092" y="19374"/>
                    </a:lnTo>
                    <a:lnTo>
                      <a:pt x="58933" y="19042"/>
                    </a:lnTo>
                    <a:lnTo>
                      <a:pt x="54505" y="18360"/>
                    </a:lnTo>
                    <a:lnTo>
                      <a:pt x="54505" y="18360"/>
                    </a:lnTo>
                    <a:lnTo>
                      <a:pt x="51331" y="17880"/>
                    </a:lnTo>
                    <a:lnTo>
                      <a:pt x="48121" y="17419"/>
                    </a:lnTo>
                    <a:lnTo>
                      <a:pt x="44892" y="16976"/>
                    </a:lnTo>
                    <a:lnTo>
                      <a:pt x="43286" y="16773"/>
                    </a:lnTo>
                    <a:lnTo>
                      <a:pt x="41681" y="16588"/>
                    </a:lnTo>
                    <a:lnTo>
                      <a:pt x="40076" y="16422"/>
                    </a:lnTo>
                    <a:lnTo>
                      <a:pt x="38471" y="16256"/>
                    </a:lnTo>
                    <a:lnTo>
                      <a:pt x="36865" y="16108"/>
                    </a:lnTo>
                    <a:lnTo>
                      <a:pt x="35279" y="15998"/>
                    </a:lnTo>
                    <a:lnTo>
                      <a:pt x="33710" y="15906"/>
                    </a:lnTo>
                    <a:lnTo>
                      <a:pt x="32160" y="15832"/>
                    </a:lnTo>
                    <a:lnTo>
                      <a:pt x="30611" y="15776"/>
                    </a:lnTo>
                    <a:lnTo>
                      <a:pt x="29098" y="15758"/>
                    </a:lnTo>
                    <a:lnTo>
                      <a:pt x="27585" y="15776"/>
                    </a:lnTo>
                    <a:lnTo>
                      <a:pt x="26090" y="15813"/>
                    </a:lnTo>
                    <a:lnTo>
                      <a:pt x="24632" y="15887"/>
                    </a:lnTo>
                    <a:lnTo>
                      <a:pt x="23212" y="15998"/>
                    </a:lnTo>
                    <a:lnTo>
                      <a:pt x="21791" y="16145"/>
                    </a:lnTo>
                    <a:lnTo>
                      <a:pt x="20426" y="16348"/>
                    </a:lnTo>
                    <a:lnTo>
                      <a:pt x="19743" y="16441"/>
                    </a:lnTo>
                    <a:lnTo>
                      <a:pt x="19079" y="16570"/>
                    </a:lnTo>
                    <a:lnTo>
                      <a:pt x="18414" y="16699"/>
                    </a:lnTo>
                    <a:lnTo>
                      <a:pt x="17750" y="16847"/>
                    </a:lnTo>
                    <a:lnTo>
                      <a:pt x="17123" y="16994"/>
                    </a:lnTo>
                    <a:lnTo>
                      <a:pt x="16477" y="17160"/>
                    </a:lnTo>
                    <a:lnTo>
                      <a:pt x="15850" y="17326"/>
                    </a:lnTo>
                    <a:lnTo>
                      <a:pt x="15241" y="17511"/>
                    </a:lnTo>
                    <a:lnTo>
                      <a:pt x="14632" y="17714"/>
                    </a:lnTo>
                    <a:lnTo>
                      <a:pt x="14042" y="17917"/>
                    </a:lnTo>
                    <a:lnTo>
                      <a:pt x="13451" y="18157"/>
                    </a:lnTo>
                    <a:lnTo>
                      <a:pt x="12879" y="18378"/>
                    </a:lnTo>
                    <a:lnTo>
                      <a:pt x="12307" y="18636"/>
                    </a:lnTo>
                    <a:lnTo>
                      <a:pt x="11754" y="18895"/>
                    </a:lnTo>
                    <a:lnTo>
                      <a:pt x="11219" y="19171"/>
                    </a:lnTo>
                    <a:lnTo>
                      <a:pt x="10684" y="19467"/>
                    </a:lnTo>
                    <a:lnTo>
                      <a:pt x="10167" y="19762"/>
                    </a:lnTo>
                    <a:lnTo>
                      <a:pt x="9669" y="20075"/>
                    </a:lnTo>
                    <a:lnTo>
                      <a:pt x="9171" y="20408"/>
                    </a:lnTo>
                    <a:lnTo>
                      <a:pt x="8691" y="20758"/>
                    </a:lnTo>
                    <a:lnTo>
                      <a:pt x="8691" y="20758"/>
                    </a:lnTo>
                    <a:lnTo>
                      <a:pt x="8063" y="20924"/>
                    </a:lnTo>
                    <a:lnTo>
                      <a:pt x="7492" y="21072"/>
                    </a:lnTo>
                    <a:lnTo>
                      <a:pt x="6920" y="21182"/>
                    </a:lnTo>
                    <a:lnTo>
                      <a:pt x="6384" y="21256"/>
                    </a:lnTo>
                    <a:lnTo>
                      <a:pt x="5886" y="21312"/>
                    </a:lnTo>
                    <a:lnTo>
                      <a:pt x="5407" y="21330"/>
                    </a:lnTo>
                    <a:lnTo>
                      <a:pt x="4945" y="21330"/>
                    </a:lnTo>
                    <a:lnTo>
                      <a:pt x="4521" y="21293"/>
                    </a:lnTo>
                    <a:lnTo>
                      <a:pt x="4097" y="21238"/>
                    </a:lnTo>
                    <a:lnTo>
                      <a:pt x="3728" y="21164"/>
                    </a:lnTo>
                    <a:lnTo>
                      <a:pt x="3358" y="21053"/>
                    </a:lnTo>
                    <a:lnTo>
                      <a:pt x="3008" y="20924"/>
                    </a:lnTo>
                    <a:lnTo>
                      <a:pt x="2694" y="20758"/>
                    </a:lnTo>
                    <a:lnTo>
                      <a:pt x="2399" y="20592"/>
                    </a:lnTo>
                    <a:lnTo>
                      <a:pt x="2122" y="20389"/>
                    </a:lnTo>
                    <a:lnTo>
                      <a:pt x="1864" y="20149"/>
                    </a:lnTo>
                    <a:lnTo>
                      <a:pt x="1624" y="19909"/>
                    </a:lnTo>
                    <a:lnTo>
                      <a:pt x="1403" y="19633"/>
                    </a:lnTo>
                    <a:lnTo>
                      <a:pt x="1200" y="19356"/>
                    </a:lnTo>
                    <a:lnTo>
                      <a:pt x="1015" y="19042"/>
                    </a:lnTo>
                    <a:lnTo>
                      <a:pt x="849" y="18710"/>
                    </a:lnTo>
                    <a:lnTo>
                      <a:pt x="702" y="18360"/>
                    </a:lnTo>
                    <a:lnTo>
                      <a:pt x="572" y="17972"/>
                    </a:lnTo>
                    <a:lnTo>
                      <a:pt x="462" y="17585"/>
                    </a:lnTo>
                    <a:lnTo>
                      <a:pt x="351" y="17179"/>
                    </a:lnTo>
                    <a:lnTo>
                      <a:pt x="259" y="16754"/>
                    </a:lnTo>
                    <a:lnTo>
                      <a:pt x="185" y="16311"/>
                    </a:lnTo>
                    <a:lnTo>
                      <a:pt x="130" y="15850"/>
                    </a:lnTo>
                    <a:lnTo>
                      <a:pt x="74" y="15370"/>
                    </a:lnTo>
                    <a:lnTo>
                      <a:pt x="37" y="14891"/>
                    </a:lnTo>
                    <a:lnTo>
                      <a:pt x="19" y="14374"/>
                    </a:lnTo>
                    <a:lnTo>
                      <a:pt x="0" y="13857"/>
                    </a:lnTo>
                    <a:lnTo>
                      <a:pt x="0" y="13857"/>
                    </a:lnTo>
                    <a:lnTo>
                      <a:pt x="628" y="12935"/>
                    </a:lnTo>
                    <a:lnTo>
                      <a:pt x="1237" y="12068"/>
                    </a:lnTo>
                    <a:lnTo>
                      <a:pt x="1864" y="11237"/>
                    </a:lnTo>
                    <a:lnTo>
                      <a:pt x="2491" y="10444"/>
                    </a:lnTo>
                    <a:lnTo>
                      <a:pt x="3119" y="9669"/>
                    </a:lnTo>
                    <a:lnTo>
                      <a:pt x="3764" y="8931"/>
                    </a:lnTo>
                    <a:lnTo>
                      <a:pt x="4410" y="8248"/>
                    </a:lnTo>
                    <a:lnTo>
                      <a:pt x="5056" y="7584"/>
                    </a:lnTo>
                    <a:lnTo>
                      <a:pt x="5720" y="6938"/>
                    </a:lnTo>
                    <a:lnTo>
                      <a:pt x="6384" y="6348"/>
                    </a:lnTo>
                    <a:lnTo>
                      <a:pt x="7049" y="5776"/>
                    </a:lnTo>
                    <a:lnTo>
                      <a:pt x="7713" y="5241"/>
                    </a:lnTo>
                    <a:lnTo>
                      <a:pt x="8396" y="4724"/>
                    </a:lnTo>
                    <a:lnTo>
                      <a:pt x="9078" y="4245"/>
                    </a:lnTo>
                    <a:lnTo>
                      <a:pt x="9761" y="3802"/>
                    </a:lnTo>
                    <a:lnTo>
                      <a:pt x="10444" y="3377"/>
                    </a:lnTo>
                    <a:lnTo>
                      <a:pt x="11145" y="2990"/>
                    </a:lnTo>
                    <a:lnTo>
                      <a:pt x="11846" y="2621"/>
                    </a:lnTo>
                    <a:lnTo>
                      <a:pt x="12547" y="2289"/>
                    </a:lnTo>
                    <a:lnTo>
                      <a:pt x="13248" y="1975"/>
                    </a:lnTo>
                    <a:lnTo>
                      <a:pt x="13968" y="1680"/>
                    </a:lnTo>
                    <a:lnTo>
                      <a:pt x="14669" y="1422"/>
                    </a:lnTo>
                    <a:lnTo>
                      <a:pt x="15389" y="1182"/>
                    </a:lnTo>
                    <a:lnTo>
                      <a:pt x="16127" y="960"/>
                    </a:lnTo>
                    <a:lnTo>
                      <a:pt x="16846" y="776"/>
                    </a:lnTo>
                    <a:lnTo>
                      <a:pt x="17584" y="610"/>
                    </a:lnTo>
                    <a:lnTo>
                      <a:pt x="18322" y="462"/>
                    </a:lnTo>
                    <a:lnTo>
                      <a:pt x="19060" y="333"/>
                    </a:lnTo>
                    <a:lnTo>
                      <a:pt x="19798" y="222"/>
                    </a:lnTo>
                    <a:lnTo>
                      <a:pt x="20536" y="148"/>
                    </a:lnTo>
                    <a:lnTo>
                      <a:pt x="21293" y="75"/>
                    </a:lnTo>
                    <a:lnTo>
                      <a:pt x="22049" y="38"/>
                    </a:lnTo>
                    <a:lnTo>
                      <a:pt x="22806" y="19"/>
                    </a:lnTo>
                    <a:lnTo>
                      <a:pt x="23562" y="1"/>
                    </a:lnTo>
                    <a:lnTo>
                      <a:pt x="24319" y="19"/>
                    </a:lnTo>
                    <a:lnTo>
                      <a:pt x="25094" y="38"/>
                    </a:lnTo>
                    <a:lnTo>
                      <a:pt x="25869" y="75"/>
                    </a:lnTo>
                    <a:lnTo>
                      <a:pt x="26644" y="130"/>
                    </a:lnTo>
                    <a:lnTo>
                      <a:pt x="27419" y="204"/>
                    </a:lnTo>
                    <a:lnTo>
                      <a:pt x="28193" y="296"/>
                    </a:lnTo>
                    <a:lnTo>
                      <a:pt x="28968" y="388"/>
                    </a:lnTo>
                    <a:lnTo>
                      <a:pt x="29762" y="517"/>
                    </a:lnTo>
                    <a:lnTo>
                      <a:pt x="30555" y="647"/>
                    </a:lnTo>
                    <a:lnTo>
                      <a:pt x="31330" y="776"/>
                    </a:lnTo>
                    <a:lnTo>
                      <a:pt x="32917" y="1089"/>
                    </a:lnTo>
                    <a:lnTo>
                      <a:pt x="34522" y="1440"/>
                    </a:lnTo>
                    <a:lnTo>
                      <a:pt x="36127" y="1827"/>
                    </a:lnTo>
                    <a:lnTo>
                      <a:pt x="37751" y="2252"/>
                    </a:lnTo>
                    <a:lnTo>
                      <a:pt x="39375" y="2713"/>
                    </a:lnTo>
                    <a:lnTo>
                      <a:pt x="40998" y="3193"/>
                    </a:lnTo>
                    <a:lnTo>
                      <a:pt x="42641" y="3673"/>
                    </a:lnTo>
                    <a:lnTo>
                      <a:pt x="44283" y="4189"/>
                    </a:lnTo>
                    <a:lnTo>
                      <a:pt x="47585" y="5222"/>
                    </a:lnTo>
                    <a:lnTo>
                      <a:pt x="47585" y="5222"/>
                    </a:lnTo>
                    <a:lnTo>
                      <a:pt x="51036" y="6311"/>
                    </a:lnTo>
                    <a:lnTo>
                      <a:pt x="52789" y="6828"/>
                    </a:lnTo>
                    <a:lnTo>
                      <a:pt x="54523" y="7344"/>
                    </a:lnTo>
                    <a:lnTo>
                      <a:pt x="56257" y="7842"/>
                    </a:lnTo>
                    <a:lnTo>
                      <a:pt x="57992" y="8304"/>
                    </a:lnTo>
                    <a:lnTo>
                      <a:pt x="59745" y="8728"/>
                    </a:lnTo>
                    <a:lnTo>
                      <a:pt x="61497" y="9134"/>
                    </a:lnTo>
                    <a:lnTo>
                      <a:pt x="63232" y="9485"/>
                    </a:lnTo>
                    <a:lnTo>
                      <a:pt x="64099" y="9651"/>
                    </a:lnTo>
                    <a:lnTo>
                      <a:pt x="64985" y="9798"/>
                    </a:lnTo>
                    <a:lnTo>
                      <a:pt x="65852" y="9927"/>
                    </a:lnTo>
                    <a:lnTo>
                      <a:pt x="66719" y="10038"/>
                    </a:lnTo>
                    <a:lnTo>
                      <a:pt x="67586" y="10149"/>
                    </a:lnTo>
                    <a:lnTo>
                      <a:pt x="68453" y="10241"/>
                    </a:lnTo>
                    <a:lnTo>
                      <a:pt x="69339" y="10315"/>
                    </a:lnTo>
                    <a:lnTo>
                      <a:pt x="70206" y="10370"/>
                    </a:lnTo>
                    <a:lnTo>
                      <a:pt x="71074" y="10426"/>
                    </a:lnTo>
                    <a:lnTo>
                      <a:pt x="71941" y="10444"/>
                    </a:lnTo>
                    <a:lnTo>
                      <a:pt x="72808" y="10444"/>
                    </a:lnTo>
                    <a:lnTo>
                      <a:pt x="73675" y="10444"/>
                    </a:lnTo>
                    <a:lnTo>
                      <a:pt x="74524" y="10407"/>
                    </a:lnTo>
                    <a:lnTo>
                      <a:pt x="75391" y="10352"/>
                    </a:lnTo>
                    <a:lnTo>
                      <a:pt x="75391" y="10352"/>
                    </a:lnTo>
                    <a:lnTo>
                      <a:pt x="76406" y="11625"/>
                    </a:lnTo>
                    <a:lnTo>
                      <a:pt x="77347" y="12843"/>
                    </a:lnTo>
                    <a:lnTo>
                      <a:pt x="78251" y="14024"/>
                    </a:lnTo>
                    <a:lnTo>
                      <a:pt x="79155" y="15204"/>
                    </a:lnTo>
                    <a:lnTo>
                      <a:pt x="80078" y="16385"/>
                    </a:lnTo>
                    <a:lnTo>
                      <a:pt x="80576" y="16994"/>
                    </a:lnTo>
                    <a:lnTo>
                      <a:pt x="81092" y="17603"/>
                    </a:lnTo>
                    <a:lnTo>
                      <a:pt x="81646" y="18230"/>
                    </a:lnTo>
                    <a:lnTo>
                      <a:pt x="82218" y="18876"/>
                    </a:lnTo>
                    <a:lnTo>
                      <a:pt x="82827" y="19540"/>
                    </a:lnTo>
                    <a:lnTo>
                      <a:pt x="83491" y="2022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7"/>
              <p:cNvSpPr/>
              <p:nvPr/>
            </p:nvSpPr>
            <p:spPr>
              <a:xfrm>
                <a:off x="4570585" y="3408033"/>
                <a:ext cx="1433439" cy="988927"/>
              </a:xfrm>
              <a:custGeom>
                <a:avLst/>
                <a:gdLst/>
                <a:ahLst/>
                <a:cxnLst/>
                <a:rect l="l" t="t" r="r" b="b"/>
                <a:pathLst>
                  <a:path w="74137" h="51147" extrusionOk="0">
                    <a:moveTo>
                      <a:pt x="58103" y="0"/>
                    </a:moveTo>
                    <a:lnTo>
                      <a:pt x="57439" y="609"/>
                    </a:lnTo>
                    <a:lnTo>
                      <a:pt x="56738" y="1181"/>
                    </a:lnTo>
                    <a:lnTo>
                      <a:pt x="56000" y="1753"/>
                    </a:lnTo>
                    <a:lnTo>
                      <a:pt x="55225" y="2307"/>
                    </a:lnTo>
                    <a:lnTo>
                      <a:pt x="54413" y="2842"/>
                    </a:lnTo>
                    <a:lnTo>
                      <a:pt x="53582" y="3377"/>
                    </a:lnTo>
                    <a:lnTo>
                      <a:pt x="52697" y="3893"/>
                    </a:lnTo>
                    <a:lnTo>
                      <a:pt x="51793" y="4392"/>
                    </a:lnTo>
                    <a:lnTo>
                      <a:pt x="50870" y="4890"/>
                    </a:lnTo>
                    <a:lnTo>
                      <a:pt x="49911" y="5369"/>
                    </a:lnTo>
                    <a:lnTo>
                      <a:pt x="48914" y="5849"/>
                    </a:lnTo>
                    <a:lnTo>
                      <a:pt x="47900" y="6310"/>
                    </a:lnTo>
                    <a:lnTo>
                      <a:pt x="46866" y="6772"/>
                    </a:lnTo>
                    <a:lnTo>
                      <a:pt x="45815" y="7233"/>
                    </a:lnTo>
                    <a:lnTo>
                      <a:pt x="44744" y="7676"/>
                    </a:lnTo>
                    <a:lnTo>
                      <a:pt x="43637" y="8119"/>
                    </a:lnTo>
                    <a:lnTo>
                      <a:pt x="41405" y="8986"/>
                    </a:lnTo>
                    <a:lnTo>
                      <a:pt x="39117" y="9853"/>
                    </a:lnTo>
                    <a:lnTo>
                      <a:pt x="36792" y="10702"/>
                    </a:lnTo>
                    <a:lnTo>
                      <a:pt x="34430" y="11569"/>
                    </a:lnTo>
                    <a:lnTo>
                      <a:pt x="32050" y="12436"/>
                    </a:lnTo>
                    <a:lnTo>
                      <a:pt x="29652" y="13303"/>
                    </a:lnTo>
                    <a:lnTo>
                      <a:pt x="27290" y="14207"/>
                    </a:lnTo>
                    <a:lnTo>
                      <a:pt x="24928" y="15148"/>
                    </a:lnTo>
                    <a:lnTo>
                      <a:pt x="23766" y="15610"/>
                    </a:lnTo>
                    <a:lnTo>
                      <a:pt x="22603" y="16108"/>
                    </a:lnTo>
                    <a:lnTo>
                      <a:pt x="21459" y="16606"/>
                    </a:lnTo>
                    <a:lnTo>
                      <a:pt x="20315" y="17104"/>
                    </a:lnTo>
                    <a:lnTo>
                      <a:pt x="19208" y="17621"/>
                    </a:lnTo>
                    <a:lnTo>
                      <a:pt x="18101" y="18156"/>
                    </a:lnTo>
                    <a:lnTo>
                      <a:pt x="17013" y="18691"/>
                    </a:lnTo>
                    <a:lnTo>
                      <a:pt x="15942" y="19245"/>
                    </a:lnTo>
                    <a:lnTo>
                      <a:pt x="14891" y="19817"/>
                    </a:lnTo>
                    <a:lnTo>
                      <a:pt x="13876" y="20407"/>
                    </a:lnTo>
                    <a:lnTo>
                      <a:pt x="12861" y="21016"/>
                    </a:lnTo>
                    <a:lnTo>
                      <a:pt x="11902" y="21625"/>
                    </a:lnTo>
                    <a:lnTo>
                      <a:pt x="10942" y="22270"/>
                    </a:lnTo>
                    <a:lnTo>
                      <a:pt x="10020" y="22935"/>
                    </a:lnTo>
                    <a:lnTo>
                      <a:pt x="9134" y="23599"/>
                    </a:lnTo>
                    <a:lnTo>
                      <a:pt x="8267" y="24300"/>
                    </a:lnTo>
                    <a:lnTo>
                      <a:pt x="7437" y="25020"/>
                    </a:lnTo>
                    <a:lnTo>
                      <a:pt x="6643" y="25758"/>
                    </a:lnTo>
                    <a:lnTo>
                      <a:pt x="5887" y="26514"/>
                    </a:lnTo>
                    <a:lnTo>
                      <a:pt x="5518" y="26902"/>
                    </a:lnTo>
                    <a:lnTo>
                      <a:pt x="5167" y="27308"/>
                    </a:lnTo>
                    <a:lnTo>
                      <a:pt x="4817" y="27695"/>
                    </a:lnTo>
                    <a:lnTo>
                      <a:pt x="4484" y="28101"/>
                    </a:lnTo>
                    <a:lnTo>
                      <a:pt x="4171" y="28525"/>
                    </a:lnTo>
                    <a:lnTo>
                      <a:pt x="3857" y="28950"/>
                    </a:lnTo>
                    <a:lnTo>
                      <a:pt x="3543" y="29374"/>
                    </a:lnTo>
                    <a:lnTo>
                      <a:pt x="3248" y="29798"/>
                    </a:lnTo>
                    <a:lnTo>
                      <a:pt x="2971" y="30241"/>
                    </a:lnTo>
                    <a:lnTo>
                      <a:pt x="2695" y="30684"/>
                    </a:lnTo>
                    <a:lnTo>
                      <a:pt x="2436" y="31145"/>
                    </a:lnTo>
                    <a:lnTo>
                      <a:pt x="2178" y="31607"/>
                    </a:lnTo>
                    <a:lnTo>
                      <a:pt x="1938" y="32068"/>
                    </a:lnTo>
                    <a:lnTo>
                      <a:pt x="1717" y="32548"/>
                    </a:lnTo>
                    <a:lnTo>
                      <a:pt x="1514" y="33027"/>
                    </a:lnTo>
                    <a:lnTo>
                      <a:pt x="1311" y="33507"/>
                    </a:lnTo>
                    <a:lnTo>
                      <a:pt x="1126" y="34005"/>
                    </a:lnTo>
                    <a:lnTo>
                      <a:pt x="942" y="34522"/>
                    </a:lnTo>
                    <a:lnTo>
                      <a:pt x="776" y="35020"/>
                    </a:lnTo>
                    <a:lnTo>
                      <a:pt x="628" y="35537"/>
                    </a:lnTo>
                    <a:lnTo>
                      <a:pt x="499" y="36072"/>
                    </a:lnTo>
                    <a:lnTo>
                      <a:pt x="370" y="36607"/>
                    </a:lnTo>
                    <a:lnTo>
                      <a:pt x="259" y="37142"/>
                    </a:lnTo>
                    <a:lnTo>
                      <a:pt x="167" y="37695"/>
                    </a:lnTo>
                    <a:lnTo>
                      <a:pt x="75" y="38267"/>
                    </a:lnTo>
                    <a:lnTo>
                      <a:pt x="1" y="38821"/>
                    </a:lnTo>
                    <a:lnTo>
                      <a:pt x="38" y="42511"/>
                    </a:lnTo>
                    <a:lnTo>
                      <a:pt x="56" y="45556"/>
                    </a:lnTo>
                    <a:lnTo>
                      <a:pt x="75" y="51146"/>
                    </a:lnTo>
                    <a:lnTo>
                      <a:pt x="425" y="50334"/>
                    </a:lnTo>
                    <a:lnTo>
                      <a:pt x="813" y="49541"/>
                    </a:lnTo>
                    <a:lnTo>
                      <a:pt x="1200" y="48766"/>
                    </a:lnTo>
                    <a:lnTo>
                      <a:pt x="1625" y="48028"/>
                    </a:lnTo>
                    <a:lnTo>
                      <a:pt x="2067" y="47308"/>
                    </a:lnTo>
                    <a:lnTo>
                      <a:pt x="2529" y="46607"/>
                    </a:lnTo>
                    <a:lnTo>
                      <a:pt x="3008" y="45943"/>
                    </a:lnTo>
                    <a:lnTo>
                      <a:pt x="3507" y="45279"/>
                    </a:lnTo>
                    <a:lnTo>
                      <a:pt x="4023" y="44651"/>
                    </a:lnTo>
                    <a:lnTo>
                      <a:pt x="4558" y="44043"/>
                    </a:lnTo>
                    <a:lnTo>
                      <a:pt x="5130" y="43452"/>
                    </a:lnTo>
                    <a:lnTo>
                      <a:pt x="5721" y="42880"/>
                    </a:lnTo>
                    <a:lnTo>
                      <a:pt x="6330" y="42345"/>
                    </a:lnTo>
                    <a:lnTo>
                      <a:pt x="6957" y="41810"/>
                    </a:lnTo>
                    <a:lnTo>
                      <a:pt x="7603" y="41293"/>
                    </a:lnTo>
                    <a:lnTo>
                      <a:pt x="8285" y="40795"/>
                    </a:lnTo>
                    <a:lnTo>
                      <a:pt x="8986" y="40315"/>
                    </a:lnTo>
                    <a:lnTo>
                      <a:pt x="9706" y="39854"/>
                    </a:lnTo>
                    <a:lnTo>
                      <a:pt x="10463" y="39411"/>
                    </a:lnTo>
                    <a:lnTo>
                      <a:pt x="11238" y="38987"/>
                    </a:lnTo>
                    <a:lnTo>
                      <a:pt x="12031" y="38563"/>
                    </a:lnTo>
                    <a:lnTo>
                      <a:pt x="12843" y="38175"/>
                    </a:lnTo>
                    <a:lnTo>
                      <a:pt x="13691" y="37788"/>
                    </a:lnTo>
                    <a:lnTo>
                      <a:pt x="14577" y="37400"/>
                    </a:lnTo>
                    <a:lnTo>
                      <a:pt x="15481" y="37050"/>
                    </a:lnTo>
                    <a:lnTo>
                      <a:pt x="16404" y="36699"/>
                    </a:lnTo>
                    <a:lnTo>
                      <a:pt x="17345" y="36367"/>
                    </a:lnTo>
                    <a:lnTo>
                      <a:pt x="18341" y="36035"/>
                    </a:lnTo>
                    <a:lnTo>
                      <a:pt x="19337" y="35721"/>
                    </a:lnTo>
                    <a:lnTo>
                      <a:pt x="20371" y="35408"/>
                    </a:lnTo>
                    <a:lnTo>
                      <a:pt x="21441" y="35112"/>
                    </a:lnTo>
                    <a:lnTo>
                      <a:pt x="22529" y="34836"/>
                    </a:lnTo>
                    <a:lnTo>
                      <a:pt x="23655" y="34559"/>
                    </a:lnTo>
                    <a:lnTo>
                      <a:pt x="24799" y="34282"/>
                    </a:lnTo>
                    <a:lnTo>
                      <a:pt x="25980" y="34024"/>
                    </a:lnTo>
                    <a:lnTo>
                      <a:pt x="27179" y="33765"/>
                    </a:lnTo>
                    <a:lnTo>
                      <a:pt x="28415" y="33507"/>
                    </a:lnTo>
                    <a:lnTo>
                      <a:pt x="29688" y="33267"/>
                    </a:lnTo>
                    <a:lnTo>
                      <a:pt x="32308" y="32787"/>
                    </a:lnTo>
                    <a:lnTo>
                      <a:pt x="35058" y="32326"/>
                    </a:lnTo>
                    <a:lnTo>
                      <a:pt x="37936" y="31865"/>
                    </a:lnTo>
                    <a:lnTo>
                      <a:pt x="40925" y="31422"/>
                    </a:lnTo>
                    <a:lnTo>
                      <a:pt x="44062" y="30979"/>
                    </a:lnTo>
                    <a:lnTo>
                      <a:pt x="47328" y="30536"/>
                    </a:lnTo>
                    <a:lnTo>
                      <a:pt x="50741" y="30094"/>
                    </a:lnTo>
                    <a:lnTo>
                      <a:pt x="57955" y="29153"/>
                    </a:lnTo>
                    <a:lnTo>
                      <a:pt x="65760" y="28138"/>
                    </a:lnTo>
                    <a:lnTo>
                      <a:pt x="69875" y="27584"/>
                    </a:lnTo>
                    <a:lnTo>
                      <a:pt x="74137" y="26994"/>
                    </a:lnTo>
                    <a:lnTo>
                      <a:pt x="73546" y="26108"/>
                    </a:lnTo>
                    <a:lnTo>
                      <a:pt x="72808" y="24946"/>
                    </a:lnTo>
                    <a:lnTo>
                      <a:pt x="71941" y="23525"/>
                    </a:lnTo>
                    <a:lnTo>
                      <a:pt x="70963" y="21883"/>
                    </a:lnTo>
                    <a:lnTo>
                      <a:pt x="68786" y="18156"/>
                    </a:lnTo>
                    <a:lnTo>
                      <a:pt x="66406" y="14060"/>
                    </a:lnTo>
                    <a:lnTo>
                      <a:pt x="63989" y="9890"/>
                    </a:lnTo>
                    <a:lnTo>
                      <a:pt x="61701" y="5941"/>
                    </a:lnTo>
                    <a:lnTo>
                      <a:pt x="60649" y="4170"/>
                    </a:lnTo>
                    <a:lnTo>
                      <a:pt x="59690" y="2546"/>
                    </a:lnTo>
                    <a:lnTo>
                      <a:pt x="58823" y="1144"/>
                    </a:lnTo>
                    <a:lnTo>
                      <a:pt x="58103" y="0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7"/>
              <p:cNvSpPr/>
              <p:nvPr/>
            </p:nvSpPr>
            <p:spPr>
              <a:xfrm>
                <a:off x="4740752" y="4364826"/>
                <a:ext cx="1443783" cy="173764"/>
              </a:xfrm>
              <a:custGeom>
                <a:avLst/>
                <a:gdLst/>
                <a:ahLst/>
                <a:cxnLst/>
                <a:rect l="l" t="t" r="r" b="b"/>
                <a:pathLst>
                  <a:path w="74672" h="8987" extrusionOk="0">
                    <a:moveTo>
                      <a:pt x="1" y="1"/>
                    </a:moveTo>
                    <a:lnTo>
                      <a:pt x="1" y="8986"/>
                    </a:lnTo>
                    <a:lnTo>
                      <a:pt x="74672" y="8986"/>
                    </a:lnTo>
                    <a:lnTo>
                      <a:pt x="74672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7"/>
              <p:cNvSpPr/>
              <p:nvPr/>
            </p:nvSpPr>
            <p:spPr>
              <a:xfrm>
                <a:off x="4550612" y="4090481"/>
                <a:ext cx="1791968" cy="508394"/>
              </a:xfrm>
              <a:custGeom>
                <a:avLst/>
                <a:gdLst/>
                <a:ahLst/>
                <a:cxnLst/>
                <a:rect l="l" t="t" r="r" b="b"/>
                <a:pathLst>
                  <a:path w="92680" h="26294" extrusionOk="0">
                    <a:moveTo>
                      <a:pt x="26312" y="1"/>
                    </a:moveTo>
                    <a:lnTo>
                      <a:pt x="25463" y="19"/>
                    </a:lnTo>
                    <a:lnTo>
                      <a:pt x="24614" y="56"/>
                    </a:lnTo>
                    <a:lnTo>
                      <a:pt x="23765" y="93"/>
                    </a:lnTo>
                    <a:lnTo>
                      <a:pt x="22935" y="167"/>
                    </a:lnTo>
                    <a:lnTo>
                      <a:pt x="22105" y="259"/>
                    </a:lnTo>
                    <a:lnTo>
                      <a:pt x="21275" y="388"/>
                    </a:lnTo>
                    <a:lnTo>
                      <a:pt x="20444" y="517"/>
                    </a:lnTo>
                    <a:lnTo>
                      <a:pt x="19614" y="683"/>
                    </a:lnTo>
                    <a:lnTo>
                      <a:pt x="18802" y="868"/>
                    </a:lnTo>
                    <a:lnTo>
                      <a:pt x="17990" y="1071"/>
                    </a:lnTo>
                    <a:lnTo>
                      <a:pt x="17197" y="1311"/>
                    </a:lnTo>
                    <a:lnTo>
                      <a:pt x="16385" y="1569"/>
                    </a:lnTo>
                    <a:lnTo>
                      <a:pt x="15592" y="1864"/>
                    </a:lnTo>
                    <a:lnTo>
                      <a:pt x="14817" y="2178"/>
                    </a:lnTo>
                    <a:lnTo>
                      <a:pt x="14023" y="2529"/>
                    </a:lnTo>
                    <a:lnTo>
                      <a:pt x="13248" y="2898"/>
                    </a:lnTo>
                    <a:lnTo>
                      <a:pt x="12492" y="3304"/>
                    </a:lnTo>
                    <a:lnTo>
                      <a:pt x="11717" y="3728"/>
                    </a:lnTo>
                    <a:lnTo>
                      <a:pt x="10960" y="4189"/>
                    </a:lnTo>
                    <a:lnTo>
                      <a:pt x="10222" y="4687"/>
                    </a:lnTo>
                    <a:lnTo>
                      <a:pt x="9466" y="5222"/>
                    </a:lnTo>
                    <a:lnTo>
                      <a:pt x="8728" y="5776"/>
                    </a:lnTo>
                    <a:lnTo>
                      <a:pt x="8008" y="6366"/>
                    </a:lnTo>
                    <a:lnTo>
                      <a:pt x="7289" y="6975"/>
                    </a:lnTo>
                    <a:lnTo>
                      <a:pt x="6569" y="7639"/>
                    </a:lnTo>
                    <a:lnTo>
                      <a:pt x="5850" y="8322"/>
                    </a:lnTo>
                    <a:lnTo>
                      <a:pt x="5148" y="9060"/>
                    </a:lnTo>
                    <a:lnTo>
                      <a:pt x="4466" y="9817"/>
                    </a:lnTo>
                    <a:lnTo>
                      <a:pt x="3765" y="10629"/>
                    </a:lnTo>
                    <a:lnTo>
                      <a:pt x="3100" y="11459"/>
                    </a:lnTo>
                    <a:lnTo>
                      <a:pt x="2418" y="12326"/>
                    </a:lnTo>
                    <a:lnTo>
                      <a:pt x="1753" y="13249"/>
                    </a:lnTo>
                    <a:lnTo>
                      <a:pt x="1108" y="14190"/>
                    </a:lnTo>
                    <a:lnTo>
                      <a:pt x="794" y="15204"/>
                    </a:lnTo>
                    <a:lnTo>
                      <a:pt x="536" y="16127"/>
                    </a:lnTo>
                    <a:lnTo>
                      <a:pt x="333" y="16994"/>
                    </a:lnTo>
                    <a:lnTo>
                      <a:pt x="185" y="17769"/>
                    </a:lnTo>
                    <a:lnTo>
                      <a:pt x="74" y="18507"/>
                    </a:lnTo>
                    <a:lnTo>
                      <a:pt x="19" y="19171"/>
                    </a:lnTo>
                    <a:lnTo>
                      <a:pt x="1" y="19762"/>
                    </a:lnTo>
                    <a:lnTo>
                      <a:pt x="19" y="20038"/>
                    </a:lnTo>
                    <a:lnTo>
                      <a:pt x="38" y="20297"/>
                    </a:lnTo>
                    <a:lnTo>
                      <a:pt x="74" y="20555"/>
                    </a:lnTo>
                    <a:lnTo>
                      <a:pt x="111" y="20795"/>
                    </a:lnTo>
                    <a:lnTo>
                      <a:pt x="167" y="21016"/>
                    </a:lnTo>
                    <a:lnTo>
                      <a:pt x="222" y="21219"/>
                    </a:lnTo>
                    <a:lnTo>
                      <a:pt x="296" y="21422"/>
                    </a:lnTo>
                    <a:lnTo>
                      <a:pt x="388" y="21588"/>
                    </a:lnTo>
                    <a:lnTo>
                      <a:pt x="480" y="21773"/>
                    </a:lnTo>
                    <a:lnTo>
                      <a:pt x="573" y="21920"/>
                    </a:lnTo>
                    <a:lnTo>
                      <a:pt x="683" y="22068"/>
                    </a:lnTo>
                    <a:lnTo>
                      <a:pt x="812" y="22197"/>
                    </a:lnTo>
                    <a:lnTo>
                      <a:pt x="942" y="22326"/>
                    </a:lnTo>
                    <a:lnTo>
                      <a:pt x="1089" y="22437"/>
                    </a:lnTo>
                    <a:lnTo>
                      <a:pt x="1237" y="22529"/>
                    </a:lnTo>
                    <a:lnTo>
                      <a:pt x="1384" y="22622"/>
                    </a:lnTo>
                    <a:lnTo>
                      <a:pt x="1550" y="22714"/>
                    </a:lnTo>
                    <a:lnTo>
                      <a:pt x="1717" y="22769"/>
                    </a:lnTo>
                    <a:lnTo>
                      <a:pt x="1901" y="22843"/>
                    </a:lnTo>
                    <a:lnTo>
                      <a:pt x="2086" y="22898"/>
                    </a:lnTo>
                    <a:lnTo>
                      <a:pt x="2491" y="22972"/>
                    </a:lnTo>
                    <a:lnTo>
                      <a:pt x="2916" y="23009"/>
                    </a:lnTo>
                    <a:lnTo>
                      <a:pt x="3377" y="23009"/>
                    </a:lnTo>
                    <a:lnTo>
                      <a:pt x="3857" y="22991"/>
                    </a:lnTo>
                    <a:lnTo>
                      <a:pt x="4355" y="22954"/>
                    </a:lnTo>
                    <a:lnTo>
                      <a:pt x="4890" y="22880"/>
                    </a:lnTo>
                    <a:lnTo>
                      <a:pt x="5444" y="22788"/>
                    </a:lnTo>
                    <a:lnTo>
                      <a:pt x="6016" y="22677"/>
                    </a:lnTo>
                    <a:lnTo>
                      <a:pt x="6606" y="22529"/>
                    </a:lnTo>
                    <a:lnTo>
                      <a:pt x="7824" y="22234"/>
                    </a:lnTo>
                    <a:lnTo>
                      <a:pt x="9115" y="21884"/>
                    </a:lnTo>
                    <a:lnTo>
                      <a:pt x="10444" y="21496"/>
                    </a:lnTo>
                    <a:lnTo>
                      <a:pt x="10887" y="21256"/>
                    </a:lnTo>
                    <a:lnTo>
                      <a:pt x="11348" y="21035"/>
                    </a:lnTo>
                    <a:lnTo>
                      <a:pt x="11809" y="20832"/>
                    </a:lnTo>
                    <a:lnTo>
                      <a:pt x="12307" y="20629"/>
                    </a:lnTo>
                    <a:lnTo>
                      <a:pt x="12806" y="20426"/>
                    </a:lnTo>
                    <a:lnTo>
                      <a:pt x="13304" y="20260"/>
                    </a:lnTo>
                    <a:lnTo>
                      <a:pt x="13839" y="20094"/>
                    </a:lnTo>
                    <a:lnTo>
                      <a:pt x="14374" y="19928"/>
                    </a:lnTo>
                    <a:lnTo>
                      <a:pt x="14927" y="19780"/>
                    </a:lnTo>
                    <a:lnTo>
                      <a:pt x="15481" y="19651"/>
                    </a:lnTo>
                    <a:lnTo>
                      <a:pt x="16071" y="19522"/>
                    </a:lnTo>
                    <a:lnTo>
                      <a:pt x="16662" y="19411"/>
                    </a:lnTo>
                    <a:lnTo>
                      <a:pt x="17252" y="19300"/>
                    </a:lnTo>
                    <a:lnTo>
                      <a:pt x="17861" y="19208"/>
                    </a:lnTo>
                    <a:lnTo>
                      <a:pt x="19134" y="19042"/>
                    </a:lnTo>
                    <a:lnTo>
                      <a:pt x="20426" y="18913"/>
                    </a:lnTo>
                    <a:lnTo>
                      <a:pt x="21773" y="18821"/>
                    </a:lnTo>
                    <a:lnTo>
                      <a:pt x="23157" y="18765"/>
                    </a:lnTo>
                    <a:lnTo>
                      <a:pt x="24577" y="18728"/>
                    </a:lnTo>
                    <a:lnTo>
                      <a:pt x="26035" y="18747"/>
                    </a:lnTo>
                    <a:lnTo>
                      <a:pt x="27511" y="18765"/>
                    </a:lnTo>
                    <a:lnTo>
                      <a:pt x="29042" y="18821"/>
                    </a:lnTo>
                    <a:lnTo>
                      <a:pt x="30592" y="18913"/>
                    </a:lnTo>
                    <a:lnTo>
                      <a:pt x="32161" y="19024"/>
                    </a:lnTo>
                    <a:lnTo>
                      <a:pt x="33747" y="19153"/>
                    </a:lnTo>
                    <a:lnTo>
                      <a:pt x="35371" y="19300"/>
                    </a:lnTo>
                    <a:lnTo>
                      <a:pt x="37013" y="19467"/>
                    </a:lnTo>
                    <a:lnTo>
                      <a:pt x="38674" y="19669"/>
                    </a:lnTo>
                    <a:lnTo>
                      <a:pt x="40334" y="19872"/>
                    </a:lnTo>
                    <a:lnTo>
                      <a:pt x="42032" y="20094"/>
                    </a:lnTo>
                    <a:lnTo>
                      <a:pt x="43729" y="20334"/>
                    </a:lnTo>
                    <a:lnTo>
                      <a:pt x="47143" y="20832"/>
                    </a:lnTo>
                    <a:lnTo>
                      <a:pt x="50575" y="21367"/>
                    </a:lnTo>
                    <a:lnTo>
                      <a:pt x="54025" y="21939"/>
                    </a:lnTo>
                    <a:lnTo>
                      <a:pt x="57438" y="22511"/>
                    </a:lnTo>
                    <a:lnTo>
                      <a:pt x="62918" y="23452"/>
                    </a:lnTo>
                    <a:lnTo>
                      <a:pt x="65612" y="23895"/>
                    </a:lnTo>
                    <a:lnTo>
                      <a:pt x="68251" y="24319"/>
                    </a:lnTo>
                    <a:lnTo>
                      <a:pt x="70815" y="24725"/>
                    </a:lnTo>
                    <a:lnTo>
                      <a:pt x="73343" y="25094"/>
                    </a:lnTo>
                    <a:lnTo>
                      <a:pt x="75760" y="25445"/>
                    </a:lnTo>
                    <a:lnTo>
                      <a:pt x="78122" y="25721"/>
                    </a:lnTo>
                    <a:lnTo>
                      <a:pt x="79247" y="25851"/>
                    </a:lnTo>
                    <a:lnTo>
                      <a:pt x="80373" y="25961"/>
                    </a:lnTo>
                    <a:lnTo>
                      <a:pt x="81462" y="26053"/>
                    </a:lnTo>
                    <a:lnTo>
                      <a:pt x="82513" y="26146"/>
                    </a:lnTo>
                    <a:lnTo>
                      <a:pt x="83547" y="26201"/>
                    </a:lnTo>
                    <a:lnTo>
                      <a:pt x="84543" y="26256"/>
                    </a:lnTo>
                    <a:lnTo>
                      <a:pt x="85521" y="26275"/>
                    </a:lnTo>
                    <a:lnTo>
                      <a:pt x="86462" y="26293"/>
                    </a:lnTo>
                    <a:lnTo>
                      <a:pt x="87366" y="26293"/>
                    </a:lnTo>
                    <a:lnTo>
                      <a:pt x="88233" y="26256"/>
                    </a:lnTo>
                    <a:lnTo>
                      <a:pt x="89082" y="26201"/>
                    </a:lnTo>
                    <a:lnTo>
                      <a:pt x="89875" y="26146"/>
                    </a:lnTo>
                    <a:lnTo>
                      <a:pt x="90632" y="26053"/>
                    </a:lnTo>
                    <a:lnTo>
                      <a:pt x="91351" y="25924"/>
                    </a:lnTo>
                    <a:lnTo>
                      <a:pt x="92034" y="25795"/>
                    </a:lnTo>
                    <a:lnTo>
                      <a:pt x="92680" y="25629"/>
                    </a:lnTo>
                    <a:lnTo>
                      <a:pt x="92145" y="24836"/>
                    </a:lnTo>
                    <a:lnTo>
                      <a:pt x="91610" y="24042"/>
                    </a:lnTo>
                    <a:lnTo>
                      <a:pt x="91111" y="23212"/>
                    </a:lnTo>
                    <a:lnTo>
                      <a:pt x="90613" y="22382"/>
                    </a:lnTo>
                    <a:lnTo>
                      <a:pt x="90134" y="21551"/>
                    </a:lnTo>
                    <a:lnTo>
                      <a:pt x="89672" y="20684"/>
                    </a:lnTo>
                    <a:lnTo>
                      <a:pt x="89211" y="19836"/>
                    </a:lnTo>
                    <a:lnTo>
                      <a:pt x="88768" y="18968"/>
                    </a:lnTo>
                    <a:lnTo>
                      <a:pt x="88344" y="18101"/>
                    </a:lnTo>
                    <a:lnTo>
                      <a:pt x="87919" y="17234"/>
                    </a:lnTo>
                    <a:lnTo>
                      <a:pt x="87126" y="15500"/>
                    </a:lnTo>
                    <a:lnTo>
                      <a:pt x="86351" y="13802"/>
                    </a:lnTo>
                    <a:lnTo>
                      <a:pt x="85632" y="12142"/>
                    </a:lnTo>
                    <a:lnTo>
                      <a:pt x="84691" y="12197"/>
                    </a:lnTo>
                    <a:lnTo>
                      <a:pt x="83750" y="12234"/>
                    </a:lnTo>
                    <a:lnTo>
                      <a:pt x="81831" y="12234"/>
                    </a:lnTo>
                    <a:lnTo>
                      <a:pt x="80871" y="12197"/>
                    </a:lnTo>
                    <a:lnTo>
                      <a:pt x="79912" y="12142"/>
                    </a:lnTo>
                    <a:lnTo>
                      <a:pt x="78952" y="12068"/>
                    </a:lnTo>
                    <a:lnTo>
                      <a:pt x="77974" y="11975"/>
                    </a:lnTo>
                    <a:lnTo>
                      <a:pt x="77015" y="11865"/>
                    </a:lnTo>
                    <a:lnTo>
                      <a:pt x="76037" y="11736"/>
                    </a:lnTo>
                    <a:lnTo>
                      <a:pt x="75059" y="11606"/>
                    </a:lnTo>
                    <a:lnTo>
                      <a:pt x="74081" y="11440"/>
                    </a:lnTo>
                    <a:lnTo>
                      <a:pt x="73103" y="11274"/>
                    </a:lnTo>
                    <a:lnTo>
                      <a:pt x="72125" y="11071"/>
                    </a:lnTo>
                    <a:lnTo>
                      <a:pt x="71148" y="10887"/>
                    </a:lnTo>
                    <a:lnTo>
                      <a:pt x="70151" y="10665"/>
                    </a:lnTo>
                    <a:lnTo>
                      <a:pt x="68177" y="10204"/>
                    </a:lnTo>
                    <a:lnTo>
                      <a:pt x="66203" y="9688"/>
                    </a:lnTo>
                    <a:lnTo>
                      <a:pt x="64228" y="9152"/>
                    </a:lnTo>
                    <a:lnTo>
                      <a:pt x="62236" y="8580"/>
                    </a:lnTo>
                    <a:lnTo>
                      <a:pt x="60243" y="7990"/>
                    </a:lnTo>
                    <a:lnTo>
                      <a:pt x="58269" y="7381"/>
                    </a:lnTo>
                    <a:lnTo>
                      <a:pt x="54283" y="6127"/>
                    </a:lnTo>
                    <a:lnTo>
                      <a:pt x="50575" y="4946"/>
                    </a:lnTo>
                    <a:lnTo>
                      <a:pt x="48730" y="4374"/>
                    </a:lnTo>
                    <a:lnTo>
                      <a:pt x="46866" y="3802"/>
                    </a:lnTo>
                    <a:lnTo>
                      <a:pt x="45039" y="3267"/>
                    </a:lnTo>
                    <a:lnTo>
                      <a:pt x="43194" y="2750"/>
                    </a:lnTo>
                    <a:lnTo>
                      <a:pt x="41368" y="2252"/>
                    </a:lnTo>
                    <a:lnTo>
                      <a:pt x="39559" y="1809"/>
                    </a:lnTo>
                    <a:lnTo>
                      <a:pt x="37751" y="1385"/>
                    </a:lnTo>
                    <a:lnTo>
                      <a:pt x="36847" y="1200"/>
                    </a:lnTo>
                    <a:lnTo>
                      <a:pt x="35962" y="1016"/>
                    </a:lnTo>
                    <a:lnTo>
                      <a:pt x="35057" y="850"/>
                    </a:lnTo>
                    <a:lnTo>
                      <a:pt x="34172" y="702"/>
                    </a:lnTo>
                    <a:lnTo>
                      <a:pt x="33286" y="554"/>
                    </a:lnTo>
                    <a:lnTo>
                      <a:pt x="32400" y="425"/>
                    </a:lnTo>
                    <a:lnTo>
                      <a:pt x="31515" y="314"/>
                    </a:lnTo>
                    <a:lnTo>
                      <a:pt x="30648" y="222"/>
                    </a:lnTo>
                    <a:lnTo>
                      <a:pt x="29762" y="148"/>
                    </a:lnTo>
                    <a:lnTo>
                      <a:pt x="28895" y="93"/>
                    </a:lnTo>
                    <a:lnTo>
                      <a:pt x="28028" y="38"/>
                    </a:lnTo>
                    <a:lnTo>
                      <a:pt x="27179" y="19"/>
                    </a:lnTo>
                    <a:lnTo>
                      <a:pt x="26312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7"/>
              <p:cNvSpPr/>
              <p:nvPr/>
            </p:nvSpPr>
            <p:spPr>
              <a:xfrm>
                <a:off x="4550612" y="4090481"/>
                <a:ext cx="1791968" cy="508394"/>
              </a:xfrm>
              <a:custGeom>
                <a:avLst/>
                <a:gdLst/>
                <a:ahLst/>
                <a:cxnLst/>
                <a:rect l="l" t="t" r="r" b="b"/>
                <a:pathLst>
                  <a:path w="92680" h="26294" fill="none" extrusionOk="0">
                    <a:moveTo>
                      <a:pt x="92680" y="25629"/>
                    </a:moveTo>
                    <a:lnTo>
                      <a:pt x="92680" y="25629"/>
                    </a:lnTo>
                    <a:lnTo>
                      <a:pt x="92034" y="25795"/>
                    </a:lnTo>
                    <a:lnTo>
                      <a:pt x="91351" y="25924"/>
                    </a:lnTo>
                    <a:lnTo>
                      <a:pt x="90632" y="26053"/>
                    </a:lnTo>
                    <a:lnTo>
                      <a:pt x="89875" y="26146"/>
                    </a:lnTo>
                    <a:lnTo>
                      <a:pt x="89082" y="26201"/>
                    </a:lnTo>
                    <a:lnTo>
                      <a:pt x="88233" y="26256"/>
                    </a:lnTo>
                    <a:lnTo>
                      <a:pt x="87366" y="26293"/>
                    </a:lnTo>
                    <a:lnTo>
                      <a:pt x="86462" y="26293"/>
                    </a:lnTo>
                    <a:lnTo>
                      <a:pt x="85521" y="26275"/>
                    </a:lnTo>
                    <a:lnTo>
                      <a:pt x="84543" y="26256"/>
                    </a:lnTo>
                    <a:lnTo>
                      <a:pt x="83547" y="26201"/>
                    </a:lnTo>
                    <a:lnTo>
                      <a:pt x="82513" y="26146"/>
                    </a:lnTo>
                    <a:lnTo>
                      <a:pt x="81462" y="26053"/>
                    </a:lnTo>
                    <a:lnTo>
                      <a:pt x="80373" y="25961"/>
                    </a:lnTo>
                    <a:lnTo>
                      <a:pt x="79247" y="25851"/>
                    </a:lnTo>
                    <a:lnTo>
                      <a:pt x="78122" y="25721"/>
                    </a:lnTo>
                    <a:lnTo>
                      <a:pt x="75760" y="25445"/>
                    </a:lnTo>
                    <a:lnTo>
                      <a:pt x="73343" y="25094"/>
                    </a:lnTo>
                    <a:lnTo>
                      <a:pt x="70815" y="24725"/>
                    </a:lnTo>
                    <a:lnTo>
                      <a:pt x="68251" y="24319"/>
                    </a:lnTo>
                    <a:lnTo>
                      <a:pt x="65612" y="23895"/>
                    </a:lnTo>
                    <a:lnTo>
                      <a:pt x="62918" y="23452"/>
                    </a:lnTo>
                    <a:lnTo>
                      <a:pt x="57438" y="22511"/>
                    </a:lnTo>
                    <a:lnTo>
                      <a:pt x="57438" y="22511"/>
                    </a:lnTo>
                    <a:lnTo>
                      <a:pt x="54025" y="21939"/>
                    </a:lnTo>
                    <a:lnTo>
                      <a:pt x="50575" y="21367"/>
                    </a:lnTo>
                    <a:lnTo>
                      <a:pt x="47143" y="20832"/>
                    </a:lnTo>
                    <a:lnTo>
                      <a:pt x="43729" y="20334"/>
                    </a:lnTo>
                    <a:lnTo>
                      <a:pt x="42032" y="20094"/>
                    </a:lnTo>
                    <a:lnTo>
                      <a:pt x="40334" y="19872"/>
                    </a:lnTo>
                    <a:lnTo>
                      <a:pt x="38674" y="19669"/>
                    </a:lnTo>
                    <a:lnTo>
                      <a:pt x="37013" y="19467"/>
                    </a:lnTo>
                    <a:lnTo>
                      <a:pt x="35371" y="19300"/>
                    </a:lnTo>
                    <a:lnTo>
                      <a:pt x="33747" y="19153"/>
                    </a:lnTo>
                    <a:lnTo>
                      <a:pt x="32161" y="19024"/>
                    </a:lnTo>
                    <a:lnTo>
                      <a:pt x="30592" y="18913"/>
                    </a:lnTo>
                    <a:lnTo>
                      <a:pt x="29042" y="18821"/>
                    </a:lnTo>
                    <a:lnTo>
                      <a:pt x="27511" y="18765"/>
                    </a:lnTo>
                    <a:lnTo>
                      <a:pt x="26035" y="18747"/>
                    </a:lnTo>
                    <a:lnTo>
                      <a:pt x="24577" y="18728"/>
                    </a:lnTo>
                    <a:lnTo>
                      <a:pt x="23157" y="18765"/>
                    </a:lnTo>
                    <a:lnTo>
                      <a:pt x="21773" y="18821"/>
                    </a:lnTo>
                    <a:lnTo>
                      <a:pt x="20426" y="18913"/>
                    </a:lnTo>
                    <a:lnTo>
                      <a:pt x="19134" y="19042"/>
                    </a:lnTo>
                    <a:lnTo>
                      <a:pt x="17861" y="19208"/>
                    </a:lnTo>
                    <a:lnTo>
                      <a:pt x="17252" y="19300"/>
                    </a:lnTo>
                    <a:lnTo>
                      <a:pt x="16662" y="19411"/>
                    </a:lnTo>
                    <a:lnTo>
                      <a:pt x="16071" y="19522"/>
                    </a:lnTo>
                    <a:lnTo>
                      <a:pt x="15481" y="19651"/>
                    </a:lnTo>
                    <a:lnTo>
                      <a:pt x="14927" y="19780"/>
                    </a:lnTo>
                    <a:lnTo>
                      <a:pt x="14374" y="19928"/>
                    </a:lnTo>
                    <a:lnTo>
                      <a:pt x="13839" y="20094"/>
                    </a:lnTo>
                    <a:lnTo>
                      <a:pt x="13304" y="20260"/>
                    </a:lnTo>
                    <a:lnTo>
                      <a:pt x="12806" y="20426"/>
                    </a:lnTo>
                    <a:lnTo>
                      <a:pt x="12307" y="20629"/>
                    </a:lnTo>
                    <a:lnTo>
                      <a:pt x="11809" y="20832"/>
                    </a:lnTo>
                    <a:lnTo>
                      <a:pt x="11348" y="21035"/>
                    </a:lnTo>
                    <a:lnTo>
                      <a:pt x="10887" y="21256"/>
                    </a:lnTo>
                    <a:lnTo>
                      <a:pt x="10444" y="21496"/>
                    </a:lnTo>
                    <a:lnTo>
                      <a:pt x="10444" y="21496"/>
                    </a:lnTo>
                    <a:lnTo>
                      <a:pt x="9115" y="21884"/>
                    </a:lnTo>
                    <a:lnTo>
                      <a:pt x="7824" y="22234"/>
                    </a:lnTo>
                    <a:lnTo>
                      <a:pt x="6606" y="22529"/>
                    </a:lnTo>
                    <a:lnTo>
                      <a:pt x="6016" y="22677"/>
                    </a:lnTo>
                    <a:lnTo>
                      <a:pt x="5444" y="22788"/>
                    </a:lnTo>
                    <a:lnTo>
                      <a:pt x="4890" y="22880"/>
                    </a:lnTo>
                    <a:lnTo>
                      <a:pt x="4355" y="22954"/>
                    </a:lnTo>
                    <a:lnTo>
                      <a:pt x="3857" y="22991"/>
                    </a:lnTo>
                    <a:lnTo>
                      <a:pt x="3377" y="23009"/>
                    </a:lnTo>
                    <a:lnTo>
                      <a:pt x="2916" y="23009"/>
                    </a:lnTo>
                    <a:lnTo>
                      <a:pt x="2491" y="22972"/>
                    </a:lnTo>
                    <a:lnTo>
                      <a:pt x="2086" y="22898"/>
                    </a:lnTo>
                    <a:lnTo>
                      <a:pt x="1901" y="22843"/>
                    </a:lnTo>
                    <a:lnTo>
                      <a:pt x="1717" y="22769"/>
                    </a:lnTo>
                    <a:lnTo>
                      <a:pt x="1550" y="22714"/>
                    </a:lnTo>
                    <a:lnTo>
                      <a:pt x="1384" y="22622"/>
                    </a:lnTo>
                    <a:lnTo>
                      <a:pt x="1237" y="22529"/>
                    </a:lnTo>
                    <a:lnTo>
                      <a:pt x="1089" y="22437"/>
                    </a:lnTo>
                    <a:lnTo>
                      <a:pt x="942" y="22326"/>
                    </a:lnTo>
                    <a:lnTo>
                      <a:pt x="812" y="22197"/>
                    </a:lnTo>
                    <a:lnTo>
                      <a:pt x="683" y="22068"/>
                    </a:lnTo>
                    <a:lnTo>
                      <a:pt x="573" y="21920"/>
                    </a:lnTo>
                    <a:lnTo>
                      <a:pt x="480" y="21773"/>
                    </a:lnTo>
                    <a:lnTo>
                      <a:pt x="388" y="21588"/>
                    </a:lnTo>
                    <a:lnTo>
                      <a:pt x="296" y="21422"/>
                    </a:lnTo>
                    <a:lnTo>
                      <a:pt x="222" y="21219"/>
                    </a:lnTo>
                    <a:lnTo>
                      <a:pt x="167" y="21016"/>
                    </a:lnTo>
                    <a:lnTo>
                      <a:pt x="111" y="20795"/>
                    </a:lnTo>
                    <a:lnTo>
                      <a:pt x="74" y="20555"/>
                    </a:lnTo>
                    <a:lnTo>
                      <a:pt x="38" y="20297"/>
                    </a:lnTo>
                    <a:lnTo>
                      <a:pt x="19" y="20038"/>
                    </a:lnTo>
                    <a:lnTo>
                      <a:pt x="1" y="19762"/>
                    </a:lnTo>
                    <a:lnTo>
                      <a:pt x="19" y="19171"/>
                    </a:lnTo>
                    <a:lnTo>
                      <a:pt x="74" y="18507"/>
                    </a:lnTo>
                    <a:lnTo>
                      <a:pt x="185" y="17769"/>
                    </a:lnTo>
                    <a:lnTo>
                      <a:pt x="333" y="16994"/>
                    </a:lnTo>
                    <a:lnTo>
                      <a:pt x="536" y="16127"/>
                    </a:lnTo>
                    <a:lnTo>
                      <a:pt x="794" y="15204"/>
                    </a:lnTo>
                    <a:lnTo>
                      <a:pt x="1108" y="14190"/>
                    </a:lnTo>
                    <a:lnTo>
                      <a:pt x="1108" y="14190"/>
                    </a:lnTo>
                    <a:lnTo>
                      <a:pt x="1753" y="13249"/>
                    </a:lnTo>
                    <a:lnTo>
                      <a:pt x="2418" y="12326"/>
                    </a:lnTo>
                    <a:lnTo>
                      <a:pt x="3100" y="11459"/>
                    </a:lnTo>
                    <a:lnTo>
                      <a:pt x="3765" y="10629"/>
                    </a:lnTo>
                    <a:lnTo>
                      <a:pt x="4466" y="9817"/>
                    </a:lnTo>
                    <a:lnTo>
                      <a:pt x="5148" y="9060"/>
                    </a:lnTo>
                    <a:lnTo>
                      <a:pt x="5850" y="8322"/>
                    </a:lnTo>
                    <a:lnTo>
                      <a:pt x="6569" y="7639"/>
                    </a:lnTo>
                    <a:lnTo>
                      <a:pt x="7289" y="6975"/>
                    </a:lnTo>
                    <a:lnTo>
                      <a:pt x="8008" y="6366"/>
                    </a:lnTo>
                    <a:lnTo>
                      <a:pt x="8728" y="5776"/>
                    </a:lnTo>
                    <a:lnTo>
                      <a:pt x="9466" y="5222"/>
                    </a:lnTo>
                    <a:lnTo>
                      <a:pt x="10222" y="4687"/>
                    </a:lnTo>
                    <a:lnTo>
                      <a:pt x="10960" y="4189"/>
                    </a:lnTo>
                    <a:lnTo>
                      <a:pt x="11717" y="3728"/>
                    </a:lnTo>
                    <a:lnTo>
                      <a:pt x="12492" y="3304"/>
                    </a:lnTo>
                    <a:lnTo>
                      <a:pt x="13248" y="2898"/>
                    </a:lnTo>
                    <a:lnTo>
                      <a:pt x="14023" y="2529"/>
                    </a:lnTo>
                    <a:lnTo>
                      <a:pt x="14817" y="2178"/>
                    </a:lnTo>
                    <a:lnTo>
                      <a:pt x="15592" y="1864"/>
                    </a:lnTo>
                    <a:lnTo>
                      <a:pt x="16385" y="1569"/>
                    </a:lnTo>
                    <a:lnTo>
                      <a:pt x="17197" y="1311"/>
                    </a:lnTo>
                    <a:lnTo>
                      <a:pt x="17990" y="1071"/>
                    </a:lnTo>
                    <a:lnTo>
                      <a:pt x="18802" y="868"/>
                    </a:lnTo>
                    <a:lnTo>
                      <a:pt x="19614" y="683"/>
                    </a:lnTo>
                    <a:lnTo>
                      <a:pt x="20444" y="517"/>
                    </a:lnTo>
                    <a:lnTo>
                      <a:pt x="21275" y="388"/>
                    </a:lnTo>
                    <a:lnTo>
                      <a:pt x="22105" y="259"/>
                    </a:lnTo>
                    <a:lnTo>
                      <a:pt x="22935" y="167"/>
                    </a:lnTo>
                    <a:lnTo>
                      <a:pt x="23765" y="93"/>
                    </a:lnTo>
                    <a:lnTo>
                      <a:pt x="24614" y="56"/>
                    </a:lnTo>
                    <a:lnTo>
                      <a:pt x="25463" y="19"/>
                    </a:lnTo>
                    <a:lnTo>
                      <a:pt x="26312" y="1"/>
                    </a:lnTo>
                    <a:lnTo>
                      <a:pt x="27179" y="19"/>
                    </a:lnTo>
                    <a:lnTo>
                      <a:pt x="28028" y="38"/>
                    </a:lnTo>
                    <a:lnTo>
                      <a:pt x="28895" y="93"/>
                    </a:lnTo>
                    <a:lnTo>
                      <a:pt x="29762" y="148"/>
                    </a:lnTo>
                    <a:lnTo>
                      <a:pt x="30648" y="222"/>
                    </a:lnTo>
                    <a:lnTo>
                      <a:pt x="31515" y="314"/>
                    </a:lnTo>
                    <a:lnTo>
                      <a:pt x="32400" y="425"/>
                    </a:lnTo>
                    <a:lnTo>
                      <a:pt x="33286" y="554"/>
                    </a:lnTo>
                    <a:lnTo>
                      <a:pt x="34172" y="702"/>
                    </a:lnTo>
                    <a:lnTo>
                      <a:pt x="35057" y="850"/>
                    </a:lnTo>
                    <a:lnTo>
                      <a:pt x="35962" y="1016"/>
                    </a:lnTo>
                    <a:lnTo>
                      <a:pt x="36847" y="1200"/>
                    </a:lnTo>
                    <a:lnTo>
                      <a:pt x="37751" y="1385"/>
                    </a:lnTo>
                    <a:lnTo>
                      <a:pt x="39559" y="1809"/>
                    </a:lnTo>
                    <a:lnTo>
                      <a:pt x="41368" y="2252"/>
                    </a:lnTo>
                    <a:lnTo>
                      <a:pt x="43194" y="2750"/>
                    </a:lnTo>
                    <a:lnTo>
                      <a:pt x="45039" y="3267"/>
                    </a:lnTo>
                    <a:lnTo>
                      <a:pt x="46866" y="3802"/>
                    </a:lnTo>
                    <a:lnTo>
                      <a:pt x="48730" y="4374"/>
                    </a:lnTo>
                    <a:lnTo>
                      <a:pt x="50575" y="4946"/>
                    </a:lnTo>
                    <a:lnTo>
                      <a:pt x="54283" y="6127"/>
                    </a:lnTo>
                    <a:lnTo>
                      <a:pt x="54283" y="6127"/>
                    </a:lnTo>
                    <a:lnTo>
                      <a:pt x="58269" y="7381"/>
                    </a:lnTo>
                    <a:lnTo>
                      <a:pt x="60243" y="7990"/>
                    </a:lnTo>
                    <a:lnTo>
                      <a:pt x="62236" y="8580"/>
                    </a:lnTo>
                    <a:lnTo>
                      <a:pt x="64228" y="9152"/>
                    </a:lnTo>
                    <a:lnTo>
                      <a:pt x="66203" y="9688"/>
                    </a:lnTo>
                    <a:lnTo>
                      <a:pt x="68177" y="10204"/>
                    </a:lnTo>
                    <a:lnTo>
                      <a:pt x="70151" y="10665"/>
                    </a:lnTo>
                    <a:lnTo>
                      <a:pt x="71148" y="10887"/>
                    </a:lnTo>
                    <a:lnTo>
                      <a:pt x="72125" y="11071"/>
                    </a:lnTo>
                    <a:lnTo>
                      <a:pt x="73103" y="11274"/>
                    </a:lnTo>
                    <a:lnTo>
                      <a:pt x="74081" y="11440"/>
                    </a:lnTo>
                    <a:lnTo>
                      <a:pt x="75059" y="11606"/>
                    </a:lnTo>
                    <a:lnTo>
                      <a:pt x="76037" y="11736"/>
                    </a:lnTo>
                    <a:lnTo>
                      <a:pt x="77015" y="11865"/>
                    </a:lnTo>
                    <a:lnTo>
                      <a:pt x="77974" y="11975"/>
                    </a:lnTo>
                    <a:lnTo>
                      <a:pt x="78952" y="12068"/>
                    </a:lnTo>
                    <a:lnTo>
                      <a:pt x="79912" y="12142"/>
                    </a:lnTo>
                    <a:lnTo>
                      <a:pt x="80871" y="12197"/>
                    </a:lnTo>
                    <a:lnTo>
                      <a:pt x="81831" y="12234"/>
                    </a:lnTo>
                    <a:lnTo>
                      <a:pt x="82790" y="12234"/>
                    </a:lnTo>
                    <a:lnTo>
                      <a:pt x="83750" y="12234"/>
                    </a:lnTo>
                    <a:lnTo>
                      <a:pt x="84691" y="12197"/>
                    </a:lnTo>
                    <a:lnTo>
                      <a:pt x="85632" y="12142"/>
                    </a:lnTo>
                    <a:lnTo>
                      <a:pt x="85632" y="12142"/>
                    </a:lnTo>
                    <a:lnTo>
                      <a:pt x="86351" y="13802"/>
                    </a:lnTo>
                    <a:lnTo>
                      <a:pt x="87126" y="15500"/>
                    </a:lnTo>
                    <a:lnTo>
                      <a:pt x="87919" y="17234"/>
                    </a:lnTo>
                    <a:lnTo>
                      <a:pt x="88344" y="18101"/>
                    </a:lnTo>
                    <a:lnTo>
                      <a:pt x="88768" y="18968"/>
                    </a:lnTo>
                    <a:lnTo>
                      <a:pt x="89211" y="19836"/>
                    </a:lnTo>
                    <a:lnTo>
                      <a:pt x="89672" y="20684"/>
                    </a:lnTo>
                    <a:lnTo>
                      <a:pt x="90134" y="21551"/>
                    </a:lnTo>
                    <a:lnTo>
                      <a:pt x="90613" y="22382"/>
                    </a:lnTo>
                    <a:lnTo>
                      <a:pt x="91111" y="23212"/>
                    </a:lnTo>
                    <a:lnTo>
                      <a:pt x="91610" y="24042"/>
                    </a:lnTo>
                    <a:lnTo>
                      <a:pt x="92145" y="24836"/>
                    </a:lnTo>
                    <a:lnTo>
                      <a:pt x="92680" y="25629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7"/>
              <p:cNvSpPr/>
              <p:nvPr/>
            </p:nvSpPr>
            <p:spPr>
              <a:xfrm>
                <a:off x="2959515" y="3890345"/>
                <a:ext cx="1614298" cy="412435"/>
              </a:xfrm>
              <a:custGeom>
                <a:avLst/>
                <a:gdLst/>
                <a:ahLst/>
                <a:cxnLst/>
                <a:rect l="l" t="t" r="r" b="b"/>
                <a:pathLst>
                  <a:path w="83491" h="21331" extrusionOk="0">
                    <a:moveTo>
                      <a:pt x="59209" y="1"/>
                    </a:moveTo>
                    <a:lnTo>
                      <a:pt x="58029" y="56"/>
                    </a:lnTo>
                    <a:lnTo>
                      <a:pt x="56866" y="130"/>
                    </a:lnTo>
                    <a:lnTo>
                      <a:pt x="55685" y="259"/>
                    </a:lnTo>
                    <a:lnTo>
                      <a:pt x="54486" y="407"/>
                    </a:lnTo>
                    <a:lnTo>
                      <a:pt x="53305" y="573"/>
                    </a:lnTo>
                    <a:lnTo>
                      <a:pt x="52106" y="794"/>
                    </a:lnTo>
                    <a:lnTo>
                      <a:pt x="50888" y="1016"/>
                    </a:lnTo>
                    <a:lnTo>
                      <a:pt x="49689" y="1274"/>
                    </a:lnTo>
                    <a:lnTo>
                      <a:pt x="48471" y="1569"/>
                    </a:lnTo>
                    <a:lnTo>
                      <a:pt x="47235" y="1864"/>
                    </a:lnTo>
                    <a:lnTo>
                      <a:pt x="46017" y="2197"/>
                    </a:lnTo>
                    <a:lnTo>
                      <a:pt x="44781" y="2529"/>
                    </a:lnTo>
                    <a:lnTo>
                      <a:pt x="43545" y="2879"/>
                    </a:lnTo>
                    <a:lnTo>
                      <a:pt x="41054" y="3617"/>
                    </a:lnTo>
                    <a:lnTo>
                      <a:pt x="38563" y="4392"/>
                    </a:lnTo>
                    <a:lnTo>
                      <a:pt x="33526" y="5979"/>
                    </a:lnTo>
                    <a:lnTo>
                      <a:pt x="30979" y="6754"/>
                    </a:lnTo>
                    <a:lnTo>
                      <a:pt x="28452" y="7492"/>
                    </a:lnTo>
                    <a:lnTo>
                      <a:pt x="27179" y="7842"/>
                    </a:lnTo>
                    <a:lnTo>
                      <a:pt x="25905" y="8193"/>
                    </a:lnTo>
                    <a:lnTo>
                      <a:pt x="24632" y="8525"/>
                    </a:lnTo>
                    <a:lnTo>
                      <a:pt x="23359" y="8820"/>
                    </a:lnTo>
                    <a:lnTo>
                      <a:pt x="22068" y="9116"/>
                    </a:lnTo>
                    <a:lnTo>
                      <a:pt x="20795" y="9374"/>
                    </a:lnTo>
                    <a:lnTo>
                      <a:pt x="19521" y="9614"/>
                    </a:lnTo>
                    <a:lnTo>
                      <a:pt x="18248" y="9835"/>
                    </a:lnTo>
                    <a:lnTo>
                      <a:pt x="16975" y="10020"/>
                    </a:lnTo>
                    <a:lnTo>
                      <a:pt x="15702" y="10167"/>
                    </a:lnTo>
                    <a:lnTo>
                      <a:pt x="14429" y="10296"/>
                    </a:lnTo>
                    <a:lnTo>
                      <a:pt x="13156" y="10389"/>
                    </a:lnTo>
                    <a:lnTo>
                      <a:pt x="11901" y="10444"/>
                    </a:lnTo>
                    <a:lnTo>
                      <a:pt x="10628" y="10444"/>
                    </a:lnTo>
                    <a:lnTo>
                      <a:pt x="9355" y="10426"/>
                    </a:lnTo>
                    <a:lnTo>
                      <a:pt x="8100" y="10352"/>
                    </a:lnTo>
                    <a:lnTo>
                      <a:pt x="7085" y="11625"/>
                    </a:lnTo>
                    <a:lnTo>
                      <a:pt x="6145" y="12843"/>
                    </a:lnTo>
                    <a:lnTo>
                      <a:pt x="5240" y="14024"/>
                    </a:lnTo>
                    <a:lnTo>
                      <a:pt x="4355" y="15204"/>
                    </a:lnTo>
                    <a:lnTo>
                      <a:pt x="3414" y="16385"/>
                    </a:lnTo>
                    <a:lnTo>
                      <a:pt x="2916" y="16994"/>
                    </a:lnTo>
                    <a:lnTo>
                      <a:pt x="2399" y="17603"/>
                    </a:lnTo>
                    <a:lnTo>
                      <a:pt x="1845" y="18230"/>
                    </a:lnTo>
                    <a:lnTo>
                      <a:pt x="1273" y="18876"/>
                    </a:lnTo>
                    <a:lnTo>
                      <a:pt x="665" y="19540"/>
                    </a:lnTo>
                    <a:lnTo>
                      <a:pt x="0" y="20223"/>
                    </a:lnTo>
                    <a:lnTo>
                      <a:pt x="720" y="20408"/>
                    </a:lnTo>
                    <a:lnTo>
                      <a:pt x="1458" y="20574"/>
                    </a:lnTo>
                    <a:lnTo>
                      <a:pt x="2251" y="20703"/>
                    </a:lnTo>
                    <a:lnTo>
                      <a:pt x="3082" y="20795"/>
                    </a:lnTo>
                    <a:lnTo>
                      <a:pt x="3930" y="20887"/>
                    </a:lnTo>
                    <a:lnTo>
                      <a:pt x="4834" y="20924"/>
                    </a:lnTo>
                    <a:lnTo>
                      <a:pt x="5757" y="20961"/>
                    </a:lnTo>
                    <a:lnTo>
                      <a:pt x="6716" y="20961"/>
                    </a:lnTo>
                    <a:lnTo>
                      <a:pt x="7713" y="20943"/>
                    </a:lnTo>
                    <a:lnTo>
                      <a:pt x="8746" y="20906"/>
                    </a:lnTo>
                    <a:lnTo>
                      <a:pt x="9798" y="20850"/>
                    </a:lnTo>
                    <a:lnTo>
                      <a:pt x="10868" y="20777"/>
                    </a:lnTo>
                    <a:lnTo>
                      <a:pt x="11975" y="20684"/>
                    </a:lnTo>
                    <a:lnTo>
                      <a:pt x="13119" y="20574"/>
                    </a:lnTo>
                    <a:lnTo>
                      <a:pt x="14263" y="20444"/>
                    </a:lnTo>
                    <a:lnTo>
                      <a:pt x="15444" y="20315"/>
                    </a:lnTo>
                    <a:lnTo>
                      <a:pt x="17861" y="20002"/>
                    </a:lnTo>
                    <a:lnTo>
                      <a:pt x="20370" y="19670"/>
                    </a:lnTo>
                    <a:lnTo>
                      <a:pt x="22935" y="19282"/>
                    </a:lnTo>
                    <a:lnTo>
                      <a:pt x="25555" y="18895"/>
                    </a:lnTo>
                    <a:lnTo>
                      <a:pt x="30924" y="18064"/>
                    </a:lnTo>
                    <a:lnTo>
                      <a:pt x="33655" y="17658"/>
                    </a:lnTo>
                    <a:lnTo>
                      <a:pt x="36404" y="17271"/>
                    </a:lnTo>
                    <a:lnTo>
                      <a:pt x="39172" y="16902"/>
                    </a:lnTo>
                    <a:lnTo>
                      <a:pt x="41921" y="16570"/>
                    </a:lnTo>
                    <a:lnTo>
                      <a:pt x="43286" y="16422"/>
                    </a:lnTo>
                    <a:lnTo>
                      <a:pt x="44670" y="16293"/>
                    </a:lnTo>
                    <a:lnTo>
                      <a:pt x="46035" y="16164"/>
                    </a:lnTo>
                    <a:lnTo>
                      <a:pt x="47382" y="16053"/>
                    </a:lnTo>
                    <a:lnTo>
                      <a:pt x="48729" y="15961"/>
                    </a:lnTo>
                    <a:lnTo>
                      <a:pt x="50076" y="15887"/>
                    </a:lnTo>
                    <a:lnTo>
                      <a:pt x="51405" y="15832"/>
                    </a:lnTo>
                    <a:lnTo>
                      <a:pt x="52733" y="15795"/>
                    </a:lnTo>
                    <a:lnTo>
                      <a:pt x="54043" y="15758"/>
                    </a:lnTo>
                    <a:lnTo>
                      <a:pt x="55335" y="15758"/>
                    </a:lnTo>
                    <a:lnTo>
                      <a:pt x="56608" y="15795"/>
                    </a:lnTo>
                    <a:lnTo>
                      <a:pt x="57863" y="15832"/>
                    </a:lnTo>
                    <a:lnTo>
                      <a:pt x="59117" y="15906"/>
                    </a:lnTo>
                    <a:lnTo>
                      <a:pt x="60335" y="16016"/>
                    </a:lnTo>
                    <a:lnTo>
                      <a:pt x="61534" y="16127"/>
                    </a:lnTo>
                    <a:lnTo>
                      <a:pt x="62715" y="16293"/>
                    </a:lnTo>
                    <a:lnTo>
                      <a:pt x="63878" y="16478"/>
                    </a:lnTo>
                    <a:lnTo>
                      <a:pt x="65022" y="16680"/>
                    </a:lnTo>
                    <a:lnTo>
                      <a:pt x="66129" y="16920"/>
                    </a:lnTo>
                    <a:lnTo>
                      <a:pt x="67217" y="17216"/>
                    </a:lnTo>
                    <a:lnTo>
                      <a:pt x="68269" y="17529"/>
                    </a:lnTo>
                    <a:lnTo>
                      <a:pt x="69302" y="17861"/>
                    </a:lnTo>
                    <a:lnTo>
                      <a:pt x="69800" y="18064"/>
                    </a:lnTo>
                    <a:lnTo>
                      <a:pt x="70298" y="18249"/>
                    </a:lnTo>
                    <a:lnTo>
                      <a:pt x="70797" y="18452"/>
                    </a:lnTo>
                    <a:lnTo>
                      <a:pt x="71276" y="18673"/>
                    </a:lnTo>
                    <a:lnTo>
                      <a:pt x="71738" y="18895"/>
                    </a:lnTo>
                    <a:lnTo>
                      <a:pt x="72217" y="19134"/>
                    </a:lnTo>
                    <a:lnTo>
                      <a:pt x="72660" y="19374"/>
                    </a:lnTo>
                    <a:lnTo>
                      <a:pt x="73103" y="19633"/>
                    </a:lnTo>
                    <a:lnTo>
                      <a:pt x="73546" y="19909"/>
                    </a:lnTo>
                    <a:lnTo>
                      <a:pt x="73970" y="20168"/>
                    </a:lnTo>
                    <a:lnTo>
                      <a:pt x="74395" y="20463"/>
                    </a:lnTo>
                    <a:lnTo>
                      <a:pt x="74801" y="20758"/>
                    </a:lnTo>
                    <a:lnTo>
                      <a:pt x="75428" y="20924"/>
                    </a:lnTo>
                    <a:lnTo>
                      <a:pt x="76018" y="21072"/>
                    </a:lnTo>
                    <a:lnTo>
                      <a:pt x="76572" y="21182"/>
                    </a:lnTo>
                    <a:lnTo>
                      <a:pt x="77107" y="21256"/>
                    </a:lnTo>
                    <a:lnTo>
                      <a:pt x="77605" y="21312"/>
                    </a:lnTo>
                    <a:lnTo>
                      <a:pt x="78085" y="21330"/>
                    </a:lnTo>
                    <a:lnTo>
                      <a:pt x="78546" y="21330"/>
                    </a:lnTo>
                    <a:lnTo>
                      <a:pt x="78989" y="21293"/>
                    </a:lnTo>
                    <a:lnTo>
                      <a:pt x="79395" y="21238"/>
                    </a:lnTo>
                    <a:lnTo>
                      <a:pt x="79782" y="21164"/>
                    </a:lnTo>
                    <a:lnTo>
                      <a:pt x="80133" y="21053"/>
                    </a:lnTo>
                    <a:lnTo>
                      <a:pt x="80483" y="20924"/>
                    </a:lnTo>
                    <a:lnTo>
                      <a:pt x="80797" y="20758"/>
                    </a:lnTo>
                    <a:lnTo>
                      <a:pt x="81092" y="20592"/>
                    </a:lnTo>
                    <a:lnTo>
                      <a:pt x="81369" y="20389"/>
                    </a:lnTo>
                    <a:lnTo>
                      <a:pt x="81627" y="20149"/>
                    </a:lnTo>
                    <a:lnTo>
                      <a:pt x="81867" y="19909"/>
                    </a:lnTo>
                    <a:lnTo>
                      <a:pt x="82089" y="19633"/>
                    </a:lnTo>
                    <a:lnTo>
                      <a:pt x="82292" y="19356"/>
                    </a:lnTo>
                    <a:lnTo>
                      <a:pt x="82476" y="19042"/>
                    </a:lnTo>
                    <a:lnTo>
                      <a:pt x="82642" y="18710"/>
                    </a:lnTo>
                    <a:lnTo>
                      <a:pt x="82790" y="18360"/>
                    </a:lnTo>
                    <a:lnTo>
                      <a:pt x="82919" y="17972"/>
                    </a:lnTo>
                    <a:lnTo>
                      <a:pt x="83048" y="17585"/>
                    </a:lnTo>
                    <a:lnTo>
                      <a:pt x="83140" y="17179"/>
                    </a:lnTo>
                    <a:lnTo>
                      <a:pt x="83233" y="16754"/>
                    </a:lnTo>
                    <a:lnTo>
                      <a:pt x="83306" y="16311"/>
                    </a:lnTo>
                    <a:lnTo>
                      <a:pt x="83362" y="15850"/>
                    </a:lnTo>
                    <a:lnTo>
                      <a:pt x="83417" y="15370"/>
                    </a:lnTo>
                    <a:lnTo>
                      <a:pt x="83454" y="14891"/>
                    </a:lnTo>
                    <a:lnTo>
                      <a:pt x="83472" y="14374"/>
                    </a:lnTo>
                    <a:lnTo>
                      <a:pt x="83491" y="13857"/>
                    </a:lnTo>
                    <a:lnTo>
                      <a:pt x="83030" y="13156"/>
                    </a:lnTo>
                    <a:lnTo>
                      <a:pt x="82550" y="12492"/>
                    </a:lnTo>
                    <a:lnTo>
                      <a:pt x="82089" y="11828"/>
                    </a:lnTo>
                    <a:lnTo>
                      <a:pt x="81609" y="11201"/>
                    </a:lnTo>
                    <a:lnTo>
                      <a:pt x="81129" y="10592"/>
                    </a:lnTo>
                    <a:lnTo>
                      <a:pt x="80649" y="10001"/>
                    </a:lnTo>
                    <a:lnTo>
                      <a:pt x="80170" y="9429"/>
                    </a:lnTo>
                    <a:lnTo>
                      <a:pt x="79672" y="8876"/>
                    </a:lnTo>
                    <a:lnTo>
                      <a:pt x="79192" y="8359"/>
                    </a:lnTo>
                    <a:lnTo>
                      <a:pt x="78694" y="7842"/>
                    </a:lnTo>
                    <a:lnTo>
                      <a:pt x="78195" y="7344"/>
                    </a:lnTo>
                    <a:lnTo>
                      <a:pt x="77697" y="6865"/>
                    </a:lnTo>
                    <a:lnTo>
                      <a:pt x="77199" y="6422"/>
                    </a:lnTo>
                    <a:lnTo>
                      <a:pt x="76683" y="5979"/>
                    </a:lnTo>
                    <a:lnTo>
                      <a:pt x="76184" y="5555"/>
                    </a:lnTo>
                    <a:lnTo>
                      <a:pt x="75668" y="5149"/>
                    </a:lnTo>
                    <a:lnTo>
                      <a:pt x="75151" y="4761"/>
                    </a:lnTo>
                    <a:lnTo>
                      <a:pt x="74634" y="4411"/>
                    </a:lnTo>
                    <a:lnTo>
                      <a:pt x="74118" y="4042"/>
                    </a:lnTo>
                    <a:lnTo>
                      <a:pt x="73601" y="3709"/>
                    </a:lnTo>
                    <a:lnTo>
                      <a:pt x="73085" y="3396"/>
                    </a:lnTo>
                    <a:lnTo>
                      <a:pt x="72550" y="3101"/>
                    </a:lnTo>
                    <a:lnTo>
                      <a:pt x="72014" y="2805"/>
                    </a:lnTo>
                    <a:lnTo>
                      <a:pt x="71498" y="2547"/>
                    </a:lnTo>
                    <a:lnTo>
                      <a:pt x="70963" y="2289"/>
                    </a:lnTo>
                    <a:lnTo>
                      <a:pt x="70428" y="2049"/>
                    </a:lnTo>
                    <a:lnTo>
                      <a:pt x="69874" y="1809"/>
                    </a:lnTo>
                    <a:lnTo>
                      <a:pt x="69339" y="1606"/>
                    </a:lnTo>
                    <a:lnTo>
                      <a:pt x="68786" y="1403"/>
                    </a:lnTo>
                    <a:lnTo>
                      <a:pt x="68250" y="1219"/>
                    </a:lnTo>
                    <a:lnTo>
                      <a:pt x="67697" y="1053"/>
                    </a:lnTo>
                    <a:lnTo>
                      <a:pt x="67143" y="905"/>
                    </a:lnTo>
                    <a:lnTo>
                      <a:pt x="66590" y="757"/>
                    </a:lnTo>
                    <a:lnTo>
                      <a:pt x="66036" y="628"/>
                    </a:lnTo>
                    <a:lnTo>
                      <a:pt x="65483" y="517"/>
                    </a:lnTo>
                    <a:lnTo>
                      <a:pt x="64911" y="407"/>
                    </a:lnTo>
                    <a:lnTo>
                      <a:pt x="64357" y="315"/>
                    </a:lnTo>
                    <a:lnTo>
                      <a:pt x="63785" y="241"/>
                    </a:lnTo>
                    <a:lnTo>
                      <a:pt x="63232" y="167"/>
                    </a:lnTo>
                    <a:lnTo>
                      <a:pt x="62660" y="112"/>
                    </a:lnTo>
                    <a:lnTo>
                      <a:pt x="62088" y="75"/>
                    </a:lnTo>
                    <a:lnTo>
                      <a:pt x="61516" y="38"/>
                    </a:lnTo>
                    <a:lnTo>
                      <a:pt x="6035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7"/>
              <p:cNvSpPr/>
              <p:nvPr/>
            </p:nvSpPr>
            <p:spPr>
              <a:xfrm>
                <a:off x="3140027" y="3408033"/>
                <a:ext cx="1433439" cy="988927"/>
              </a:xfrm>
              <a:custGeom>
                <a:avLst/>
                <a:gdLst/>
                <a:ahLst/>
                <a:cxnLst/>
                <a:rect l="l" t="t" r="r" b="b"/>
                <a:pathLst>
                  <a:path w="74137" h="51147" extrusionOk="0">
                    <a:moveTo>
                      <a:pt x="16034" y="0"/>
                    </a:moveTo>
                    <a:lnTo>
                      <a:pt x="15315" y="1144"/>
                    </a:lnTo>
                    <a:lnTo>
                      <a:pt x="14466" y="2546"/>
                    </a:lnTo>
                    <a:lnTo>
                      <a:pt x="13488" y="4170"/>
                    </a:lnTo>
                    <a:lnTo>
                      <a:pt x="12436" y="5941"/>
                    </a:lnTo>
                    <a:lnTo>
                      <a:pt x="10149" y="9890"/>
                    </a:lnTo>
                    <a:lnTo>
                      <a:pt x="7731" y="14060"/>
                    </a:lnTo>
                    <a:lnTo>
                      <a:pt x="5370" y="18156"/>
                    </a:lnTo>
                    <a:lnTo>
                      <a:pt x="3174" y="21883"/>
                    </a:lnTo>
                    <a:lnTo>
                      <a:pt x="2196" y="23525"/>
                    </a:lnTo>
                    <a:lnTo>
                      <a:pt x="1329" y="24946"/>
                    </a:lnTo>
                    <a:lnTo>
                      <a:pt x="591" y="26108"/>
                    </a:lnTo>
                    <a:lnTo>
                      <a:pt x="1" y="26994"/>
                    </a:lnTo>
                    <a:lnTo>
                      <a:pt x="4263" y="27584"/>
                    </a:lnTo>
                    <a:lnTo>
                      <a:pt x="8396" y="28138"/>
                    </a:lnTo>
                    <a:lnTo>
                      <a:pt x="16182" y="29153"/>
                    </a:lnTo>
                    <a:lnTo>
                      <a:pt x="23415" y="30094"/>
                    </a:lnTo>
                    <a:lnTo>
                      <a:pt x="26810" y="30536"/>
                    </a:lnTo>
                    <a:lnTo>
                      <a:pt x="30076" y="30979"/>
                    </a:lnTo>
                    <a:lnTo>
                      <a:pt x="33212" y="31422"/>
                    </a:lnTo>
                    <a:lnTo>
                      <a:pt x="36220" y="31865"/>
                    </a:lnTo>
                    <a:lnTo>
                      <a:pt x="39080" y="32326"/>
                    </a:lnTo>
                    <a:lnTo>
                      <a:pt x="41829" y="32787"/>
                    </a:lnTo>
                    <a:lnTo>
                      <a:pt x="44467" y="33267"/>
                    </a:lnTo>
                    <a:lnTo>
                      <a:pt x="45722" y="33507"/>
                    </a:lnTo>
                    <a:lnTo>
                      <a:pt x="46958" y="33765"/>
                    </a:lnTo>
                    <a:lnTo>
                      <a:pt x="48176" y="34024"/>
                    </a:lnTo>
                    <a:lnTo>
                      <a:pt x="49338" y="34282"/>
                    </a:lnTo>
                    <a:lnTo>
                      <a:pt x="50501" y="34559"/>
                    </a:lnTo>
                    <a:lnTo>
                      <a:pt x="51608" y="34836"/>
                    </a:lnTo>
                    <a:lnTo>
                      <a:pt x="52696" y="35112"/>
                    </a:lnTo>
                    <a:lnTo>
                      <a:pt x="53767" y="35408"/>
                    </a:lnTo>
                    <a:lnTo>
                      <a:pt x="54800" y="35721"/>
                    </a:lnTo>
                    <a:lnTo>
                      <a:pt x="55815" y="36035"/>
                    </a:lnTo>
                    <a:lnTo>
                      <a:pt x="56793" y="36367"/>
                    </a:lnTo>
                    <a:lnTo>
                      <a:pt x="57734" y="36699"/>
                    </a:lnTo>
                    <a:lnTo>
                      <a:pt x="58675" y="37050"/>
                    </a:lnTo>
                    <a:lnTo>
                      <a:pt x="59560" y="37400"/>
                    </a:lnTo>
                    <a:lnTo>
                      <a:pt x="60446" y="37788"/>
                    </a:lnTo>
                    <a:lnTo>
                      <a:pt x="61295" y="38175"/>
                    </a:lnTo>
                    <a:lnTo>
                      <a:pt x="62106" y="38563"/>
                    </a:lnTo>
                    <a:lnTo>
                      <a:pt x="62918" y="38987"/>
                    </a:lnTo>
                    <a:lnTo>
                      <a:pt x="63675" y="39411"/>
                    </a:lnTo>
                    <a:lnTo>
                      <a:pt x="64431" y="39854"/>
                    </a:lnTo>
                    <a:lnTo>
                      <a:pt x="65151" y="40315"/>
                    </a:lnTo>
                    <a:lnTo>
                      <a:pt x="65852" y="40795"/>
                    </a:lnTo>
                    <a:lnTo>
                      <a:pt x="66535" y="41293"/>
                    </a:lnTo>
                    <a:lnTo>
                      <a:pt x="67180" y="41810"/>
                    </a:lnTo>
                    <a:lnTo>
                      <a:pt x="67826" y="42345"/>
                    </a:lnTo>
                    <a:lnTo>
                      <a:pt x="68435" y="42880"/>
                    </a:lnTo>
                    <a:lnTo>
                      <a:pt x="69007" y="43452"/>
                    </a:lnTo>
                    <a:lnTo>
                      <a:pt x="69579" y="44043"/>
                    </a:lnTo>
                    <a:lnTo>
                      <a:pt x="70114" y="44651"/>
                    </a:lnTo>
                    <a:lnTo>
                      <a:pt x="70631" y="45279"/>
                    </a:lnTo>
                    <a:lnTo>
                      <a:pt x="71147" y="45943"/>
                    </a:lnTo>
                    <a:lnTo>
                      <a:pt x="71627" y="46607"/>
                    </a:lnTo>
                    <a:lnTo>
                      <a:pt x="72070" y="47308"/>
                    </a:lnTo>
                    <a:lnTo>
                      <a:pt x="72513" y="48028"/>
                    </a:lnTo>
                    <a:lnTo>
                      <a:pt x="72937" y="48766"/>
                    </a:lnTo>
                    <a:lnTo>
                      <a:pt x="73325" y="49541"/>
                    </a:lnTo>
                    <a:lnTo>
                      <a:pt x="73712" y="50334"/>
                    </a:lnTo>
                    <a:lnTo>
                      <a:pt x="74081" y="51146"/>
                    </a:lnTo>
                    <a:lnTo>
                      <a:pt x="74081" y="45556"/>
                    </a:lnTo>
                    <a:lnTo>
                      <a:pt x="74100" y="42511"/>
                    </a:lnTo>
                    <a:lnTo>
                      <a:pt x="74136" y="38821"/>
                    </a:lnTo>
                    <a:lnTo>
                      <a:pt x="74063" y="38267"/>
                    </a:lnTo>
                    <a:lnTo>
                      <a:pt x="73989" y="37695"/>
                    </a:lnTo>
                    <a:lnTo>
                      <a:pt x="73878" y="37142"/>
                    </a:lnTo>
                    <a:lnTo>
                      <a:pt x="73767" y="36607"/>
                    </a:lnTo>
                    <a:lnTo>
                      <a:pt x="73657" y="36072"/>
                    </a:lnTo>
                    <a:lnTo>
                      <a:pt x="73509" y="35537"/>
                    </a:lnTo>
                    <a:lnTo>
                      <a:pt x="73362" y="35020"/>
                    </a:lnTo>
                    <a:lnTo>
                      <a:pt x="73195" y="34522"/>
                    </a:lnTo>
                    <a:lnTo>
                      <a:pt x="73029" y="34005"/>
                    </a:lnTo>
                    <a:lnTo>
                      <a:pt x="72826" y="33507"/>
                    </a:lnTo>
                    <a:lnTo>
                      <a:pt x="72642" y="33027"/>
                    </a:lnTo>
                    <a:lnTo>
                      <a:pt x="72421" y="32548"/>
                    </a:lnTo>
                    <a:lnTo>
                      <a:pt x="72199" y="32068"/>
                    </a:lnTo>
                    <a:lnTo>
                      <a:pt x="71959" y="31607"/>
                    </a:lnTo>
                    <a:lnTo>
                      <a:pt x="71701" y="31145"/>
                    </a:lnTo>
                    <a:lnTo>
                      <a:pt x="71443" y="30684"/>
                    </a:lnTo>
                    <a:lnTo>
                      <a:pt x="71166" y="30241"/>
                    </a:lnTo>
                    <a:lnTo>
                      <a:pt x="70889" y="29798"/>
                    </a:lnTo>
                    <a:lnTo>
                      <a:pt x="70594" y="29374"/>
                    </a:lnTo>
                    <a:lnTo>
                      <a:pt x="70299" y="28950"/>
                    </a:lnTo>
                    <a:lnTo>
                      <a:pt x="69985" y="28525"/>
                    </a:lnTo>
                    <a:lnTo>
                      <a:pt x="69653" y="28101"/>
                    </a:lnTo>
                    <a:lnTo>
                      <a:pt x="69321" y="27695"/>
                    </a:lnTo>
                    <a:lnTo>
                      <a:pt x="68970" y="27308"/>
                    </a:lnTo>
                    <a:lnTo>
                      <a:pt x="68620" y="26902"/>
                    </a:lnTo>
                    <a:lnTo>
                      <a:pt x="68251" y="26514"/>
                    </a:lnTo>
                    <a:lnTo>
                      <a:pt x="67494" y="25758"/>
                    </a:lnTo>
                    <a:lnTo>
                      <a:pt x="66701" y="25020"/>
                    </a:lnTo>
                    <a:lnTo>
                      <a:pt x="65870" y="24300"/>
                    </a:lnTo>
                    <a:lnTo>
                      <a:pt x="65003" y="23599"/>
                    </a:lnTo>
                    <a:lnTo>
                      <a:pt x="64118" y="22935"/>
                    </a:lnTo>
                    <a:lnTo>
                      <a:pt x="63195" y="22270"/>
                    </a:lnTo>
                    <a:lnTo>
                      <a:pt x="62254" y="21625"/>
                    </a:lnTo>
                    <a:lnTo>
                      <a:pt x="61276" y="21016"/>
                    </a:lnTo>
                    <a:lnTo>
                      <a:pt x="60261" y="20407"/>
                    </a:lnTo>
                    <a:lnTo>
                      <a:pt x="59247" y="19817"/>
                    </a:lnTo>
                    <a:lnTo>
                      <a:pt x="58195" y="19245"/>
                    </a:lnTo>
                    <a:lnTo>
                      <a:pt x="57125" y="18691"/>
                    </a:lnTo>
                    <a:lnTo>
                      <a:pt x="56036" y="18156"/>
                    </a:lnTo>
                    <a:lnTo>
                      <a:pt x="54947" y="17621"/>
                    </a:lnTo>
                    <a:lnTo>
                      <a:pt x="53822" y="17104"/>
                    </a:lnTo>
                    <a:lnTo>
                      <a:pt x="52696" y="16606"/>
                    </a:lnTo>
                    <a:lnTo>
                      <a:pt x="51534" y="16108"/>
                    </a:lnTo>
                    <a:lnTo>
                      <a:pt x="50390" y="15610"/>
                    </a:lnTo>
                    <a:lnTo>
                      <a:pt x="49209" y="15148"/>
                    </a:lnTo>
                    <a:lnTo>
                      <a:pt x="46866" y="14207"/>
                    </a:lnTo>
                    <a:lnTo>
                      <a:pt x="44486" y="13303"/>
                    </a:lnTo>
                    <a:lnTo>
                      <a:pt x="42106" y="12436"/>
                    </a:lnTo>
                    <a:lnTo>
                      <a:pt x="39725" y="11569"/>
                    </a:lnTo>
                    <a:lnTo>
                      <a:pt x="37364" y="10702"/>
                    </a:lnTo>
                    <a:lnTo>
                      <a:pt x="35020" y="9853"/>
                    </a:lnTo>
                    <a:lnTo>
                      <a:pt x="32733" y="8986"/>
                    </a:lnTo>
                    <a:lnTo>
                      <a:pt x="30500" y="8119"/>
                    </a:lnTo>
                    <a:lnTo>
                      <a:pt x="29411" y="7676"/>
                    </a:lnTo>
                    <a:lnTo>
                      <a:pt x="28323" y="7233"/>
                    </a:lnTo>
                    <a:lnTo>
                      <a:pt x="27271" y="6772"/>
                    </a:lnTo>
                    <a:lnTo>
                      <a:pt x="26238" y="6310"/>
                    </a:lnTo>
                    <a:lnTo>
                      <a:pt x="25223" y="5849"/>
                    </a:lnTo>
                    <a:lnTo>
                      <a:pt x="24245" y="5369"/>
                    </a:lnTo>
                    <a:lnTo>
                      <a:pt x="23267" y="4890"/>
                    </a:lnTo>
                    <a:lnTo>
                      <a:pt x="22345" y="4392"/>
                    </a:lnTo>
                    <a:lnTo>
                      <a:pt x="21441" y="3893"/>
                    </a:lnTo>
                    <a:lnTo>
                      <a:pt x="20555" y="3377"/>
                    </a:lnTo>
                    <a:lnTo>
                      <a:pt x="19725" y="2842"/>
                    </a:lnTo>
                    <a:lnTo>
                      <a:pt x="18913" y="2307"/>
                    </a:lnTo>
                    <a:lnTo>
                      <a:pt x="18138" y="1753"/>
                    </a:lnTo>
                    <a:lnTo>
                      <a:pt x="17400" y="1181"/>
                    </a:lnTo>
                    <a:lnTo>
                      <a:pt x="16699" y="609"/>
                    </a:lnTo>
                    <a:lnTo>
                      <a:pt x="16034" y="0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7"/>
              <p:cNvSpPr/>
              <p:nvPr/>
            </p:nvSpPr>
            <p:spPr>
              <a:xfrm>
                <a:off x="2959515" y="4364826"/>
                <a:ext cx="1443783" cy="173764"/>
              </a:xfrm>
              <a:custGeom>
                <a:avLst/>
                <a:gdLst/>
                <a:ahLst/>
                <a:cxnLst/>
                <a:rect l="l" t="t" r="r" b="b"/>
                <a:pathLst>
                  <a:path w="74672" h="8987" extrusionOk="0">
                    <a:moveTo>
                      <a:pt x="0" y="1"/>
                    </a:moveTo>
                    <a:lnTo>
                      <a:pt x="0" y="8986"/>
                    </a:lnTo>
                    <a:lnTo>
                      <a:pt x="74671" y="8986"/>
                    </a:lnTo>
                    <a:lnTo>
                      <a:pt x="74671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7"/>
              <p:cNvSpPr/>
              <p:nvPr/>
            </p:nvSpPr>
            <p:spPr>
              <a:xfrm>
                <a:off x="2801471" y="4090481"/>
                <a:ext cx="1791968" cy="508394"/>
              </a:xfrm>
              <a:custGeom>
                <a:avLst/>
                <a:gdLst/>
                <a:ahLst/>
                <a:cxnLst/>
                <a:rect l="l" t="t" r="r" b="b"/>
                <a:pathLst>
                  <a:path w="92680" h="26294" extrusionOk="0">
                    <a:moveTo>
                      <a:pt x="65760" y="1"/>
                    </a:moveTo>
                    <a:lnTo>
                      <a:pt x="64431" y="56"/>
                    </a:lnTo>
                    <a:lnTo>
                      <a:pt x="63103" y="130"/>
                    </a:lnTo>
                    <a:lnTo>
                      <a:pt x="61774" y="259"/>
                    </a:lnTo>
                    <a:lnTo>
                      <a:pt x="60427" y="407"/>
                    </a:lnTo>
                    <a:lnTo>
                      <a:pt x="59062" y="610"/>
                    </a:lnTo>
                    <a:lnTo>
                      <a:pt x="57715" y="831"/>
                    </a:lnTo>
                    <a:lnTo>
                      <a:pt x="56331" y="1089"/>
                    </a:lnTo>
                    <a:lnTo>
                      <a:pt x="54966" y="1385"/>
                    </a:lnTo>
                    <a:lnTo>
                      <a:pt x="53582" y="1698"/>
                    </a:lnTo>
                    <a:lnTo>
                      <a:pt x="52198" y="2030"/>
                    </a:lnTo>
                    <a:lnTo>
                      <a:pt x="50796" y="2399"/>
                    </a:lnTo>
                    <a:lnTo>
                      <a:pt x="49394" y="2768"/>
                    </a:lnTo>
                    <a:lnTo>
                      <a:pt x="47992" y="3156"/>
                    </a:lnTo>
                    <a:lnTo>
                      <a:pt x="46589" y="3580"/>
                    </a:lnTo>
                    <a:lnTo>
                      <a:pt x="43748" y="4429"/>
                    </a:lnTo>
                    <a:lnTo>
                      <a:pt x="40906" y="5315"/>
                    </a:lnTo>
                    <a:lnTo>
                      <a:pt x="35205" y="7141"/>
                    </a:lnTo>
                    <a:lnTo>
                      <a:pt x="32345" y="8027"/>
                    </a:lnTo>
                    <a:lnTo>
                      <a:pt x="30906" y="8451"/>
                    </a:lnTo>
                    <a:lnTo>
                      <a:pt x="29485" y="8857"/>
                    </a:lnTo>
                    <a:lnTo>
                      <a:pt x="28064" y="9263"/>
                    </a:lnTo>
                    <a:lnTo>
                      <a:pt x="26625" y="9651"/>
                    </a:lnTo>
                    <a:lnTo>
                      <a:pt x="25205" y="10020"/>
                    </a:lnTo>
                    <a:lnTo>
                      <a:pt x="23784" y="10370"/>
                    </a:lnTo>
                    <a:lnTo>
                      <a:pt x="22363" y="10702"/>
                    </a:lnTo>
                    <a:lnTo>
                      <a:pt x="20942" y="10998"/>
                    </a:lnTo>
                    <a:lnTo>
                      <a:pt x="19540" y="11274"/>
                    </a:lnTo>
                    <a:lnTo>
                      <a:pt x="18119" y="11514"/>
                    </a:lnTo>
                    <a:lnTo>
                      <a:pt x="16717" y="11736"/>
                    </a:lnTo>
                    <a:lnTo>
                      <a:pt x="15315" y="11902"/>
                    </a:lnTo>
                    <a:lnTo>
                      <a:pt x="13931" y="12049"/>
                    </a:lnTo>
                    <a:lnTo>
                      <a:pt x="12547" y="12160"/>
                    </a:lnTo>
                    <a:lnTo>
                      <a:pt x="11163" y="12215"/>
                    </a:lnTo>
                    <a:lnTo>
                      <a:pt x="9780" y="12234"/>
                    </a:lnTo>
                    <a:lnTo>
                      <a:pt x="9097" y="12234"/>
                    </a:lnTo>
                    <a:lnTo>
                      <a:pt x="8414" y="12215"/>
                    </a:lnTo>
                    <a:lnTo>
                      <a:pt x="7732" y="12178"/>
                    </a:lnTo>
                    <a:lnTo>
                      <a:pt x="7049" y="12142"/>
                    </a:lnTo>
                    <a:lnTo>
                      <a:pt x="6329" y="13802"/>
                    </a:lnTo>
                    <a:lnTo>
                      <a:pt x="5573" y="15500"/>
                    </a:lnTo>
                    <a:lnTo>
                      <a:pt x="4761" y="17234"/>
                    </a:lnTo>
                    <a:lnTo>
                      <a:pt x="4337" y="18101"/>
                    </a:lnTo>
                    <a:lnTo>
                      <a:pt x="3912" y="18968"/>
                    </a:lnTo>
                    <a:lnTo>
                      <a:pt x="3469" y="19836"/>
                    </a:lnTo>
                    <a:lnTo>
                      <a:pt x="3027" y="20684"/>
                    </a:lnTo>
                    <a:lnTo>
                      <a:pt x="2547" y="21551"/>
                    </a:lnTo>
                    <a:lnTo>
                      <a:pt x="2067" y="22382"/>
                    </a:lnTo>
                    <a:lnTo>
                      <a:pt x="1569" y="23212"/>
                    </a:lnTo>
                    <a:lnTo>
                      <a:pt x="1071" y="24042"/>
                    </a:lnTo>
                    <a:lnTo>
                      <a:pt x="536" y="24836"/>
                    </a:lnTo>
                    <a:lnTo>
                      <a:pt x="1" y="25629"/>
                    </a:lnTo>
                    <a:lnTo>
                      <a:pt x="720" y="25814"/>
                    </a:lnTo>
                    <a:lnTo>
                      <a:pt x="1495" y="25961"/>
                    </a:lnTo>
                    <a:lnTo>
                      <a:pt x="2307" y="26072"/>
                    </a:lnTo>
                    <a:lnTo>
                      <a:pt x="3174" y="26183"/>
                    </a:lnTo>
                    <a:lnTo>
                      <a:pt x="4097" y="26238"/>
                    </a:lnTo>
                    <a:lnTo>
                      <a:pt x="5056" y="26275"/>
                    </a:lnTo>
                    <a:lnTo>
                      <a:pt x="6052" y="26293"/>
                    </a:lnTo>
                    <a:lnTo>
                      <a:pt x="7086" y="26275"/>
                    </a:lnTo>
                    <a:lnTo>
                      <a:pt x="8174" y="26256"/>
                    </a:lnTo>
                    <a:lnTo>
                      <a:pt x="9300" y="26201"/>
                    </a:lnTo>
                    <a:lnTo>
                      <a:pt x="10462" y="26109"/>
                    </a:lnTo>
                    <a:lnTo>
                      <a:pt x="11643" y="26017"/>
                    </a:lnTo>
                    <a:lnTo>
                      <a:pt x="12879" y="25906"/>
                    </a:lnTo>
                    <a:lnTo>
                      <a:pt x="14134" y="25777"/>
                    </a:lnTo>
                    <a:lnTo>
                      <a:pt x="15426" y="25629"/>
                    </a:lnTo>
                    <a:lnTo>
                      <a:pt x="16736" y="25463"/>
                    </a:lnTo>
                    <a:lnTo>
                      <a:pt x="19448" y="25094"/>
                    </a:lnTo>
                    <a:lnTo>
                      <a:pt x="22252" y="24670"/>
                    </a:lnTo>
                    <a:lnTo>
                      <a:pt x="25149" y="24208"/>
                    </a:lnTo>
                    <a:lnTo>
                      <a:pt x="28101" y="23729"/>
                    </a:lnTo>
                    <a:lnTo>
                      <a:pt x="34190" y="22695"/>
                    </a:lnTo>
                    <a:lnTo>
                      <a:pt x="37290" y="22160"/>
                    </a:lnTo>
                    <a:lnTo>
                      <a:pt x="40390" y="21644"/>
                    </a:lnTo>
                    <a:lnTo>
                      <a:pt x="43508" y="21146"/>
                    </a:lnTo>
                    <a:lnTo>
                      <a:pt x="46626" y="20666"/>
                    </a:lnTo>
                    <a:lnTo>
                      <a:pt x="49707" y="20223"/>
                    </a:lnTo>
                    <a:lnTo>
                      <a:pt x="52770" y="19817"/>
                    </a:lnTo>
                    <a:lnTo>
                      <a:pt x="54283" y="19633"/>
                    </a:lnTo>
                    <a:lnTo>
                      <a:pt x="55778" y="19467"/>
                    </a:lnTo>
                    <a:lnTo>
                      <a:pt x="57272" y="19300"/>
                    </a:lnTo>
                    <a:lnTo>
                      <a:pt x="58730" y="19171"/>
                    </a:lnTo>
                    <a:lnTo>
                      <a:pt x="60188" y="19042"/>
                    </a:lnTo>
                    <a:lnTo>
                      <a:pt x="61608" y="18950"/>
                    </a:lnTo>
                    <a:lnTo>
                      <a:pt x="63029" y="18858"/>
                    </a:lnTo>
                    <a:lnTo>
                      <a:pt x="64413" y="18802"/>
                    </a:lnTo>
                    <a:lnTo>
                      <a:pt x="65778" y="18747"/>
                    </a:lnTo>
                    <a:lnTo>
                      <a:pt x="67107" y="18728"/>
                    </a:lnTo>
                    <a:lnTo>
                      <a:pt x="68417" y="18747"/>
                    </a:lnTo>
                    <a:lnTo>
                      <a:pt x="69708" y="18765"/>
                    </a:lnTo>
                    <a:lnTo>
                      <a:pt x="70963" y="18821"/>
                    </a:lnTo>
                    <a:lnTo>
                      <a:pt x="72181" y="18913"/>
                    </a:lnTo>
                    <a:lnTo>
                      <a:pt x="73362" y="19024"/>
                    </a:lnTo>
                    <a:lnTo>
                      <a:pt x="74506" y="19171"/>
                    </a:lnTo>
                    <a:lnTo>
                      <a:pt x="75613" y="19337"/>
                    </a:lnTo>
                    <a:lnTo>
                      <a:pt x="76701" y="19540"/>
                    </a:lnTo>
                    <a:lnTo>
                      <a:pt x="77734" y="19780"/>
                    </a:lnTo>
                    <a:lnTo>
                      <a:pt x="78233" y="19909"/>
                    </a:lnTo>
                    <a:lnTo>
                      <a:pt x="78712" y="20038"/>
                    </a:lnTo>
                    <a:lnTo>
                      <a:pt x="79192" y="20205"/>
                    </a:lnTo>
                    <a:lnTo>
                      <a:pt x="79672" y="20352"/>
                    </a:lnTo>
                    <a:lnTo>
                      <a:pt x="80115" y="20518"/>
                    </a:lnTo>
                    <a:lnTo>
                      <a:pt x="80576" y="20703"/>
                    </a:lnTo>
                    <a:lnTo>
                      <a:pt x="81000" y="20887"/>
                    </a:lnTo>
                    <a:lnTo>
                      <a:pt x="81425" y="21072"/>
                    </a:lnTo>
                    <a:lnTo>
                      <a:pt x="81831" y="21275"/>
                    </a:lnTo>
                    <a:lnTo>
                      <a:pt x="82236" y="21496"/>
                    </a:lnTo>
                    <a:lnTo>
                      <a:pt x="83565" y="21884"/>
                    </a:lnTo>
                    <a:lnTo>
                      <a:pt x="84857" y="22234"/>
                    </a:lnTo>
                    <a:lnTo>
                      <a:pt x="86074" y="22529"/>
                    </a:lnTo>
                    <a:lnTo>
                      <a:pt x="86665" y="22677"/>
                    </a:lnTo>
                    <a:lnTo>
                      <a:pt x="87237" y="22788"/>
                    </a:lnTo>
                    <a:lnTo>
                      <a:pt x="87790" y="22880"/>
                    </a:lnTo>
                    <a:lnTo>
                      <a:pt x="88325" y="22954"/>
                    </a:lnTo>
                    <a:lnTo>
                      <a:pt x="88823" y="22991"/>
                    </a:lnTo>
                    <a:lnTo>
                      <a:pt x="89303" y="23009"/>
                    </a:lnTo>
                    <a:lnTo>
                      <a:pt x="89764" y="23009"/>
                    </a:lnTo>
                    <a:lnTo>
                      <a:pt x="90189" y="22972"/>
                    </a:lnTo>
                    <a:lnTo>
                      <a:pt x="90595" y="22898"/>
                    </a:lnTo>
                    <a:lnTo>
                      <a:pt x="90779" y="22843"/>
                    </a:lnTo>
                    <a:lnTo>
                      <a:pt x="90964" y="22769"/>
                    </a:lnTo>
                    <a:lnTo>
                      <a:pt x="91130" y="22714"/>
                    </a:lnTo>
                    <a:lnTo>
                      <a:pt x="91296" y="22622"/>
                    </a:lnTo>
                    <a:lnTo>
                      <a:pt x="91462" y="22529"/>
                    </a:lnTo>
                    <a:lnTo>
                      <a:pt x="91610" y="22437"/>
                    </a:lnTo>
                    <a:lnTo>
                      <a:pt x="91739" y="22326"/>
                    </a:lnTo>
                    <a:lnTo>
                      <a:pt x="91868" y="22197"/>
                    </a:lnTo>
                    <a:lnTo>
                      <a:pt x="91997" y="22068"/>
                    </a:lnTo>
                    <a:lnTo>
                      <a:pt x="92108" y="21920"/>
                    </a:lnTo>
                    <a:lnTo>
                      <a:pt x="92200" y="21773"/>
                    </a:lnTo>
                    <a:lnTo>
                      <a:pt x="92311" y="21588"/>
                    </a:lnTo>
                    <a:lnTo>
                      <a:pt x="92385" y="21422"/>
                    </a:lnTo>
                    <a:lnTo>
                      <a:pt x="92458" y="21219"/>
                    </a:lnTo>
                    <a:lnTo>
                      <a:pt x="92514" y="21016"/>
                    </a:lnTo>
                    <a:lnTo>
                      <a:pt x="92569" y="20795"/>
                    </a:lnTo>
                    <a:lnTo>
                      <a:pt x="92624" y="20555"/>
                    </a:lnTo>
                    <a:lnTo>
                      <a:pt x="92643" y="20297"/>
                    </a:lnTo>
                    <a:lnTo>
                      <a:pt x="92680" y="20038"/>
                    </a:lnTo>
                    <a:lnTo>
                      <a:pt x="92680" y="19762"/>
                    </a:lnTo>
                    <a:lnTo>
                      <a:pt x="92680" y="19171"/>
                    </a:lnTo>
                    <a:lnTo>
                      <a:pt x="92606" y="18507"/>
                    </a:lnTo>
                    <a:lnTo>
                      <a:pt x="92514" y="17769"/>
                    </a:lnTo>
                    <a:lnTo>
                      <a:pt x="92348" y="16994"/>
                    </a:lnTo>
                    <a:lnTo>
                      <a:pt x="92145" y="16127"/>
                    </a:lnTo>
                    <a:lnTo>
                      <a:pt x="91886" y="15204"/>
                    </a:lnTo>
                    <a:lnTo>
                      <a:pt x="91591" y="14190"/>
                    </a:lnTo>
                    <a:lnTo>
                      <a:pt x="91074" y="13470"/>
                    </a:lnTo>
                    <a:lnTo>
                      <a:pt x="90576" y="12750"/>
                    </a:lnTo>
                    <a:lnTo>
                      <a:pt x="90060" y="12068"/>
                    </a:lnTo>
                    <a:lnTo>
                      <a:pt x="89543" y="11403"/>
                    </a:lnTo>
                    <a:lnTo>
                      <a:pt x="89026" y="10758"/>
                    </a:lnTo>
                    <a:lnTo>
                      <a:pt x="88510" y="10130"/>
                    </a:lnTo>
                    <a:lnTo>
                      <a:pt x="87975" y="9540"/>
                    </a:lnTo>
                    <a:lnTo>
                      <a:pt x="87440" y="8968"/>
                    </a:lnTo>
                    <a:lnTo>
                      <a:pt x="86905" y="8414"/>
                    </a:lnTo>
                    <a:lnTo>
                      <a:pt x="86351" y="7861"/>
                    </a:lnTo>
                    <a:lnTo>
                      <a:pt x="85816" y="7363"/>
                    </a:lnTo>
                    <a:lnTo>
                      <a:pt x="85262" y="6865"/>
                    </a:lnTo>
                    <a:lnTo>
                      <a:pt x="84709" y="6385"/>
                    </a:lnTo>
                    <a:lnTo>
                      <a:pt x="84155" y="5924"/>
                    </a:lnTo>
                    <a:lnTo>
                      <a:pt x="83583" y="5499"/>
                    </a:lnTo>
                    <a:lnTo>
                      <a:pt x="83011" y="5075"/>
                    </a:lnTo>
                    <a:lnTo>
                      <a:pt x="82458" y="4669"/>
                    </a:lnTo>
                    <a:lnTo>
                      <a:pt x="81867" y="4300"/>
                    </a:lnTo>
                    <a:lnTo>
                      <a:pt x="81295" y="3931"/>
                    </a:lnTo>
                    <a:lnTo>
                      <a:pt x="80724" y="3599"/>
                    </a:lnTo>
                    <a:lnTo>
                      <a:pt x="80133" y="3267"/>
                    </a:lnTo>
                    <a:lnTo>
                      <a:pt x="79543" y="2953"/>
                    </a:lnTo>
                    <a:lnTo>
                      <a:pt x="78952" y="2658"/>
                    </a:lnTo>
                    <a:lnTo>
                      <a:pt x="78343" y="2399"/>
                    </a:lnTo>
                    <a:lnTo>
                      <a:pt x="77753" y="2141"/>
                    </a:lnTo>
                    <a:lnTo>
                      <a:pt x="77144" y="1883"/>
                    </a:lnTo>
                    <a:lnTo>
                      <a:pt x="76535" y="1661"/>
                    </a:lnTo>
                    <a:lnTo>
                      <a:pt x="75926" y="1458"/>
                    </a:lnTo>
                    <a:lnTo>
                      <a:pt x="75317" y="1255"/>
                    </a:lnTo>
                    <a:lnTo>
                      <a:pt x="74708" y="1089"/>
                    </a:lnTo>
                    <a:lnTo>
                      <a:pt x="74081" y="923"/>
                    </a:lnTo>
                    <a:lnTo>
                      <a:pt x="73454" y="776"/>
                    </a:lnTo>
                    <a:lnTo>
                      <a:pt x="72826" y="628"/>
                    </a:lnTo>
                    <a:lnTo>
                      <a:pt x="72199" y="517"/>
                    </a:lnTo>
                    <a:lnTo>
                      <a:pt x="71572" y="407"/>
                    </a:lnTo>
                    <a:lnTo>
                      <a:pt x="70944" y="314"/>
                    </a:lnTo>
                    <a:lnTo>
                      <a:pt x="70299" y="222"/>
                    </a:lnTo>
                    <a:lnTo>
                      <a:pt x="69653" y="167"/>
                    </a:lnTo>
                    <a:lnTo>
                      <a:pt x="69007" y="112"/>
                    </a:lnTo>
                    <a:lnTo>
                      <a:pt x="68361" y="56"/>
                    </a:lnTo>
                    <a:lnTo>
                      <a:pt x="67716" y="38"/>
                    </a:lnTo>
                    <a:lnTo>
                      <a:pt x="67070" y="19"/>
                    </a:lnTo>
                    <a:lnTo>
                      <a:pt x="66424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7"/>
              <p:cNvSpPr/>
              <p:nvPr/>
            </p:nvSpPr>
            <p:spPr>
              <a:xfrm>
                <a:off x="4392935" y="4364826"/>
                <a:ext cx="361758" cy="239406"/>
              </a:xfrm>
              <a:custGeom>
                <a:avLst/>
                <a:gdLst/>
                <a:ahLst/>
                <a:cxnLst/>
                <a:rect l="l" t="t" r="r" b="b"/>
                <a:pathLst>
                  <a:path w="18710" h="12382" extrusionOk="0">
                    <a:moveTo>
                      <a:pt x="9355" y="1"/>
                    </a:moveTo>
                    <a:lnTo>
                      <a:pt x="9115" y="19"/>
                    </a:lnTo>
                    <a:lnTo>
                      <a:pt x="8875" y="37"/>
                    </a:lnTo>
                    <a:lnTo>
                      <a:pt x="8635" y="56"/>
                    </a:lnTo>
                    <a:lnTo>
                      <a:pt x="8414" y="93"/>
                    </a:lnTo>
                    <a:lnTo>
                      <a:pt x="8174" y="148"/>
                    </a:lnTo>
                    <a:lnTo>
                      <a:pt x="7934" y="204"/>
                    </a:lnTo>
                    <a:lnTo>
                      <a:pt x="7713" y="277"/>
                    </a:lnTo>
                    <a:lnTo>
                      <a:pt x="7491" y="370"/>
                    </a:lnTo>
                    <a:lnTo>
                      <a:pt x="7270" y="462"/>
                    </a:lnTo>
                    <a:lnTo>
                      <a:pt x="7049" y="573"/>
                    </a:lnTo>
                    <a:lnTo>
                      <a:pt x="6846" y="683"/>
                    </a:lnTo>
                    <a:lnTo>
                      <a:pt x="6624" y="831"/>
                    </a:lnTo>
                    <a:lnTo>
                      <a:pt x="6421" y="960"/>
                    </a:lnTo>
                    <a:lnTo>
                      <a:pt x="6218" y="1108"/>
                    </a:lnTo>
                    <a:lnTo>
                      <a:pt x="6034" y="1274"/>
                    </a:lnTo>
                    <a:lnTo>
                      <a:pt x="5849" y="1458"/>
                    </a:lnTo>
                    <a:lnTo>
                      <a:pt x="0" y="7307"/>
                    </a:lnTo>
                    <a:lnTo>
                      <a:pt x="9355" y="12381"/>
                    </a:lnTo>
                    <a:lnTo>
                      <a:pt x="18710" y="7307"/>
                    </a:lnTo>
                    <a:lnTo>
                      <a:pt x="12861" y="1458"/>
                    </a:lnTo>
                    <a:lnTo>
                      <a:pt x="12676" y="1274"/>
                    </a:lnTo>
                    <a:lnTo>
                      <a:pt x="12473" y="1108"/>
                    </a:lnTo>
                    <a:lnTo>
                      <a:pt x="12270" y="960"/>
                    </a:lnTo>
                    <a:lnTo>
                      <a:pt x="12067" y="831"/>
                    </a:lnTo>
                    <a:lnTo>
                      <a:pt x="11864" y="683"/>
                    </a:lnTo>
                    <a:lnTo>
                      <a:pt x="11661" y="573"/>
                    </a:lnTo>
                    <a:lnTo>
                      <a:pt x="11440" y="462"/>
                    </a:lnTo>
                    <a:lnTo>
                      <a:pt x="11218" y="370"/>
                    </a:lnTo>
                    <a:lnTo>
                      <a:pt x="10997" y="277"/>
                    </a:lnTo>
                    <a:lnTo>
                      <a:pt x="10757" y="204"/>
                    </a:lnTo>
                    <a:lnTo>
                      <a:pt x="10536" y="148"/>
                    </a:lnTo>
                    <a:lnTo>
                      <a:pt x="10296" y="93"/>
                    </a:lnTo>
                    <a:lnTo>
                      <a:pt x="10056" y="56"/>
                    </a:lnTo>
                    <a:lnTo>
                      <a:pt x="9835" y="37"/>
                    </a:lnTo>
                    <a:lnTo>
                      <a:pt x="9595" y="19"/>
                    </a:lnTo>
                    <a:lnTo>
                      <a:pt x="9355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4377235" y="4345568"/>
                <a:ext cx="389233" cy="174460"/>
              </a:xfrm>
              <a:custGeom>
                <a:avLst/>
                <a:gdLst/>
                <a:ahLst/>
                <a:cxnLst/>
                <a:rect l="l" t="t" r="r" b="b"/>
                <a:pathLst>
                  <a:path w="20131" h="9023" extrusionOk="0">
                    <a:moveTo>
                      <a:pt x="9779" y="0"/>
                    </a:moveTo>
                    <a:lnTo>
                      <a:pt x="9503" y="19"/>
                    </a:lnTo>
                    <a:lnTo>
                      <a:pt x="9207" y="56"/>
                    </a:lnTo>
                    <a:lnTo>
                      <a:pt x="8931" y="111"/>
                    </a:lnTo>
                    <a:lnTo>
                      <a:pt x="8654" y="166"/>
                    </a:lnTo>
                    <a:lnTo>
                      <a:pt x="8377" y="240"/>
                    </a:lnTo>
                    <a:lnTo>
                      <a:pt x="8100" y="332"/>
                    </a:lnTo>
                    <a:lnTo>
                      <a:pt x="7824" y="425"/>
                    </a:lnTo>
                    <a:lnTo>
                      <a:pt x="7565" y="554"/>
                    </a:lnTo>
                    <a:lnTo>
                      <a:pt x="7289" y="683"/>
                    </a:lnTo>
                    <a:lnTo>
                      <a:pt x="7049" y="830"/>
                    </a:lnTo>
                    <a:lnTo>
                      <a:pt x="6790" y="978"/>
                    </a:lnTo>
                    <a:lnTo>
                      <a:pt x="6551" y="1144"/>
                    </a:lnTo>
                    <a:lnTo>
                      <a:pt x="6311" y="1329"/>
                    </a:lnTo>
                    <a:lnTo>
                      <a:pt x="6071" y="1532"/>
                    </a:lnTo>
                    <a:lnTo>
                      <a:pt x="5849" y="1735"/>
                    </a:lnTo>
                    <a:lnTo>
                      <a:pt x="0" y="7584"/>
                    </a:lnTo>
                    <a:lnTo>
                      <a:pt x="1421" y="9023"/>
                    </a:lnTo>
                    <a:lnTo>
                      <a:pt x="7289" y="3155"/>
                    </a:lnTo>
                    <a:lnTo>
                      <a:pt x="7584" y="2897"/>
                    </a:lnTo>
                    <a:lnTo>
                      <a:pt x="7897" y="2657"/>
                    </a:lnTo>
                    <a:lnTo>
                      <a:pt x="8230" y="2454"/>
                    </a:lnTo>
                    <a:lnTo>
                      <a:pt x="8580" y="2307"/>
                    </a:lnTo>
                    <a:lnTo>
                      <a:pt x="8949" y="2177"/>
                    </a:lnTo>
                    <a:lnTo>
                      <a:pt x="9318" y="2085"/>
                    </a:lnTo>
                    <a:lnTo>
                      <a:pt x="9687" y="2030"/>
                    </a:lnTo>
                    <a:lnTo>
                      <a:pt x="10075" y="2011"/>
                    </a:lnTo>
                    <a:lnTo>
                      <a:pt x="10444" y="2030"/>
                    </a:lnTo>
                    <a:lnTo>
                      <a:pt x="10831" y="2085"/>
                    </a:lnTo>
                    <a:lnTo>
                      <a:pt x="11200" y="2177"/>
                    </a:lnTo>
                    <a:lnTo>
                      <a:pt x="11551" y="2307"/>
                    </a:lnTo>
                    <a:lnTo>
                      <a:pt x="11901" y="2454"/>
                    </a:lnTo>
                    <a:lnTo>
                      <a:pt x="12233" y="2657"/>
                    </a:lnTo>
                    <a:lnTo>
                      <a:pt x="12566" y="2897"/>
                    </a:lnTo>
                    <a:lnTo>
                      <a:pt x="12861" y="3155"/>
                    </a:lnTo>
                    <a:lnTo>
                      <a:pt x="18710" y="9023"/>
                    </a:lnTo>
                    <a:lnTo>
                      <a:pt x="20130" y="7584"/>
                    </a:lnTo>
                    <a:lnTo>
                      <a:pt x="14281" y="1735"/>
                    </a:lnTo>
                    <a:lnTo>
                      <a:pt x="14060" y="1532"/>
                    </a:lnTo>
                    <a:lnTo>
                      <a:pt x="13820" y="1329"/>
                    </a:lnTo>
                    <a:lnTo>
                      <a:pt x="13599" y="1144"/>
                    </a:lnTo>
                    <a:lnTo>
                      <a:pt x="13340" y="978"/>
                    </a:lnTo>
                    <a:lnTo>
                      <a:pt x="13101" y="830"/>
                    </a:lnTo>
                    <a:lnTo>
                      <a:pt x="12842" y="683"/>
                    </a:lnTo>
                    <a:lnTo>
                      <a:pt x="12584" y="554"/>
                    </a:lnTo>
                    <a:lnTo>
                      <a:pt x="12307" y="425"/>
                    </a:lnTo>
                    <a:lnTo>
                      <a:pt x="12049" y="332"/>
                    </a:lnTo>
                    <a:lnTo>
                      <a:pt x="11772" y="240"/>
                    </a:lnTo>
                    <a:lnTo>
                      <a:pt x="11495" y="166"/>
                    </a:lnTo>
                    <a:lnTo>
                      <a:pt x="11200" y="111"/>
                    </a:lnTo>
                    <a:lnTo>
                      <a:pt x="10923" y="56"/>
                    </a:lnTo>
                    <a:lnTo>
                      <a:pt x="10647" y="19"/>
                    </a:lnTo>
                    <a:lnTo>
                      <a:pt x="1035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4540616" y="4473643"/>
                <a:ext cx="1833364" cy="144858"/>
              </a:xfrm>
              <a:custGeom>
                <a:avLst/>
                <a:gdLst/>
                <a:ahLst/>
                <a:cxnLst/>
                <a:rect l="l" t="t" r="r" b="b"/>
                <a:pathLst>
                  <a:path w="94821" h="7492" extrusionOk="0">
                    <a:moveTo>
                      <a:pt x="10832" y="0"/>
                    </a:moveTo>
                    <a:lnTo>
                      <a:pt x="10684" y="19"/>
                    </a:lnTo>
                    <a:lnTo>
                      <a:pt x="10555" y="37"/>
                    </a:lnTo>
                    <a:lnTo>
                      <a:pt x="10426" y="74"/>
                    </a:lnTo>
                    <a:lnTo>
                      <a:pt x="10297" y="129"/>
                    </a:lnTo>
                    <a:lnTo>
                      <a:pt x="10186" y="203"/>
                    </a:lnTo>
                    <a:lnTo>
                      <a:pt x="10075" y="258"/>
                    </a:lnTo>
                    <a:lnTo>
                      <a:pt x="9965" y="351"/>
                    </a:lnTo>
                    <a:lnTo>
                      <a:pt x="9762" y="535"/>
                    </a:lnTo>
                    <a:lnTo>
                      <a:pt x="9595" y="757"/>
                    </a:lnTo>
                    <a:lnTo>
                      <a:pt x="9466" y="978"/>
                    </a:lnTo>
                    <a:lnTo>
                      <a:pt x="9356" y="1236"/>
                    </a:lnTo>
                    <a:lnTo>
                      <a:pt x="9263" y="1421"/>
                    </a:lnTo>
                    <a:lnTo>
                      <a:pt x="9171" y="1587"/>
                    </a:lnTo>
                    <a:lnTo>
                      <a:pt x="9042" y="1771"/>
                    </a:lnTo>
                    <a:lnTo>
                      <a:pt x="8913" y="1937"/>
                    </a:lnTo>
                    <a:lnTo>
                      <a:pt x="8747" y="2085"/>
                    </a:lnTo>
                    <a:lnTo>
                      <a:pt x="8581" y="2233"/>
                    </a:lnTo>
                    <a:lnTo>
                      <a:pt x="8378" y="2380"/>
                    </a:lnTo>
                    <a:lnTo>
                      <a:pt x="8175" y="2528"/>
                    </a:lnTo>
                    <a:lnTo>
                      <a:pt x="7953" y="2657"/>
                    </a:lnTo>
                    <a:lnTo>
                      <a:pt x="7732" y="2786"/>
                    </a:lnTo>
                    <a:lnTo>
                      <a:pt x="7234" y="3008"/>
                    </a:lnTo>
                    <a:lnTo>
                      <a:pt x="6699" y="3229"/>
                    </a:lnTo>
                    <a:lnTo>
                      <a:pt x="6127" y="3413"/>
                    </a:lnTo>
                    <a:lnTo>
                      <a:pt x="5536" y="3580"/>
                    </a:lnTo>
                    <a:lnTo>
                      <a:pt x="4946" y="3709"/>
                    </a:lnTo>
                    <a:lnTo>
                      <a:pt x="4337" y="3838"/>
                    </a:lnTo>
                    <a:lnTo>
                      <a:pt x="3747" y="3930"/>
                    </a:lnTo>
                    <a:lnTo>
                      <a:pt x="3175" y="4004"/>
                    </a:lnTo>
                    <a:lnTo>
                      <a:pt x="2621" y="4059"/>
                    </a:lnTo>
                    <a:lnTo>
                      <a:pt x="2104" y="4096"/>
                    </a:lnTo>
                    <a:lnTo>
                      <a:pt x="1625" y="4133"/>
                    </a:lnTo>
                    <a:lnTo>
                      <a:pt x="1422" y="4133"/>
                    </a:lnTo>
                    <a:lnTo>
                      <a:pt x="1237" y="4170"/>
                    </a:lnTo>
                    <a:lnTo>
                      <a:pt x="1071" y="4225"/>
                    </a:lnTo>
                    <a:lnTo>
                      <a:pt x="905" y="4281"/>
                    </a:lnTo>
                    <a:lnTo>
                      <a:pt x="757" y="4373"/>
                    </a:lnTo>
                    <a:lnTo>
                      <a:pt x="628" y="4465"/>
                    </a:lnTo>
                    <a:lnTo>
                      <a:pt x="518" y="4557"/>
                    </a:lnTo>
                    <a:lnTo>
                      <a:pt x="407" y="4687"/>
                    </a:lnTo>
                    <a:lnTo>
                      <a:pt x="315" y="4797"/>
                    </a:lnTo>
                    <a:lnTo>
                      <a:pt x="222" y="4945"/>
                    </a:lnTo>
                    <a:lnTo>
                      <a:pt x="149" y="5074"/>
                    </a:lnTo>
                    <a:lnTo>
                      <a:pt x="93" y="5222"/>
                    </a:lnTo>
                    <a:lnTo>
                      <a:pt x="56" y="5369"/>
                    </a:lnTo>
                    <a:lnTo>
                      <a:pt x="19" y="5535"/>
                    </a:lnTo>
                    <a:lnTo>
                      <a:pt x="1" y="5683"/>
                    </a:lnTo>
                    <a:lnTo>
                      <a:pt x="1" y="5849"/>
                    </a:lnTo>
                    <a:lnTo>
                      <a:pt x="1" y="5997"/>
                    </a:lnTo>
                    <a:lnTo>
                      <a:pt x="19" y="6163"/>
                    </a:lnTo>
                    <a:lnTo>
                      <a:pt x="56" y="6310"/>
                    </a:lnTo>
                    <a:lnTo>
                      <a:pt x="93" y="6458"/>
                    </a:lnTo>
                    <a:lnTo>
                      <a:pt x="149" y="6606"/>
                    </a:lnTo>
                    <a:lnTo>
                      <a:pt x="222" y="6735"/>
                    </a:lnTo>
                    <a:lnTo>
                      <a:pt x="315" y="6864"/>
                    </a:lnTo>
                    <a:lnTo>
                      <a:pt x="407" y="6993"/>
                    </a:lnTo>
                    <a:lnTo>
                      <a:pt x="518" y="7104"/>
                    </a:lnTo>
                    <a:lnTo>
                      <a:pt x="628" y="7196"/>
                    </a:lnTo>
                    <a:lnTo>
                      <a:pt x="757" y="7288"/>
                    </a:lnTo>
                    <a:lnTo>
                      <a:pt x="905" y="7362"/>
                    </a:lnTo>
                    <a:lnTo>
                      <a:pt x="1071" y="7417"/>
                    </a:lnTo>
                    <a:lnTo>
                      <a:pt x="1237" y="7454"/>
                    </a:lnTo>
                    <a:lnTo>
                      <a:pt x="1422" y="7473"/>
                    </a:lnTo>
                    <a:lnTo>
                      <a:pt x="1625" y="7491"/>
                    </a:lnTo>
                    <a:lnTo>
                      <a:pt x="2381" y="7454"/>
                    </a:lnTo>
                    <a:lnTo>
                      <a:pt x="3156" y="7399"/>
                    </a:lnTo>
                    <a:lnTo>
                      <a:pt x="3968" y="7325"/>
                    </a:lnTo>
                    <a:lnTo>
                      <a:pt x="4780" y="7214"/>
                    </a:lnTo>
                    <a:lnTo>
                      <a:pt x="5592" y="7067"/>
                    </a:lnTo>
                    <a:lnTo>
                      <a:pt x="6403" y="6882"/>
                    </a:lnTo>
                    <a:lnTo>
                      <a:pt x="6809" y="6772"/>
                    </a:lnTo>
                    <a:lnTo>
                      <a:pt x="7215" y="6642"/>
                    </a:lnTo>
                    <a:lnTo>
                      <a:pt x="7603" y="6513"/>
                    </a:lnTo>
                    <a:lnTo>
                      <a:pt x="7990" y="6366"/>
                    </a:lnTo>
                    <a:lnTo>
                      <a:pt x="8378" y="6218"/>
                    </a:lnTo>
                    <a:lnTo>
                      <a:pt x="8747" y="6052"/>
                    </a:lnTo>
                    <a:lnTo>
                      <a:pt x="9116" y="5867"/>
                    </a:lnTo>
                    <a:lnTo>
                      <a:pt x="9466" y="5683"/>
                    </a:lnTo>
                    <a:lnTo>
                      <a:pt x="9817" y="5462"/>
                    </a:lnTo>
                    <a:lnTo>
                      <a:pt x="10149" y="5240"/>
                    </a:lnTo>
                    <a:lnTo>
                      <a:pt x="10463" y="5000"/>
                    </a:lnTo>
                    <a:lnTo>
                      <a:pt x="10776" y="4760"/>
                    </a:lnTo>
                    <a:lnTo>
                      <a:pt x="11053" y="4484"/>
                    </a:lnTo>
                    <a:lnTo>
                      <a:pt x="11330" y="4207"/>
                    </a:lnTo>
                    <a:lnTo>
                      <a:pt x="11588" y="3893"/>
                    </a:lnTo>
                    <a:lnTo>
                      <a:pt x="11828" y="3580"/>
                    </a:lnTo>
                    <a:lnTo>
                      <a:pt x="11943" y="3407"/>
                    </a:lnTo>
                    <a:lnTo>
                      <a:pt x="11943" y="3407"/>
                    </a:lnTo>
                    <a:lnTo>
                      <a:pt x="82993" y="6975"/>
                    </a:lnTo>
                    <a:lnTo>
                      <a:pt x="93197" y="7491"/>
                    </a:lnTo>
                    <a:lnTo>
                      <a:pt x="93400" y="7491"/>
                    </a:lnTo>
                    <a:lnTo>
                      <a:pt x="93584" y="7454"/>
                    </a:lnTo>
                    <a:lnTo>
                      <a:pt x="93750" y="7436"/>
                    </a:lnTo>
                    <a:lnTo>
                      <a:pt x="93916" y="7380"/>
                    </a:lnTo>
                    <a:lnTo>
                      <a:pt x="94046" y="7307"/>
                    </a:lnTo>
                    <a:lnTo>
                      <a:pt x="94193" y="7214"/>
                    </a:lnTo>
                    <a:lnTo>
                      <a:pt x="94304" y="7122"/>
                    </a:lnTo>
                    <a:lnTo>
                      <a:pt x="94415" y="7011"/>
                    </a:lnTo>
                    <a:lnTo>
                      <a:pt x="94507" y="6901"/>
                    </a:lnTo>
                    <a:lnTo>
                      <a:pt x="94599" y="6772"/>
                    </a:lnTo>
                    <a:lnTo>
                      <a:pt x="94654" y="6642"/>
                    </a:lnTo>
                    <a:lnTo>
                      <a:pt x="94710" y="6495"/>
                    </a:lnTo>
                    <a:lnTo>
                      <a:pt x="94765" y="6347"/>
                    </a:lnTo>
                    <a:lnTo>
                      <a:pt x="94784" y="6200"/>
                    </a:lnTo>
                    <a:lnTo>
                      <a:pt x="94802" y="6034"/>
                    </a:lnTo>
                    <a:lnTo>
                      <a:pt x="94820" y="5886"/>
                    </a:lnTo>
                    <a:lnTo>
                      <a:pt x="94802" y="5720"/>
                    </a:lnTo>
                    <a:lnTo>
                      <a:pt x="94784" y="5572"/>
                    </a:lnTo>
                    <a:lnTo>
                      <a:pt x="94765" y="5406"/>
                    </a:lnTo>
                    <a:lnTo>
                      <a:pt x="94710" y="5259"/>
                    </a:lnTo>
                    <a:lnTo>
                      <a:pt x="94654" y="5111"/>
                    </a:lnTo>
                    <a:lnTo>
                      <a:pt x="94581" y="4982"/>
                    </a:lnTo>
                    <a:lnTo>
                      <a:pt x="94507" y="4834"/>
                    </a:lnTo>
                    <a:lnTo>
                      <a:pt x="94415" y="4705"/>
                    </a:lnTo>
                    <a:lnTo>
                      <a:pt x="94304" y="4594"/>
                    </a:lnTo>
                    <a:lnTo>
                      <a:pt x="94193" y="4484"/>
                    </a:lnTo>
                    <a:lnTo>
                      <a:pt x="94046" y="4391"/>
                    </a:lnTo>
                    <a:lnTo>
                      <a:pt x="93898" y="4299"/>
                    </a:lnTo>
                    <a:lnTo>
                      <a:pt x="93750" y="4244"/>
                    </a:lnTo>
                    <a:lnTo>
                      <a:pt x="93584" y="4188"/>
                    </a:lnTo>
                    <a:lnTo>
                      <a:pt x="93400" y="4152"/>
                    </a:lnTo>
                    <a:lnTo>
                      <a:pt x="93197" y="4133"/>
                    </a:lnTo>
                    <a:lnTo>
                      <a:pt x="21164" y="517"/>
                    </a:lnTo>
                    <a:lnTo>
                      <a:pt x="1096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2770071" y="4473643"/>
                <a:ext cx="1832997" cy="144858"/>
              </a:xfrm>
              <a:custGeom>
                <a:avLst/>
                <a:gdLst/>
                <a:ahLst/>
                <a:cxnLst/>
                <a:rect l="l" t="t" r="r" b="b"/>
                <a:pathLst>
                  <a:path w="94802" h="7492" extrusionOk="0">
                    <a:moveTo>
                      <a:pt x="83842" y="0"/>
                    </a:moveTo>
                    <a:lnTo>
                      <a:pt x="11809" y="3616"/>
                    </a:lnTo>
                    <a:lnTo>
                      <a:pt x="1606" y="4133"/>
                    </a:lnTo>
                    <a:lnTo>
                      <a:pt x="1422" y="4152"/>
                    </a:lnTo>
                    <a:lnTo>
                      <a:pt x="1237" y="4188"/>
                    </a:lnTo>
                    <a:lnTo>
                      <a:pt x="1053" y="4244"/>
                    </a:lnTo>
                    <a:lnTo>
                      <a:pt x="905" y="4299"/>
                    </a:lnTo>
                    <a:lnTo>
                      <a:pt x="757" y="4391"/>
                    </a:lnTo>
                    <a:lnTo>
                      <a:pt x="628" y="4484"/>
                    </a:lnTo>
                    <a:lnTo>
                      <a:pt x="499" y="4594"/>
                    </a:lnTo>
                    <a:lnTo>
                      <a:pt x="407" y="4705"/>
                    </a:lnTo>
                    <a:lnTo>
                      <a:pt x="296" y="4834"/>
                    </a:lnTo>
                    <a:lnTo>
                      <a:pt x="222" y="4982"/>
                    </a:lnTo>
                    <a:lnTo>
                      <a:pt x="148" y="5111"/>
                    </a:lnTo>
                    <a:lnTo>
                      <a:pt x="93" y="5259"/>
                    </a:lnTo>
                    <a:lnTo>
                      <a:pt x="56" y="5406"/>
                    </a:lnTo>
                    <a:lnTo>
                      <a:pt x="19" y="5572"/>
                    </a:lnTo>
                    <a:lnTo>
                      <a:pt x="1" y="5720"/>
                    </a:lnTo>
                    <a:lnTo>
                      <a:pt x="1" y="5886"/>
                    </a:lnTo>
                    <a:lnTo>
                      <a:pt x="1" y="6034"/>
                    </a:lnTo>
                    <a:lnTo>
                      <a:pt x="19" y="6200"/>
                    </a:lnTo>
                    <a:lnTo>
                      <a:pt x="56" y="6347"/>
                    </a:lnTo>
                    <a:lnTo>
                      <a:pt x="93" y="6495"/>
                    </a:lnTo>
                    <a:lnTo>
                      <a:pt x="148" y="6642"/>
                    </a:lnTo>
                    <a:lnTo>
                      <a:pt x="222" y="6772"/>
                    </a:lnTo>
                    <a:lnTo>
                      <a:pt x="296" y="6901"/>
                    </a:lnTo>
                    <a:lnTo>
                      <a:pt x="388" y="7011"/>
                    </a:lnTo>
                    <a:lnTo>
                      <a:pt x="499" y="7122"/>
                    </a:lnTo>
                    <a:lnTo>
                      <a:pt x="628" y="7214"/>
                    </a:lnTo>
                    <a:lnTo>
                      <a:pt x="757" y="7307"/>
                    </a:lnTo>
                    <a:lnTo>
                      <a:pt x="905" y="7380"/>
                    </a:lnTo>
                    <a:lnTo>
                      <a:pt x="1053" y="7436"/>
                    </a:lnTo>
                    <a:lnTo>
                      <a:pt x="1237" y="7454"/>
                    </a:lnTo>
                    <a:lnTo>
                      <a:pt x="1422" y="7491"/>
                    </a:lnTo>
                    <a:lnTo>
                      <a:pt x="1606" y="7491"/>
                    </a:lnTo>
                    <a:lnTo>
                      <a:pt x="73639" y="3875"/>
                    </a:lnTo>
                    <a:lnTo>
                      <a:pt x="82860" y="3408"/>
                    </a:lnTo>
                    <a:lnTo>
                      <a:pt x="82860" y="3408"/>
                    </a:lnTo>
                    <a:lnTo>
                      <a:pt x="82975" y="3580"/>
                    </a:lnTo>
                    <a:lnTo>
                      <a:pt x="83215" y="3893"/>
                    </a:lnTo>
                    <a:lnTo>
                      <a:pt x="83473" y="4207"/>
                    </a:lnTo>
                    <a:lnTo>
                      <a:pt x="83750" y="4484"/>
                    </a:lnTo>
                    <a:lnTo>
                      <a:pt x="84045" y="4760"/>
                    </a:lnTo>
                    <a:lnTo>
                      <a:pt x="84340" y="5000"/>
                    </a:lnTo>
                    <a:lnTo>
                      <a:pt x="84672" y="5240"/>
                    </a:lnTo>
                    <a:lnTo>
                      <a:pt x="85004" y="5462"/>
                    </a:lnTo>
                    <a:lnTo>
                      <a:pt x="85337" y="5683"/>
                    </a:lnTo>
                    <a:lnTo>
                      <a:pt x="85687" y="5867"/>
                    </a:lnTo>
                    <a:lnTo>
                      <a:pt x="86056" y="6052"/>
                    </a:lnTo>
                    <a:lnTo>
                      <a:pt x="86425" y="6218"/>
                    </a:lnTo>
                    <a:lnTo>
                      <a:pt x="86813" y="6366"/>
                    </a:lnTo>
                    <a:lnTo>
                      <a:pt x="87200" y="6513"/>
                    </a:lnTo>
                    <a:lnTo>
                      <a:pt x="87606" y="6642"/>
                    </a:lnTo>
                    <a:lnTo>
                      <a:pt x="87993" y="6772"/>
                    </a:lnTo>
                    <a:lnTo>
                      <a:pt x="88399" y="6864"/>
                    </a:lnTo>
                    <a:lnTo>
                      <a:pt x="89211" y="7067"/>
                    </a:lnTo>
                    <a:lnTo>
                      <a:pt x="90042" y="7214"/>
                    </a:lnTo>
                    <a:lnTo>
                      <a:pt x="90853" y="7325"/>
                    </a:lnTo>
                    <a:lnTo>
                      <a:pt x="91647" y="7399"/>
                    </a:lnTo>
                    <a:lnTo>
                      <a:pt x="92440" y="7454"/>
                    </a:lnTo>
                    <a:lnTo>
                      <a:pt x="93197" y="7491"/>
                    </a:lnTo>
                    <a:lnTo>
                      <a:pt x="93381" y="7473"/>
                    </a:lnTo>
                    <a:lnTo>
                      <a:pt x="93566" y="7454"/>
                    </a:lnTo>
                    <a:lnTo>
                      <a:pt x="93750" y="7417"/>
                    </a:lnTo>
                    <a:lnTo>
                      <a:pt x="93898" y="7362"/>
                    </a:lnTo>
                    <a:lnTo>
                      <a:pt x="94045" y="7288"/>
                    </a:lnTo>
                    <a:lnTo>
                      <a:pt x="94175" y="7196"/>
                    </a:lnTo>
                    <a:lnTo>
                      <a:pt x="94304" y="7104"/>
                    </a:lnTo>
                    <a:lnTo>
                      <a:pt x="94414" y="6993"/>
                    </a:lnTo>
                    <a:lnTo>
                      <a:pt x="94507" y="6864"/>
                    </a:lnTo>
                    <a:lnTo>
                      <a:pt x="94580" y="6735"/>
                    </a:lnTo>
                    <a:lnTo>
                      <a:pt x="94654" y="6606"/>
                    </a:lnTo>
                    <a:lnTo>
                      <a:pt x="94710" y="6458"/>
                    </a:lnTo>
                    <a:lnTo>
                      <a:pt x="94747" y="6310"/>
                    </a:lnTo>
                    <a:lnTo>
                      <a:pt x="94783" y="6163"/>
                    </a:lnTo>
                    <a:lnTo>
                      <a:pt x="94802" y="5997"/>
                    </a:lnTo>
                    <a:lnTo>
                      <a:pt x="94802" y="5849"/>
                    </a:lnTo>
                    <a:lnTo>
                      <a:pt x="94802" y="5683"/>
                    </a:lnTo>
                    <a:lnTo>
                      <a:pt x="94783" y="5535"/>
                    </a:lnTo>
                    <a:lnTo>
                      <a:pt x="94747" y="5369"/>
                    </a:lnTo>
                    <a:lnTo>
                      <a:pt x="94710" y="5222"/>
                    </a:lnTo>
                    <a:lnTo>
                      <a:pt x="94654" y="5074"/>
                    </a:lnTo>
                    <a:lnTo>
                      <a:pt x="94580" y="4945"/>
                    </a:lnTo>
                    <a:lnTo>
                      <a:pt x="94507" y="4797"/>
                    </a:lnTo>
                    <a:lnTo>
                      <a:pt x="94414" y="4687"/>
                    </a:lnTo>
                    <a:lnTo>
                      <a:pt x="94304" y="4557"/>
                    </a:lnTo>
                    <a:lnTo>
                      <a:pt x="94175" y="4465"/>
                    </a:lnTo>
                    <a:lnTo>
                      <a:pt x="94045" y="4373"/>
                    </a:lnTo>
                    <a:lnTo>
                      <a:pt x="93898" y="4281"/>
                    </a:lnTo>
                    <a:lnTo>
                      <a:pt x="93750" y="4225"/>
                    </a:lnTo>
                    <a:lnTo>
                      <a:pt x="93566" y="4170"/>
                    </a:lnTo>
                    <a:lnTo>
                      <a:pt x="93381" y="4133"/>
                    </a:lnTo>
                    <a:lnTo>
                      <a:pt x="93197" y="4133"/>
                    </a:lnTo>
                    <a:lnTo>
                      <a:pt x="92717" y="4096"/>
                    </a:lnTo>
                    <a:lnTo>
                      <a:pt x="92182" y="4059"/>
                    </a:lnTo>
                    <a:lnTo>
                      <a:pt x="91628" y="4004"/>
                    </a:lnTo>
                    <a:lnTo>
                      <a:pt x="91056" y="3930"/>
                    </a:lnTo>
                    <a:lnTo>
                      <a:pt x="90466" y="3838"/>
                    </a:lnTo>
                    <a:lnTo>
                      <a:pt x="89857" y="3709"/>
                    </a:lnTo>
                    <a:lnTo>
                      <a:pt x="89267" y="3580"/>
                    </a:lnTo>
                    <a:lnTo>
                      <a:pt x="88676" y="3413"/>
                    </a:lnTo>
                    <a:lnTo>
                      <a:pt x="88123" y="3229"/>
                    </a:lnTo>
                    <a:lnTo>
                      <a:pt x="87588" y="3008"/>
                    </a:lnTo>
                    <a:lnTo>
                      <a:pt x="87089" y="2786"/>
                    </a:lnTo>
                    <a:lnTo>
                      <a:pt x="86850" y="2657"/>
                    </a:lnTo>
                    <a:lnTo>
                      <a:pt x="86628" y="2528"/>
                    </a:lnTo>
                    <a:lnTo>
                      <a:pt x="86425" y="2380"/>
                    </a:lnTo>
                    <a:lnTo>
                      <a:pt x="86241" y="2233"/>
                    </a:lnTo>
                    <a:lnTo>
                      <a:pt x="86056" y="2085"/>
                    </a:lnTo>
                    <a:lnTo>
                      <a:pt x="85909" y="1937"/>
                    </a:lnTo>
                    <a:lnTo>
                      <a:pt x="85761" y="1771"/>
                    </a:lnTo>
                    <a:lnTo>
                      <a:pt x="85632" y="1587"/>
                    </a:lnTo>
                    <a:lnTo>
                      <a:pt x="85540" y="1421"/>
                    </a:lnTo>
                    <a:lnTo>
                      <a:pt x="85466" y="1236"/>
                    </a:lnTo>
                    <a:lnTo>
                      <a:pt x="85355" y="978"/>
                    </a:lnTo>
                    <a:lnTo>
                      <a:pt x="85207" y="757"/>
                    </a:lnTo>
                    <a:lnTo>
                      <a:pt x="85041" y="535"/>
                    </a:lnTo>
                    <a:lnTo>
                      <a:pt x="84838" y="351"/>
                    </a:lnTo>
                    <a:lnTo>
                      <a:pt x="84635" y="203"/>
                    </a:lnTo>
                    <a:lnTo>
                      <a:pt x="84506" y="129"/>
                    </a:lnTo>
                    <a:lnTo>
                      <a:pt x="84377" y="74"/>
                    </a:lnTo>
                    <a:lnTo>
                      <a:pt x="84248" y="37"/>
                    </a:lnTo>
                    <a:lnTo>
                      <a:pt x="84119" y="19"/>
                    </a:lnTo>
                    <a:lnTo>
                      <a:pt x="8399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7"/>
              <p:cNvSpPr/>
              <p:nvPr/>
            </p:nvSpPr>
            <p:spPr>
              <a:xfrm>
                <a:off x="4794271" y="3312770"/>
                <a:ext cx="802344" cy="802344"/>
              </a:xfrm>
              <a:custGeom>
                <a:avLst/>
                <a:gdLst/>
                <a:ahLst/>
                <a:cxnLst/>
                <a:rect l="l" t="t" r="r" b="b"/>
                <a:pathLst>
                  <a:path w="41497" h="41497" fill="none" extrusionOk="0">
                    <a:moveTo>
                      <a:pt x="34522" y="36275"/>
                    </a:moveTo>
                    <a:lnTo>
                      <a:pt x="34522" y="36275"/>
                    </a:lnTo>
                    <a:lnTo>
                      <a:pt x="34116" y="36626"/>
                    </a:lnTo>
                    <a:lnTo>
                      <a:pt x="33711" y="36958"/>
                    </a:lnTo>
                    <a:lnTo>
                      <a:pt x="33286" y="37290"/>
                    </a:lnTo>
                    <a:lnTo>
                      <a:pt x="32862" y="37604"/>
                    </a:lnTo>
                    <a:lnTo>
                      <a:pt x="32437" y="37899"/>
                    </a:lnTo>
                    <a:lnTo>
                      <a:pt x="32013" y="38194"/>
                    </a:lnTo>
                    <a:lnTo>
                      <a:pt x="31570" y="38471"/>
                    </a:lnTo>
                    <a:lnTo>
                      <a:pt x="31127" y="38729"/>
                    </a:lnTo>
                    <a:lnTo>
                      <a:pt x="30666" y="38988"/>
                    </a:lnTo>
                    <a:lnTo>
                      <a:pt x="30223" y="39227"/>
                    </a:lnTo>
                    <a:lnTo>
                      <a:pt x="29762" y="39449"/>
                    </a:lnTo>
                    <a:lnTo>
                      <a:pt x="29301" y="39670"/>
                    </a:lnTo>
                    <a:lnTo>
                      <a:pt x="28821" y="39873"/>
                    </a:lnTo>
                    <a:lnTo>
                      <a:pt x="28360" y="40058"/>
                    </a:lnTo>
                    <a:lnTo>
                      <a:pt x="27880" y="40242"/>
                    </a:lnTo>
                    <a:lnTo>
                      <a:pt x="27400" y="40408"/>
                    </a:lnTo>
                    <a:lnTo>
                      <a:pt x="26921" y="40574"/>
                    </a:lnTo>
                    <a:lnTo>
                      <a:pt x="26441" y="40704"/>
                    </a:lnTo>
                    <a:lnTo>
                      <a:pt x="25961" y="40851"/>
                    </a:lnTo>
                    <a:lnTo>
                      <a:pt x="25463" y="40962"/>
                    </a:lnTo>
                    <a:lnTo>
                      <a:pt x="24983" y="41073"/>
                    </a:lnTo>
                    <a:lnTo>
                      <a:pt x="24485" y="41165"/>
                    </a:lnTo>
                    <a:lnTo>
                      <a:pt x="23987" y="41257"/>
                    </a:lnTo>
                    <a:lnTo>
                      <a:pt x="23489" y="41312"/>
                    </a:lnTo>
                    <a:lnTo>
                      <a:pt x="23009" y="41386"/>
                    </a:lnTo>
                    <a:lnTo>
                      <a:pt x="22511" y="41423"/>
                    </a:lnTo>
                    <a:lnTo>
                      <a:pt x="22013" y="41460"/>
                    </a:lnTo>
                    <a:lnTo>
                      <a:pt x="21514" y="41497"/>
                    </a:lnTo>
                    <a:lnTo>
                      <a:pt x="21016" y="41497"/>
                    </a:lnTo>
                    <a:lnTo>
                      <a:pt x="20518" y="41497"/>
                    </a:lnTo>
                    <a:lnTo>
                      <a:pt x="20020" y="41497"/>
                    </a:lnTo>
                    <a:lnTo>
                      <a:pt x="19522" y="41460"/>
                    </a:lnTo>
                    <a:lnTo>
                      <a:pt x="19024" y="41423"/>
                    </a:lnTo>
                    <a:lnTo>
                      <a:pt x="18525" y="41386"/>
                    </a:lnTo>
                    <a:lnTo>
                      <a:pt x="18027" y="41331"/>
                    </a:lnTo>
                    <a:lnTo>
                      <a:pt x="17529" y="41257"/>
                    </a:lnTo>
                    <a:lnTo>
                      <a:pt x="17049" y="41165"/>
                    </a:lnTo>
                    <a:lnTo>
                      <a:pt x="16551" y="41073"/>
                    </a:lnTo>
                    <a:lnTo>
                      <a:pt x="16071" y="40962"/>
                    </a:lnTo>
                    <a:lnTo>
                      <a:pt x="15573" y="40851"/>
                    </a:lnTo>
                    <a:lnTo>
                      <a:pt x="15094" y="40722"/>
                    </a:lnTo>
                    <a:lnTo>
                      <a:pt x="14614" y="40574"/>
                    </a:lnTo>
                    <a:lnTo>
                      <a:pt x="14134" y="40427"/>
                    </a:lnTo>
                    <a:lnTo>
                      <a:pt x="13673" y="40261"/>
                    </a:lnTo>
                    <a:lnTo>
                      <a:pt x="13193" y="40076"/>
                    </a:lnTo>
                    <a:lnTo>
                      <a:pt x="12732" y="39892"/>
                    </a:lnTo>
                    <a:lnTo>
                      <a:pt x="12271" y="39689"/>
                    </a:lnTo>
                    <a:lnTo>
                      <a:pt x="11809" y="39486"/>
                    </a:lnTo>
                    <a:lnTo>
                      <a:pt x="11348" y="39264"/>
                    </a:lnTo>
                    <a:lnTo>
                      <a:pt x="10905" y="39025"/>
                    </a:lnTo>
                    <a:lnTo>
                      <a:pt x="10462" y="38785"/>
                    </a:lnTo>
                    <a:lnTo>
                      <a:pt x="10019" y="38526"/>
                    </a:lnTo>
                    <a:lnTo>
                      <a:pt x="9595" y="38250"/>
                    </a:lnTo>
                    <a:lnTo>
                      <a:pt x="9152" y="37973"/>
                    </a:lnTo>
                    <a:lnTo>
                      <a:pt x="8728" y="37678"/>
                    </a:lnTo>
                    <a:lnTo>
                      <a:pt x="8322" y="37382"/>
                    </a:lnTo>
                    <a:lnTo>
                      <a:pt x="7916" y="37050"/>
                    </a:lnTo>
                    <a:lnTo>
                      <a:pt x="7510" y="36737"/>
                    </a:lnTo>
                    <a:lnTo>
                      <a:pt x="7104" y="36386"/>
                    </a:lnTo>
                    <a:lnTo>
                      <a:pt x="6717" y="36035"/>
                    </a:lnTo>
                    <a:lnTo>
                      <a:pt x="6329" y="35685"/>
                    </a:lnTo>
                    <a:lnTo>
                      <a:pt x="5960" y="35316"/>
                    </a:lnTo>
                    <a:lnTo>
                      <a:pt x="5591" y="34928"/>
                    </a:lnTo>
                    <a:lnTo>
                      <a:pt x="5222" y="34522"/>
                    </a:lnTo>
                    <a:lnTo>
                      <a:pt x="5222" y="34522"/>
                    </a:lnTo>
                    <a:lnTo>
                      <a:pt x="4872" y="34117"/>
                    </a:lnTo>
                    <a:lnTo>
                      <a:pt x="4540" y="33711"/>
                    </a:lnTo>
                    <a:lnTo>
                      <a:pt x="4207" y="33286"/>
                    </a:lnTo>
                    <a:lnTo>
                      <a:pt x="3894" y="32862"/>
                    </a:lnTo>
                    <a:lnTo>
                      <a:pt x="3599" y="32438"/>
                    </a:lnTo>
                    <a:lnTo>
                      <a:pt x="3303" y="31995"/>
                    </a:lnTo>
                    <a:lnTo>
                      <a:pt x="3027" y="31570"/>
                    </a:lnTo>
                    <a:lnTo>
                      <a:pt x="2768" y="31128"/>
                    </a:lnTo>
                    <a:lnTo>
                      <a:pt x="2510" y="30666"/>
                    </a:lnTo>
                    <a:lnTo>
                      <a:pt x="2270" y="30205"/>
                    </a:lnTo>
                    <a:lnTo>
                      <a:pt x="2049" y="29762"/>
                    </a:lnTo>
                    <a:lnTo>
                      <a:pt x="1827" y="29282"/>
                    </a:lnTo>
                    <a:lnTo>
                      <a:pt x="1624" y="28821"/>
                    </a:lnTo>
                    <a:lnTo>
                      <a:pt x="1440" y="28360"/>
                    </a:lnTo>
                    <a:lnTo>
                      <a:pt x="1255" y="27880"/>
                    </a:lnTo>
                    <a:lnTo>
                      <a:pt x="1089" y="27400"/>
                    </a:lnTo>
                    <a:lnTo>
                      <a:pt x="923" y="26921"/>
                    </a:lnTo>
                    <a:lnTo>
                      <a:pt x="776" y="26441"/>
                    </a:lnTo>
                    <a:lnTo>
                      <a:pt x="646" y="25961"/>
                    </a:lnTo>
                    <a:lnTo>
                      <a:pt x="536" y="25463"/>
                    </a:lnTo>
                    <a:lnTo>
                      <a:pt x="425" y="24983"/>
                    </a:lnTo>
                    <a:lnTo>
                      <a:pt x="333" y="24485"/>
                    </a:lnTo>
                    <a:lnTo>
                      <a:pt x="240" y="23987"/>
                    </a:lnTo>
                    <a:lnTo>
                      <a:pt x="167" y="23489"/>
                    </a:lnTo>
                    <a:lnTo>
                      <a:pt x="111" y="22991"/>
                    </a:lnTo>
                    <a:lnTo>
                      <a:pt x="74" y="22511"/>
                    </a:lnTo>
                    <a:lnTo>
                      <a:pt x="38" y="22013"/>
                    </a:lnTo>
                    <a:lnTo>
                      <a:pt x="1" y="21515"/>
                    </a:lnTo>
                    <a:lnTo>
                      <a:pt x="1" y="21016"/>
                    </a:lnTo>
                    <a:lnTo>
                      <a:pt x="1" y="20518"/>
                    </a:lnTo>
                    <a:lnTo>
                      <a:pt x="1" y="20020"/>
                    </a:lnTo>
                    <a:lnTo>
                      <a:pt x="38" y="19522"/>
                    </a:lnTo>
                    <a:lnTo>
                      <a:pt x="74" y="19024"/>
                    </a:lnTo>
                    <a:lnTo>
                      <a:pt x="111" y="18526"/>
                    </a:lnTo>
                    <a:lnTo>
                      <a:pt x="167" y="18027"/>
                    </a:lnTo>
                    <a:lnTo>
                      <a:pt x="240" y="17529"/>
                    </a:lnTo>
                    <a:lnTo>
                      <a:pt x="333" y="17049"/>
                    </a:lnTo>
                    <a:lnTo>
                      <a:pt x="425" y="16551"/>
                    </a:lnTo>
                    <a:lnTo>
                      <a:pt x="517" y="16072"/>
                    </a:lnTo>
                    <a:lnTo>
                      <a:pt x="646" y="15573"/>
                    </a:lnTo>
                    <a:lnTo>
                      <a:pt x="776" y="15094"/>
                    </a:lnTo>
                    <a:lnTo>
                      <a:pt x="923" y="14614"/>
                    </a:lnTo>
                    <a:lnTo>
                      <a:pt x="1071" y="14134"/>
                    </a:lnTo>
                    <a:lnTo>
                      <a:pt x="1237" y="13673"/>
                    </a:lnTo>
                    <a:lnTo>
                      <a:pt x="1403" y="13193"/>
                    </a:lnTo>
                    <a:lnTo>
                      <a:pt x="1606" y="12732"/>
                    </a:lnTo>
                    <a:lnTo>
                      <a:pt x="1790" y="12271"/>
                    </a:lnTo>
                    <a:lnTo>
                      <a:pt x="2012" y="11809"/>
                    </a:lnTo>
                    <a:lnTo>
                      <a:pt x="2233" y="11348"/>
                    </a:lnTo>
                    <a:lnTo>
                      <a:pt x="2473" y="10905"/>
                    </a:lnTo>
                    <a:lnTo>
                      <a:pt x="2713" y="10463"/>
                    </a:lnTo>
                    <a:lnTo>
                      <a:pt x="2971" y="10020"/>
                    </a:lnTo>
                    <a:lnTo>
                      <a:pt x="3248" y="9595"/>
                    </a:lnTo>
                    <a:lnTo>
                      <a:pt x="3525" y="9152"/>
                    </a:lnTo>
                    <a:lnTo>
                      <a:pt x="3820" y="8728"/>
                    </a:lnTo>
                    <a:lnTo>
                      <a:pt x="4115" y="8322"/>
                    </a:lnTo>
                    <a:lnTo>
                      <a:pt x="4429" y="7916"/>
                    </a:lnTo>
                    <a:lnTo>
                      <a:pt x="4761" y="7510"/>
                    </a:lnTo>
                    <a:lnTo>
                      <a:pt x="5112" y="7104"/>
                    </a:lnTo>
                    <a:lnTo>
                      <a:pt x="5462" y="6717"/>
                    </a:lnTo>
                    <a:lnTo>
                      <a:pt x="5813" y="6330"/>
                    </a:lnTo>
                    <a:lnTo>
                      <a:pt x="6182" y="5960"/>
                    </a:lnTo>
                    <a:lnTo>
                      <a:pt x="6569" y="5591"/>
                    </a:lnTo>
                    <a:lnTo>
                      <a:pt x="6975" y="5222"/>
                    </a:lnTo>
                    <a:lnTo>
                      <a:pt x="6975" y="5222"/>
                    </a:lnTo>
                    <a:lnTo>
                      <a:pt x="7381" y="4872"/>
                    </a:lnTo>
                    <a:lnTo>
                      <a:pt x="7787" y="4540"/>
                    </a:lnTo>
                    <a:lnTo>
                      <a:pt x="8211" y="4208"/>
                    </a:lnTo>
                    <a:lnTo>
                      <a:pt x="8636" y="3894"/>
                    </a:lnTo>
                    <a:lnTo>
                      <a:pt x="9060" y="3599"/>
                    </a:lnTo>
                    <a:lnTo>
                      <a:pt x="9484" y="3304"/>
                    </a:lnTo>
                    <a:lnTo>
                      <a:pt x="9927" y="3027"/>
                    </a:lnTo>
                    <a:lnTo>
                      <a:pt x="10370" y="2768"/>
                    </a:lnTo>
                    <a:lnTo>
                      <a:pt x="10831" y="2510"/>
                    </a:lnTo>
                    <a:lnTo>
                      <a:pt x="11274" y="2270"/>
                    </a:lnTo>
                    <a:lnTo>
                      <a:pt x="11735" y="2049"/>
                    </a:lnTo>
                    <a:lnTo>
                      <a:pt x="12197" y="1827"/>
                    </a:lnTo>
                    <a:lnTo>
                      <a:pt x="12676" y="1625"/>
                    </a:lnTo>
                    <a:lnTo>
                      <a:pt x="13138" y="1422"/>
                    </a:lnTo>
                    <a:lnTo>
                      <a:pt x="13617" y="1256"/>
                    </a:lnTo>
                    <a:lnTo>
                      <a:pt x="14097" y="1089"/>
                    </a:lnTo>
                    <a:lnTo>
                      <a:pt x="14577" y="923"/>
                    </a:lnTo>
                    <a:lnTo>
                      <a:pt x="15057" y="776"/>
                    </a:lnTo>
                    <a:lnTo>
                      <a:pt x="15536" y="647"/>
                    </a:lnTo>
                    <a:lnTo>
                      <a:pt x="16035" y="536"/>
                    </a:lnTo>
                    <a:lnTo>
                      <a:pt x="16514" y="425"/>
                    </a:lnTo>
                    <a:lnTo>
                      <a:pt x="17012" y="333"/>
                    </a:lnTo>
                    <a:lnTo>
                      <a:pt x="17511" y="241"/>
                    </a:lnTo>
                    <a:lnTo>
                      <a:pt x="18009" y="167"/>
                    </a:lnTo>
                    <a:lnTo>
                      <a:pt x="18488" y="112"/>
                    </a:lnTo>
                    <a:lnTo>
                      <a:pt x="18987" y="56"/>
                    </a:lnTo>
                    <a:lnTo>
                      <a:pt x="19485" y="38"/>
                    </a:lnTo>
                    <a:lnTo>
                      <a:pt x="19983" y="1"/>
                    </a:lnTo>
                    <a:lnTo>
                      <a:pt x="20481" y="1"/>
                    </a:lnTo>
                    <a:lnTo>
                      <a:pt x="20979" y="1"/>
                    </a:lnTo>
                    <a:lnTo>
                      <a:pt x="21478" y="1"/>
                    </a:lnTo>
                    <a:lnTo>
                      <a:pt x="21976" y="38"/>
                    </a:lnTo>
                    <a:lnTo>
                      <a:pt x="22474" y="56"/>
                    </a:lnTo>
                    <a:lnTo>
                      <a:pt x="22972" y="112"/>
                    </a:lnTo>
                    <a:lnTo>
                      <a:pt x="23470" y="167"/>
                    </a:lnTo>
                    <a:lnTo>
                      <a:pt x="23968" y="241"/>
                    </a:lnTo>
                    <a:lnTo>
                      <a:pt x="24448" y="333"/>
                    </a:lnTo>
                    <a:lnTo>
                      <a:pt x="24946" y="425"/>
                    </a:lnTo>
                    <a:lnTo>
                      <a:pt x="25426" y="517"/>
                    </a:lnTo>
                    <a:lnTo>
                      <a:pt x="25906" y="647"/>
                    </a:lnTo>
                    <a:lnTo>
                      <a:pt x="26404" y="776"/>
                    </a:lnTo>
                    <a:lnTo>
                      <a:pt x="26884" y="923"/>
                    </a:lnTo>
                    <a:lnTo>
                      <a:pt x="27345" y="1071"/>
                    </a:lnTo>
                    <a:lnTo>
                      <a:pt x="27825" y="1237"/>
                    </a:lnTo>
                    <a:lnTo>
                      <a:pt x="28304" y="1403"/>
                    </a:lnTo>
                    <a:lnTo>
                      <a:pt x="28766" y="1606"/>
                    </a:lnTo>
                    <a:lnTo>
                      <a:pt x="29227" y="1791"/>
                    </a:lnTo>
                    <a:lnTo>
                      <a:pt x="29688" y="2012"/>
                    </a:lnTo>
                    <a:lnTo>
                      <a:pt x="30131" y="2233"/>
                    </a:lnTo>
                    <a:lnTo>
                      <a:pt x="30592" y="2473"/>
                    </a:lnTo>
                    <a:lnTo>
                      <a:pt x="31035" y="2713"/>
                    </a:lnTo>
                    <a:lnTo>
                      <a:pt x="31478" y="2971"/>
                    </a:lnTo>
                    <a:lnTo>
                      <a:pt x="31902" y="3248"/>
                    </a:lnTo>
                    <a:lnTo>
                      <a:pt x="32345" y="3525"/>
                    </a:lnTo>
                    <a:lnTo>
                      <a:pt x="32751" y="3820"/>
                    </a:lnTo>
                    <a:lnTo>
                      <a:pt x="33175" y="4115"/>
                    </a:lnTo>
                    <a:lnTo>
                      <a:pt x="33581" y="4429"/>
                    </a:lnTo>
                    <a:lnTo>
                      <a:pt x="33987" y="4761"/>
                    </a:lnTo>
                    <a:lnTo>
                      <a:pt x="34393" y="5093"/>
                    </a:lnTo>
                    <a:lnTo>
                      <a:pt x="34781" y="5444"/>
                    </a:lnTo>
                    <a:lnTo>
                      <a:pt x="35168" y="5813"/>
                    </a:lnTo>
                    <a:lnTo>
                      <a:pt x="35537" y="6182"/>
                    </a:lnTo>
                    <a:lnTo>
                      <a:pt x="35906" y="6569"/>
                    </a:lnTo>
                    <a:lnTo>
                      <a:pt x="36275" y="6975"/>
                    </a:lnTo>
                    <a:lnTo>
                      <a:pt x="36275" y="6975"/>
                    </a:lnTo>
                    <a:lnTo>
                      <a:pt x="36626" y="7381"/>
                    </a:lnTo>
                    <a:lnTo>
                      <a:pt x="36958" y="7787"/>
                    </a:lnTo>
                    <a:lnTo>
                      <a:pt x="37290" y="8193"/>
                    </a:lnTo>
                    <a:lnTo>
                      <a:pt x="37604" y="8617"/>
                    </a:lnTo>
                    <a:lnTo>
                      <a:pt x="37899" y="9060"/>
                    </a:lnTo>
                    <a:lnTo>
                      <a:pt x="38194" y="9485"/>
                    </a:lnTo>
                    <a:lnTo>
                      <a:pt x="38471" y="9927"/>
                    </a:lnTo>
                    <a:lnTo>
                      <a:pt x="38729" y="10370"/>
                    </a:lnTo>
                    <a:lnTo>
                      <a:pt x="38987" y="10832"/>
                    </a:lnTo>
                    <a:lnTo>
                      <a:pt x="39227" y="11274"/>
                    </a:lnTo>
                    <a:lnTo>
                      <a:pt x="39449" y="11736"/>
                    </a:lnTo>
                    <a:lnTo>
                      <a:pt x="39670" y="12197"/>
                    </a:lnTo>
                    <a:lnTo>
                      <a:pt x="39873" y="12677"/>
                    </a:lnTo>
                    <a:lnTo>
                      <a:pt x="40058" y="13138"/>
                    </a:lnTo>
                    <a:lnTo>
                      <a:pt x="40242" y="13618"/>
                    </a:lnTo>
                    <a:lnTo>
                      <a:pt x="40408" y="14097"/>
                    </a:lnTo>
                    <a:lnTo>
                      <a:pt x="40574" y="14577"/>
                    </a:lnTo>
                    <a:lnTo>
                      <a:pt x="40703" y="15057"/>
                    </a:lnTo>
                    <a:lnTo>
                      <a:pt x="40851" y="15537"/>
                    </a:lnTo>
                    <a:lnTo>
                      <a:pt x="40962" y="16035"/>
                    </a:lnTo>
                    <a:lnTo>
                      <a:pt x="41072" y="16514"/>
                    </a:lnTo>
                    <a:lnTo>
                      <a:pt x="41165" y="17013"/>
                    </a:lnTo>
                    <a:lnTo>
                      <a:pt x="41257" y="17511"/>
                    </a:lnTo>
                    <a:lnTo>
                      <a:pt x="41331" y="17990"/>
                    </a:lnTo>
                    <a:lnTo>
                      <a:pt x="41386" y="18489"/>
                    </a:lnTo>
                    <a:lnTo>
                      <a:pt x="41423" y="18987"/>
                    </a:lnTo>
                    <a:lnTo>
                      <a:pt x="41460" y="19485"/>
                    </a:lnTo>
                    <a:lnTo>
                      <a:pt x="41497" y="19983"/>
                    </a:lnTo>
                    <a:lnTo>
                      <a:pt x="41497" y="20481"/>
                    </a:lnTo>
                    <a:lnTo>
                      <a:pt x="41497" y="20980"/>
                    </a:lnTo>
                    <a:lnTo>
                      <a:pt x="41497" y="21478"/>
                    </a:lnTo>
                    <a:lnTo>
                      <a:pt x="41460" y="21976"/>
                    </a:lnTo>
                    <a:lnTo>
                      <a:pt x="41423" y="22474"/>
                    </a:lnTo>
                    <a:lnTo>
                      <a:pt x="41386" y="22972"/>
                    </a:lnTo>
                    <a:lnTo>
                      <a:pt x="41331" y="23470"/>
                    </a:lnTo>
                    <a:lnTo>
                      <a:pt x="41257" y="23950"/>
                    </a:lnTo>
                    <a:lnTo>
                      <a:pt x="41165" y="24448"/>
                    </a:lnTo>
                    <a:lnTo>
                      <a:pt x="41072" y="24946"/>
                    </a:lnTo>
                    <a:lnTo>
                      <a:pt x="40962" y="25426"/>
                    </a:lnTo>
                    <a:lnTo>
                      <a:pt x="40851" y="25906"/>
                    </a:lnTo>
                    <a:lnTo>
                      <a:pt x="40722" y="26404"/>
                    </a:lnTo>
                    <a:lnTo>
                      <a:pt x="40574" y="26884"/>
                    </a:lnTo>
                    <a:lnTo>
                      <a:pt x="40427" y="27345"/>
                    </a:lnTo>
                    <a:lnTo>
                      <a:pt x="40261" y="27825"/>
                    </a:lnTo>
                    <a:lnTo>
                      <a:pt x="40095" y="28305"/>
                    </a:lnTo>
                    <a:lnTo>
                      <a:pt x="39892" y="28766"/>
                    </a:lnTo>
                    <a:lnTo>
                      <a:pt x="39689" y="29227"/>
                    </a:lnTo>
                    <a:lnTo>
                      <a:pt x="39486" y="29688"/>
                    </a:lnTo>
                    <a:lnTo>
                      <a:pt x="39264" y="30131"/>
                    </a:lnTo>
                    <a:lnTo>
                      <a:pt x="39024" y="30592"/>
                    </a:lnTo>
                    <a:lnTo>
                      <a:pt x="38785" y="31035"/>
                    </a:lnTo>
                    <a:lnTo>
                      <a:pt x="38526" y="31478"/>
                    </a:lnTo>
                    <a:lnTo>
                      <a:pt x="38249" y="31902"/>
                    </a:lnTo>
                    <a:lnTo>
                      <a:pt x="37973" y="32327"/>
                    </a:lnTo>
                    <a:lnTo>
                      <a:pt x="37677" y="32751"/>
                    </a:lnTo>
                    <a:lnTo>
                      <a:pt x="37382" y="33176"/>
                    </a:lnTo>
                    <a:lnTo>
                      <a:pt x="37069" y="33581"/>
                    </a:lnTo>
                    <a:lnTo>
                      <a:pt x="36736" y="33987"/>
                    </a:lnTo>
                    <a:lnTo>
                      <a:pt x="36386" y="34393"/>
                    </a:lnTo>
                    <a:lnTo>
                      <a:pt x="36035" y="34781"/>
                    </a:lnTo>
                    <a:lnTo>
                      <a:pt x="35685" y="35168"/>
                    </a:lnTo>
                    <a:lnTo>
                      <a:pt x="35316" y="35537"/>
                    </a:lnTo>
                    <a:lnTo>
                      <a:pt x="34928" y="35906"/>
                    </a:lnTo>
                    <a:lnTo>
                      <a:pt x="34522" y="3627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7"/>
              <p:cNvSpPr/>
              <p:nvPr/>
            </p:nvSpPr>
            <p:spPr>
              <a:xfrm>
                <a:off x="4794271" y="3312770"/>
                <a:ext cx="746350" cy="508394"/>
              </a:xfrm>
              <a:custGeom>
                <a:avLst/>
                <a:gdLst/>
                <a:ahLst/>
                <a:cxnLst/>
                <a:rect l="l" t="t" r="r" b="b"/>
                <a:pathLst>
                  <a:path w="38601" h="26294" fill="none" extrusionOk="0">
                    <a:moveTo>
                      <a:pt x="20739" y="1"/>
                    </a:moveTo>
                    <a:lnTo>
                      <a:pt x="20739" y="1"/>
                    </a:lnTo>
                    <a:lnTo>
                      <a:pt x="20647" y="1"/>
                    </a:lnTo>
                    <a:lnTo>
                      <a:pt x="20647" y="1"/>
                    </a:lnTo>
                    <a:lnTo>
                      <a:pt x="19743" y="19"/>
                    </a:lnTo>
                    <a:lnTo>
                      <a:pt x="18821" y="75"/>
                    </a:lnTo>
                    <a:lnTo>
                      <a:pt x="17916" y="185"/>
                    </a:lnTo>
                    <a:lnTo>
                      <a:pt x="17012" y="333"/>
                    </a:lnTo>
                    <a:lnTo>
                      <a:pt x="16108" y="517"/>
                    </a:lnTo>
                    <a:lnTo>
                      <a:pt x="15223" y="739"/>
                    </a:lnTo>
                    <a:lnTo>
                      <a:pt x="14337" y="997"/>
                    </a:lnTo>
                    <a:lnTo>
                      <a:pt x="13451" y="1311"/>
                    </a:lnTo>
                    <a:lnTo>
                      <a:pt x="12584" y="1661"/>
                    </a:lnTo>
                    <a:lnTo>
                      <a:pt x="11735" y="2049"/>
                    </a:lnTo>
                    <a:lnTo>
                      <a:pt x="10905" y="2473"/>
                    </a:lnTo>
                    <a:lnTo>
                      <a:pt x="10075" y="2935"/>
                    </a:lnTo>
                    <a:lnTo>
                      <a:pt x="9281" y="3451"/>
                    </a:lnTo>
                    <a:lnTo>
                      <a:pt x="8876" y="3728"/>
                    </a:lnTo>
                    <a:lnTo>
                      <a:pt x="8488" y="4005"/>
                    </a:lnTo>
                    <a:lnTo>
                      <a:pt x="8101" y="4300"/>
                    </a:lnTo>
                    <a:lnTo>
                      <a:pt x="7713" y="4595"/>
                    </a:lnTo>
                    <a:lnTo>
                      <a:pt x="7344" y="4909"/>
                    </a:lnTo>
                    <a:lnTo>
                      <a:pt x="6975" y="5222"/>
                    </a:lnTo>
                    <a:lnTo>
                      <a:pt x="6975" y="5222"/>
                    </a:lnTo>
                    <a:lnTo>
                      <a:pt x="6403" y="5739"/>
                    </a:lnTo>
                    <a:lnTo>
                      <a:pt x="5868" y="6274"/>
                    </a:lnTo>
                    <a:lnTo>
                      <a:pt x="5351" y="6828"/>
                    </a:lnTo>
                    <a:lnTo>
                      <a:pt x="4853" y="7381"/>
                    </a:lnTo>
                    <a:lnTo>
                      <a:pt x="4392" y="7972"/>
                    </a:lnTo>
                    <a:lnTo>
                      <a:pt x="3949" y="8562"/>
                    </a:lnTo>
                    <a:lnTo>
                      <a:pt x="3525" y="9152"/>
                    </a:lnTo>
                    <a:lnTo>
                      <a:pt x="3119" y="9761"/>
                    </a:lnTo>
                    <a:lnTo>
                      <a:pt x="2750" y="10389"/>
                    </a:lnTo>
                    <a:lnTo>
                      <a:pt x="2399" y="11034"/>
                    </a:lnTo>
                    <a:lnTo>
                      <a:pt x="2067" y="11680"/>
                    </a:lnTo>
                    <a:lnTo>
                      <a:pt x="1772" y="12326"/>
                    </a:lnTo>
                    <a:lnTo>
                      <a:pt x="1495" y="12990"/>
                    </a:lnTo>
                    <a:lnTo>
                      <a:pt x="1237" y="13655"/>
                    </a:lnTo>
                    <a:lnTo>
                      <a:pt x="997" y="14337"/>
                    </a:lnTo>
                    <a:lnTo>
                      <a:pt x="794" y="15020"/>
                    </a:lnTo>
                    <a:lnTo>
                      <a:pt x="610" y="15721"/>
                    </a:lnTo>
                    <a:lnTo>
                      <a:pt x="443" y="16404"/>
                    </a:lnTo>
                    <a:lnTo>
                      <a:pt x="314" y="17105"/>
                    </a:lnTo>
                    <a:lnTo>
                      <a:pt x="204" y="17806"/>
                    </a:lnTo>
                    <a:lnTo>
                      <a:pt x="111" y="18507"/>
                    </a:lnTo>
                    <a:lnTo>
                      <a:pt x="56" y="19227"/>
                    </a:lnTo>
                    <a:lnTo>
                      <a:pt x="1" y="19928"/>
                    </a:lnTo>
                    <a:lnTo>
                      <a:pt x="1" y="20647"/>
                    </a:lnTo>
                    <a:lnTo>
                      <a:pt x="1" y="21349"/>
                    </a:lnTo>
                    <a:lnTo>
                      <a:pt x="38" y="22068"/>
                    </a:lnTo>
                    <a:lnTo>
                      <a:pt x="93" y="22769"/>
                    </a:lnTo>
                    <a:lnTo>
                      <a:pt x="167" y="23489"/>
                    </a:lnTo>
                    <a:lnTo>
                      <a:pt x="277" y="24190"/>
                    </a:lnTo>
                    <a:lnTo>
                      <a:pt x="407" y="24891"/>
                    </a:lnTo>
                    <a:lnTo>
                      <a:pt x="554" y="25592"/>
                    </a:lnTo>
                    <a:lnTo>
                      <a:pt x="739" y="26293"/>
                    </a:lnTo>
                    <a:lnTo>
                      <a:pt x="739" y="26293"/>
                    </a:lnTo>
                    <a:lnTo>
                      <a:pt x="1790" y="25648"/>
                    </a:lnTo>
                    <a:lnTo>
                      <a:pt x="2861" y="25020"/>
                    </a:lnTo>
                    <a:lnTo>
                      <a:pt x="3949" y="24393"/>
                    </a:lnTo>
                    <a:lnTo>
                      <a:pt x="5075" y="23803"/>
                    </a:lnTo>
                    <a:lnTo>
                      <a:pt x="6219" y="23231"/>
                    </a:lnTo>
                    <a:lnTo>
                      <a:pt x="7381" y="22659"/>
                    </a:lnTo>
                    <a:lnTo>
                      <a:pt x="8562" y="22123"/>
                    </a:lnTo>
                    <a:lnTo>
                      <a:pt x="9761" y="21570"/>
                    </a:lnTo>
                    <a:lnTo>
                      <a:pt x="10979" y="21053"/>
                    </a:lnTo>
                    <a:lnTo>
                      <a:pt x="12197" y="20537"/>
                    </a:lnTo>
                    <a:lnTo>
                      <a:pt x="13433" y="20039"/>
                    </a:lnTo>
                    <a:lnTo>
                      <a:pt x="14669" y="19540"/>
                    </a:lnTo>
                    <a:lnTo>
                      <a:pt x="17178" y="18581"/>
                    </a:lnTo>
                    <a:lnTo>
                      <a:pt x="19706" y="17640"/>
                    </a:lnTo>
                    <a:lnTo>
                      <a:pt x="24725" y="15813"/>
                    </a:lnTo>
                    <a:lnTo>
                      <a:pt x="27197" y="14909"/>
                    </a:lnTo>
                    <a:lnTo>
                      <a:pt x="29633" y="14005"/>
                    </a:lnTo>
                    <a:lnTo>
                      <a:pt x="31995" y="13083"/>
                    </a:lnTo>
                    <a:lnTo>
                      <a:pt x="33157" y="12603"/>
                    </a:lnTo>
                    <a:lnTo>
                      <a:pt x="34301" y="12142"/>
                    </a:lnTo>
                    <a:lnTo>
                      <a:pt x="35408" y="11662"/>
                    </a:lnTo>
                    <a:lnTo>
                      <a:pt x="36497" y="11164"/>
                    </a:lnTo>
                    <a:lnTo>
                      <a:pt x="37567" y="10684"/>
                    </a:lnTo>
                    <a:lnTo>
                      <a:pt x="38600" y="10167"/>
                    </a:lnTo>
                    <a:lnTo>
                      <a:pt x="38600" y="10167"/>
                    </a:lnTo>
                    <a:lnTo>
                      <a:pt x="38342" y="9761"/>
                    </a:lnTo>
                    <a:lnTo>
                      <a:pt x="38083" y="9337"/>
                    </a:lnTo>
                    <a:lnTo>
                      <a:pt x="37807" y="8931"/>
                    </a:lnTo>
                    <a:lnTo>
                      <a:pt x="37511" y="8525"/>
                    </a:lnTo>
                    <a:lnTo>
                      <a:pt x="37216" y="8138"/>
                    </a:lnTo>
                    <a:lnTo>
                      <a:pt x="36921" y="7732"/>
                    </a:lnTo>
                    <a:lnTo>
                      <a:pt x="36589" y="7344"/>
                    </a:lnTo>
                    <a:lnTo>
                      <a:pt x="36257" y="6975"/>
                    </a:lnTo>
                    <a:lnTo>
                      <a:pt x="36257" y="6975"/>
                    </a:lnTo>
                    <a:lnTo>
                      <a:pt x="35869" y="6532"/>
                    </a:lnTo>
                    <a:lnTo>
                      <a:pt x="35482" y="6127"/>
                    </a:lnTo>
                    <a:lnTo>
                      <a:pt x="35076" y="5721"/>
                    </a:lnTo>
                    <a:lnTo>
                      <a:pt x="34652" y="5333"/>
                    </a:lnTo>
                    <a:lnTo>
                      <a:pt x="34227" y="4964"/>
                    </a:lnTo>
                    <a:lnTo>
                      <a:pt x="33803" y="4614"/>
                    </a:lnTo>
                    <a:lnTo>
                      <a:pt x="33360" y="4263"/>
                    </a:lnTo>
                    <a:lnTo>
                      <a:pt x="32917" y="3931"/>
                    </a:lnTo>
                    <a:lnTo>
                      <a:pt x="32456" y="3617"/>
                    </a:lnTo>
                    <a:lnTo>
                      <a:pt x="31995" y="3304"/>
                    </a:lnTo>
                    <a:lnTo>
                      <a:pt x="31533" y="3008"/>
                    </a:lnTo>
                    <a:lnTo>
                      <a:pt x="31054" y="2732"/>
                    </a:lnTo>
                    <a:lnTo>
                      <a:pt x="30574" y="2473"/>
                    </a:lnTo>
                    <a:lnTo>
                      <a:pt x="30094" y="2215"/>
                    </a:lnTo>
                    <a:lnTo>
                      <a:pt x="29596" y="1975"/>
                    </a:lnTo>
                    <a:lnTo>
                      <a:pt x="29116" y="1754"/>
                    </a:lnTo>
                    <a:lnTo>
                      <a:pt x="28600" y="1532"/>
                    </a:lnTo>
                    <a:lnTo>
                      <a:pt x="28101" y="1329"/>
                    </a:lnTo>
                    <a:lnTo>
                      <a:pt x="27603" y="1145"/>
                    </a:lnTo>
                    <a:lnTo>
                      <a:pt x="27087" y="979"/>
                    </a:lnTo>
                    <a:lnTo>
                      <a:pt x="26570" y="831"/>
                    </a:lnTo>
                    <a:lnTo>
                      <a:pt x="26053" y="684"/>
                    </a:lnTo>
                    <a:lnTo>
                      <a:pt x="25518" y="554"/>
                    </a:lnTo>
                    <a:lnTo>
                      <a:pt x="25002" y="425"/>
                    </a:lnTo>
                    <a:lnTo>
                      <a:pt x="24467" y="333"/>
                    </a:lnTo>
                    <a:lnTo>
                      <a:pt x="23950" y="241"/>
                    </a:lnTo>
                    <a:lnTo>
                      <a:pt x="23415" y="167"/>
                    </a:lnTo>
                    <a:lnTo>
                      <a:pt x="22880" y="93"/>
                    </a:lnTo>
                    <a:lnTo>
                      <a:pt x="22345" y="56"/>
                    </a:lnTo>
                    <a:lnTo>
                      <a:pt x="21810" y="19"/>
                    </a:lnTo>
                    <a:lnTo>
                      <a:pt x="21275" y="1"/>
                    </a:lnTo>
                    <a:lnTo>
                      <a:pt x="2073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5024029" y="3999510"/>
                <a:ext cx="453077" cy="111679"/>
              </a:xfrm>
              <a:custGeom>
                <a:avLst/>
                <a:gdLst/>
                <a:ahLst/>
                <a:cxnLst/>
                <a:rect l="l" t="t" r="r" b="b"/>
                <a:pathLst>
                  <a:path w="23433" h="5776" fill="none" extrusionOk="0">
                    <a:moveTo>
                      <a:pt x="23433" y="1"/>
                    </a:moveTo>
                    <a:lnTo>
                      <a:pt x="23433" y="1"/>
                    </a:lnTo>
                    <a:lnTo>
                      <a:pt x="20001" y="481"/>
                    </a:lnTo>
                    <a:lnTo>
                      <a:pt x="16717" y="942"/>
                    </a:lnTo>
                    <a:lnTo>
                      <a:pt x="13598" y="1422"/>
                    </a:lnTo>
                    <a:lnTo>
                      <a:pt x="10609" y="1901"/>
                    </a:lnTo>
                    <a:lnTo>
                      <a:pt x="7749" y="2381"/>
                    </a:lnTo>
                    <a:lnTo>
                      <a:pt x="6384" y="2639"/>
                    </a:lnTo>
                    <a:lnTo>
                      <a:pt x="5037" y="2898"/>
                    </a:lnTo>
                    <a:lnTo>
                      <a:pt x="3727" y="3174"/>
                    </a:lnTo>
                    <a:lnTo>
                      <a:pt x="2454" y="3433"/>
                    </a:lnTo>
                    <a:lnTo>
                      <a:pt x="1218" y="3709"/>
                    </a:lnTo>
                    <a:lnTo>
                      <a:pt x="0" y="4005"/>
                    </a:lnTo>
                    <a:lnTo>
                      <a:pt x="0" y="4005"/>
                    </a:lnTo>
                    <a:lnTo>
                      <a:pt x="849" y="4374"/>
                    </a:lnTo>
                    <a:lnTo>
                      <a:pt x="1698" y="4706"/>
                    </a:lnTo>
                    <a:lnTo>
                      <a:pt x="1698" y="4706"/>
                    </a:lnTo>
                    <a:lnTo>
                      <a:pt x="1882" y="4706"/>
                    </a:lnTo>
                    <a:lnTo>
                      <a:pt x="1882" y="4706"/>
                    </a:lnTo>
                    <a:lnTo>
                      <a:pt x="3081" y="4724"/>
                    </a:lnTo>
                    <a:lnTo>
                      <a:pt x="4299" y="4780"/>
                    </a:lnTo>
                    <a:lnTo>
                      <a:pt x="5535" y="4872"/>
                    </a:lnTo>
                    <a:lnTo>
                      <a:pt x="6772" y="5001"/>
                    </a:lnTo>
                    <a:lnTo>
                      <a:pt x="8008" y="5149"/>
                    </a:lnTo>
                    <a:lnTo>
                      <a:pt x="9244" y="5333"/>
                    </a:lnTo>
                    <a:lnTo>
                      <a:pt x="10499" y="5536"/>
                    </a:lnTo>
                    <a:lnTo>
                      <a:pt x="11772" y="5776"/>
                    </a:lnTo>
                    <a:lnTo>
                      <a:pt x="11772" y="5776"/>
                    </a:lnTo>
                    <a:lnTo>
                      <a:pt x="12491" y="5665"/>
                    </a:lnTo>
                    <a:lnTo>
                      <a:pt x="13229" y="5518"/>
                    </a:lnTo>
                    <a:lnTo>
                      <a:pt x="13949" y="5352"/>
                    </a:lnTo>
                    <a:lnTo>
                      <a:pt x="14669" y="5167"/>
                    </a:lnTo>
                    <a:lnTo>
                      <a:pt x="15388" y="4946"/>
                    </a:lnTo>
                    <a:lnTo>
                      <a:pt x="16089" y="4687"/>
                    </a:lnTo>
                    <a:lnTo>
                      <a:pt x="16790" y="4411"/>
                    </a:lnTo>
                    <a:lnTo>
                      <a:pt x="17473" y="4115"/>
                    </a:lnTo>
                    <a:lnTo>
                      <a:pt x="18156" y="3783"/>
                    </a:lnTo>
                    <a:lnTo>
                      <a:pt x="18838" y="3433"/>
                    </a:lnTo>
                    <a:lnTo>
                      <a:pt x="19503" y="3045"/>
                    </a:lnTo>
                    <a:lnTo>
                      <a:pt x="20148" y="2639"/>
                    </a:lnTo>
                    <a:lnTo>
                      <a:pt x="20794" y="2215"/>
                    </a:lnTo>
                    <a:lnTo>
                      <a:pt x="21422" y="1754"/>
                    </a:lnTo>
                    <a:lnTo>
                      <a:pt x="22030" y="1255"/>
                    </a:lnTo>
                    <a:lnTo>
                      <a:pt x="22639" y="757"/>
                    </a:lnTo>
                    <a:lnTo>
                      <a:pt x="22639" y="757"/>
                    </a:lnTo>
                    <a:lnTo>
                      <a:pt x="23045" y="388"/>
                    </a:lnTo>
                    <a:lnTo>
                      <a:pt x="23433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5056841" y="4090481"/>
                <a:ext cx="194800" cy="24633"/>
              </a:xfrm>
              <a:custGeom>
                <a:avLst/>
                <a:gdLst/>
                <a:ahLst/>
                <a:cxnLst/>
                <a:rect l="l" t="t" r="r" b="b"/>
                <a:pathLst>
                  <a:path w="10075" h="1274" extrusionOk="0">
                    <a:moveTo>
                      <a:pt x="1" y="1"/>
                    </a:moveTo>
                    <a:lnTo>
                      <a:pt x="868" y="296"/>
                    </a:lnTo>
                    <a:lnTo>
                      <a:pt x="1753" y="554"/>
                    </a:lnTo>
                    <a:lnTo>
                      <a:pt x="2639" y="776"/>
                    </a:lnTo>
                    <a:lnTo>
                      <a:pt x="3543" y="960"/>
                    </a:lnTo>
                    <a:lnTo>
                      <a:pt x="4447" y="1108"/>
                    </a:lnTo>
                    <a:lnTo>
                      <a:pt x="5351" y="1200"/>
                    </a:lnTo>
                    <a:lnTo>
                      <a:pt x="6255" y="1255"/>
                    </a:lnTo>
                    <a:lnTo>
                      <a:pt x="7178" y="1274"/>
                    </a:lnTo>
                    <a:lnTo>
                      <a:pt x="7898" y="1274"/>
                    </a:lnTo>
                    <a:lnTo>
                      <a:pt x="8617" y="1237"/>
                    </a:lnTo>
                    <a:lnTo>
                      <a:pt x="9355" y="1163"/>
                    </a:lnTo>
                    <a:lnTo>
                      <a:pt x="10075" y="1071"/>
                    </a:lnTo>
                    <a:lnTo>
                      <a:pt x="8802" y="831"/>
                    </a:lnTo>
                    <a:lnTo>
                      <a:pt x="7547" y="628"/>
                    </a:lnTo>
                    <a:lnTo>
                      <a:pt x="6311" y="444"/>
                    </a:lnTo>
                    <a:lnTo>
                      <a:pt x="5075" y="296"/>
                    </a:lnTo>
                    <a:lnTo>
                      <a:pt x="3838" y="167"/>
                    </a:lnTo>
                    <a:lnTo>
                      <a:pt x="2602" y="75"/>
                    </a:lnTo>
                    <a:lnTo>
                      <a:pt x="1384" y="19"/>
                    </a:lnTo>
                    <a:lnTo>
                      <a:pt x="185" y="1"/>
                    </a:lnTo>
                    <a:close/>
                  </a:path>
                </a:pathLst>
              </a:custGeom>
              <a:solidFill>
                <a:srgbClr val="D9C9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5056841" y="4090481"/>
                <a:ext cx="194800" cy="24633"/>
              </a:xfrm>
              <a:custGeom>
                <a:avLst/>
                <a:gdLst/>
                <a:ahLst/>
                <a:cxnLst/>
                <a:rect l="l" t="t" r="r" b="b"/>
                <a:pathLst>
                  <a:path w="10075" h="1274" fill="none" extrusionOk="0">
                    <a:moveTo>
                      <a:pt x="185" y="1"/>
                    </a:moveTo>
                    <a:lnTo>
                      <a:pt x="185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868" y="296"/>
                    </a:lnTo>
                    <a:lnTo>
                      <a:pt x="1753" y="554"/>
                    </a:lnTo>
                    <a:lnTo>
                      <a:pt x="2639" y="776"/>
                    </a:lnTo>
                    <a:lnTo>
                      <a:pt x="3543" y="960"/>
                    </a:lnTo>
                    <a:lnTo>
                      <a:pt x="4447" y="1108"/>
                    </a:lnTo>
                    <a:lnTo>
                      <a:pt x="5351" y="1200"/>
                    </a:lnTo>
                    <a:lnTo>
                      <a:pt x="6255" y="1255"/>
                    </a:lnTo>
                    <a:lnTo>
                      <a:pt x="7178" y="1274"/>
                    </a:lnTo>
                    <a:lnTo>
                      <a:pt x="7178" y="1274"/>
                    </a:lnTo>
                    <a:lnTo>
                      <a:pt x="7898" y="1274"/>
                    </a:lnTo>
                    <a:lnTo>
                      <a:pt x="8617" y="1237"/>
                    </a:lnTo>
                    <a:lnTo>
                      <a:pt x="9355" y="1163"/>
                    </a:lnTo>
                    <a:lnTo>
                      <a:pt x="10075" y="1071"/>
                    </a:lnTo>
                    <a:lnTo>
                      <a:pt x="10075" y="1071"/>
                    </a:lnTo>
                    <a:lnTo>
                      <a:pt x="8802" y="831"/>
                    </a:lnTo>
                    <a:lnTo>
                      <a:pt x="7547" y="628"/>
                    </a:lnTo>
                    <a:lnTo>
                      <a:pt x="6311" y="444"/>
                    </a:lnTo>
                    <a:lnTo>
                      <a:pt x="5075" y="296"/>
                    </a:lnTo>
                    <a:lnTo>
                      <a:pt x="3838" y="167"/>
                    </a:lnTo>
                    <a:lnTo>
                      <a:pt x="2602" y="75"/>
                    </a:lnTo>
                    <a:lnTo>
                      <a:pt x="1384" y="19"/>
                    </a:lnTo>
                    <a:lnTo>
                      <a:pt x="185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7"/>
              <p:cNvSpPr/>
              <p:nvPr/>
            </p:nvSpPr>
            <p:spPr>
              <a:xfrm>
                <a:off x="4793923" y="3369499"/>
                <a:ext cx="401704" cy="745616"/>
              </a:xfrm>
              <a:custGeom>
                <a:avLst/>
                <a:gdLst/>
                <a:ahLst/>
                <a:cxnLst/>
                <a:rect l="l" t="t" r="r" b="b"/>
                <a:pathLst>
                  <a:path w="20776" h="38563" extrusionOk="0">
                    <a:moveTo>
                      <a:pt x="10093" y="1"/>
                    </a:moveTo>
                    <a:lnTo>
                      <a:pt x="9281" y="517"/>
                    </a:lnTo>
                    <a:lnTo>
                      <a:pt x="8894" y="794"/>
                    </a:lnTo>
                    <a:lnTo>
                      <a:pt x="9299" y="517"/>
                    </a:lnTo>
                    <a:lnTo>
                      <a:pt x="10093" y="1"/>
                    </a:lnTo>
                    <a:close/>
                    <a:moveTo>
                      <a:pt x="7731" y="1661"/>
                    </a:moveTo>
                    <a:lnTo>
                      <a:pt x="7344" y="1975"/>
                    </a:lnTo>
                    <a:lnTo>
                      <a:pt x="6975" y="2288"/>
                    </a:lnTo>
                    <a:lnTo>
                      <a:pt x="6636" y="2611"/>
                    </a:lnTo>
                    <a:lnTo>
                      <a:pt x="6636" y="2611"/>
                    </a:lnTo>
                    <a:lnTo>
                      <a:pt x="6993" y="2288"/>
                    </a:lnTo>
                    <a:lnTo>
                      <a:pt x="7362" y="1975"/>
                    </a:lnTo>
                    <a:lnTo>
                      <a:pt x="7731" y="1661"/>
                    </a:lnTo>
                    <a:close/>
                    <a:moveTo>
                      <a:pt x="6636" y="2611"/>
                    </a:moveTo>
                    <a:lnTo>
                      <a:pt x="6421" y="2805"/>
                    </a:lnTo>
                    <a:lnTo>
                      <a:pt x="6200" y="3026"/>
                    </a:lnTo>
                    <a:lnTo>
                      <a:pt x="6587" y="2657"/>
                    </a:lnTo>
                    <a:lnTo>
                      <a:pt x="6636" y="2611"/>
                    </a:lnTo>
                    <a:close/>
                    <a:moveTo>
                      <a:pt x="6200" y="3026"/>
                    </a:moveTo>
                    <a:lnTo>
                      <a:pt x="6200" y="3026"/>
                    </a:lnTo>
                    <a:lnTo>
                      <a:pt x="6148" y="3078"/>
                    </a:lnTo>
                    <a:lnTo>
                      <a:pt x="6148" y="3078"/>
                    </a:lnTo>
                    <a:lnTo>
                      <a:pt x="6200" y="3026"/>
                    </a:lnTo>
                    <a:close/>
                    <a:moveTo>
                      <a:pt x="6148" y="3078"/>
                    </a:moveTo>
                    <a:lnTo>
                      <a:pt x="5886" y="3340"/>
                    </a:lnTo>
                    <a:lnTo>
                      <a:pt x="5886" y="3340"/>
                    </a:lnTo>
                    <a:lnTo>
                      <a:pt x="6148" y="3078"/>
                    </a:lnTo>
                    <a:close/>
                    <a:moveTo>
                      <a:pt x="5886" y="3340"/>
                    </a:moveTo>
                    <a:lnTo>
                      <a:pt x="5831" y="3396"/>
                    </a:lnTo>
                    <a:lnTo>
                      <a:pt x="5462" y="3783"/>
                    </a:lnTo>
                    <a:lnTo>
                      <a:pt x="5111" y="4170"/>
                    </a:lnTo>
                    <a:lnTo>
                      <a:pt x="5019" y="4283"/>
                    </a:lnTo>
                    <a:lnTo>
                      <a:pt x="5369" y="3894"/>
                    </a:lnTo>
                    <a:lnTo>
                      <a:pt x="5886" y="3340"/>
                    </a:lnTo>
                    <a:close/>
                    <a:moveTo>
                      <a:pt x="5019" y="4283"/>
                    </a:moveTo>
                    <a:lnTo>
                      <a:pt x="4871" y="4447"/>
                    </a:lnTo>
                    <a:lnTo>
                      <a:pt x="4587" y="4811"/>
                    </a:lnTo>
                    <a:lnTo>
                      <a:pt x="4779" y="4576"/>
                    </a:lnTo>
                    <a:lnTo>
                      <a:pt x="5019" y="4283"/>
                    </a:lnTo>
                    <a:close/>
                    <a:moveTo>
                      <a:pt x="4587" y="4811"/>
                    </a:moveTo>
                    <a:lnTo>
                      <a:pt x="4447" y="4982"/>
                    </a:lnTo>
                    <a:lnTo>
                      <a:pt x="4133" y="5388"/>
                    </a:lnTo>
                    <a:lnTo>
                      <a:pt x="3820" y="5794"/>
                    </a:lnTo>
                    <a:lnTo>
                      <a:pt x="3543" y="6218"/>
                    </a:lnTo>
                    <a:lnTo>
                      <a:pt x="3967" y="5628"/>
                    </a:lnTo>
                    <a:lnTo>
                      <a:pt x="4410" y="5038"/>
                    </a:lnTo>
                    <a:lnTo>
                      <a:pt x="4587" y="4811"/>
                    </a:lnTo>
                    <a:close/>
                    <a:moveTo>
                      <a:pt x="3543" y="6218"/>
                    </a:moveTo>
                    <a:lnTo>
                      <a:pt x="3137" y="6827"/>
                    </a:lnTo>
                    <a:lnTo>
                      <a:pt x="2768" y="7455"/>
                    </a:lnTo>
                    <a:lnTo>
                      <a:pt x="2685" y="7607"/>
                    </a:lnTo>
                    <a:lnTo>
                      <a:pt x="2731" y="7529"/>
                    </a:lnTo>
                    <a:lnTo>
                      <a:pt x="2989" y="7086"/>
                    </a:lnTo>
                    <a:lnTo>
                      <a:pt x="3248" y="6661"/>
                    </a:lnTo>
                    <a:lnTo>
                      <a:pt x="3543" y="6218"/>
                    </a:lnTo>
                    <a:close/>
                    <a:moveTo>
                      <a:pt x="2685" y="7607"/>
                    </a:moveTo>
                    <a:lnTo>
                      <a:pt x="2473" y="7971"/>
                    </a:lnTo>
                    <a:lnTo>
                      <a:pt x="2251" y="8414"/>
                    </a:lnTo>
                    <a:lnTo>
                      <a:pt x="2185" y="8553"/>
                    </a:lnTo>
                    <a:lnTo>
                      <a:pt x="2185" y="8553"/>
                    </a:lnTo>
                    <a:lnTo>
                      <a:pt x="2417" y="8100"/>
                    </a:lnTo>
                    <a:lnTo>
                      <a:pt x="2685" y="7607"/>
                    </a:lnTo>
                    <a:close/>
                    <a:moveTo>
                      <a:pt x="2185" y="8553"/>
                    </a:moveTo>
                    <a:lnTo>
                      <a:pt x="2085" y="8746"/>
                    </a:lnTo>
                    <a:lnTo>
                      <a:pt x="1952" y="9037"/>
                    </a:lnTo>
                    <a:lnTo>
                      <a:pt x="2030" y="8875"/>
                    </a:lnTo>
                    <a:lnTo>
                      <a:pt x="2185" y="8553"/>
                    </a:lnTo>
                    <a:close/>
                    <a:moveTo>
                      <a:pt x="1952" y="9037"/>
                    </a:moveTo>
                    <a:lnTo>
                      <a:pt x="1808" y="9337"/>
                    </a:lnTo>
                    <a:lnTo>
                      <a:pt x="1605" y="9798"/>
                    </a:lnTo>
                    <a:lnTo>
                      <a:pt x="1421" y="10259"/>
                    </a:lnTo>
                    <a:lnTo>
                      <a:pt x="1236" y="10739"/>
                    </a:lnTo>
                    <a:lnTo>
                      <a:pt x="1114" y="11121"/>
                    </a:lnTo>
                    <a:lnTo>
                      <a:pt x="1255" y="10721"/>
                    </a:lnTo>
                    <a:lnTo>
                      <a:pt x="1513" y="10056"/>
                    </a:lnTo>
                    <a:lnTo>
                      <a:pt x="1790" y="9392"/>
                    </a:lnTo>
                    <a:lnTo>
                      <a:pt x="1952" y="9037"/>
                    </a:lnTo>
                    <a:close/>
                    <a:moveTo>
                      <a:pt x="1114" y="11121"/>
                    </a:moveTo>
                    <a:lnTo>
                      <a:pt x="1015" y="11403"/>
                    </a:lnTo>
                    <a:lnTo>
                      <a:pt x="993" y="11476"/>
                    </a:lnTo>
                    <a:lnTo>
                      <a:pt x="1089" y="11200"/>
                    </a:lnTo>
                    <a:lnTo>
                      <a:pt x="1114" y="11121"/>
                    </a:lnTo>
                    <a:close/>
                    <a:moveTo>
                      <a:pt x="993" y="11476"/>
                    </a:moveTo>
                    <a:lnTo>
                      <a:pt x="923" y="11680"/>
                    </a:lnTo>
                    <a:lnTo>
                      <a:pt x="827" y="12035"/>
                    </a:lnTo>
                    <a:lnTo>
                      <a:pt x="993" y="11476"/>
                    </a:lnTo>
                    <a:close/>
                    <a:moveTo>
                      <a:pt x="827" y="12035"/>
                    </a:moveTo>
                    <a:lnTo>
                      <a:pt x="812" y="12086"/>
                    </a:lnTo>
                    <a:lnTo>
                      <a:pt x="751" y="12320"/>
                    </a:lnTo>
                    <a:lnTo>
                      <a:pt x="794" y="12160"/>
                    </a:lnTo>
                    <a:lnTo>
                      <a:pt x="827" y="12035"/>
                    </a:lnTo>
                    <a:close/>
                    <a:moveTo>
                      <a:pt x="751" y="12320"/>
                    </a:moveTo>
                    <a:lnTo>
                      <a:pt x="664" y="12639"/>
                    </a:lnTo>
                    <a:lnTo>
                      <a:pt x="535" y="13138"/>
                    </a:lnTo>
                    <a:lnTo>
                      <a:pt x="425" y="13617"/>
                    </a:lnTo>
                    <a:lnTo>
                      <a:pt x="332" y="14115"/>
                    </a:lnTo>
                    <a:lnTo>
                      <a:pt x="258" y="14595"/>
                    </a:lnTo>
                    <a:lnTo>
                      <a:pt x="185" y="15093"/>
                    </a:lnTo>
                    <a:lnTo>
                      <a:pt x="143" y="15473"/>
                    </a:lnTo>
                    <a:lnTo>
                      <a:pt x="222" y="14872"/>
                    </a:lnTo>
                    <a:lnTo>
                      <a:pt x="332" y="14171"/>
                    </a:lnTo>
                    <a:lnTo>
                      <a:pt x="461" y="13470"/>
                    </a:lnTo>
                    <a:lnTo>
                      <a:pt x="628" y="12787"/>
                    </a:lnTo>
                    <a:lnTo>
                      <a:pt x="751" y="12320"/>
                    </a:lnTo>
                    <a:close/>
                    <a:moveTo>
                      <a:pt x="143" y="15473"/>
                    </a:moveTo>
                    <a:lnTo>
                      <a:pt x="129" y="15573"/>
                    </a:lnTo>
                    <a:lnTo>
                      <a:pt x="125" y="15633"/>
                    </a:lnTo>
                    <a:lnTo>
                      <a:pt x="129" y="15592"/>
                    </a:lnTo>
                    <a:lnTo>
                      <a:pt x="143" y="15473"/>
                    </a:lnTo>
                    <a:close/>
                    <a:moveTo>
                      <a:pt x="125" y="15633"/>
                    </a:moveTo>
                    <a:lnTo>
                      <a:pt x="74" y="16090"/>
                    </a:lnTo>
                    <a:lnTo>
                      <a:pt x="37" y="16588"/>
                    </a:lnTo>
                    <a:lnTo>
                      <a:pt x="25" y="16912"/>
                    </a:lnTo>
                    <a:lnTo>
                      <a:pt x="74" y="16293"/>
                    </a:lnTo>
                    <a:lnTo>
                      <a:pt x="125" y="15633"/>
                    </a:lnTo>
                    <a:close/>
                    <a:moveTo>
                      <a:pt x="25" y="16912"/>
                    </a:moveTo>
                    <a:lnTo>
                      <a:pt x="19" y="16994"/>
                    </a:lnTo>
                    <a:lnTo>
                      <a:pt x="19" y="17086"/>
                    </a:lnTo>
                    <a:lnTo>
                      <a:pt x="25" y="16912"/>
                    </a:lnTo>
                    <a:close/>
                    <a:moveTo>
                      <a:pt x="19" y="17086"/>
                    </a:moveTo>
                    <a:lnTo>
                      <a:pt x="0" y="17584"/>
                    </a:lnTo>
                    <a:lnTo>
                      <a:pt x="0" y="18082"/>
                    </a:lnTo>
                    <a:lnTo>
                      <a:pt x="19" y="18581"/>
                    </a:lnTo>
                    <a:lnTo>
                      <a:pt x="37" y="19079"/>
                    </a:lnTo>
                    <a:lnTo>
                      <a:pt x="74" y="19577"/>
                    </a:lnTo>
                    <a:lnTo>
                      <a:pt x="129" y="20057"/>
                    </a:lnTo>
                    <a:lnTo>
                      <a:pt x="185" y="20555"/>
                    </a:lnTo>
                    <a:lnTo>
                      <a:pt x="111" y="19835"/>
                    </a:lnTo>
                    <a:lnTo>
                      <a:pt x="56" y="19134"/>
                    </a:lnTo>
                    <a:lnTo>
                      <a:pt x="19" y="18415"/>
                    </a:lnTo>
                    <a:lnTo>
                      <a:pt x="19" y="17713"/>
                    </a:lnTo>
                    <a:lnTo>
                      <a:pt x="19" y="17086"/>
                    </a:lnTo>
                    <a:close/>
                    <a:moveTo>
                      <a:pt x="185" y="20555"/>
                    </a:moveTo>
                    <a:lnTo>
                      <a:pt x="258" y="21053"/>
                    </a:lnTo>
                    <a:lnTo>
                      <a:pt x="332" y="21551"/>
                    </a:lnTo>
                    <a:lnTo>
                      <a:pt x="443" y="22049"/>
                    </a:lnTo>
                    <a:lnTo>
                      <a:pt x="535" y="22529"/>
                    </a:lnTo>
                    <a:lnTo>
                      <a:pt x="664" y="23027"/>
                    </a:lnTo>
                    <a:lnTo>
                      <a:pt x="794" y="23507"/>
                    </a:lnTo>
                    <a:lnTo>
                      <a:pt x="941" y="23987"/>
                    </a:lnTo>
                    <a:lnTo>
                      <a:pt x="1089" y="24466"/>
                    </a:lnTo>
                    <a:lnTo>
                      <a:pt x="1255" y="24946"/>
                    </a:lnTo>
                    <a:lnTo>
                      <a:pt x="1439" y="25426"/>
                    </a:lnTo>
                    <a:lnTo>
                      <a:pt x="1487" y="25535"/>
                    </a:lnTo>
                    <a:lnTo>
                      <a:pt x="1487" y="25535"/>
                    </a:lnTo>
                    <a:lnTo>
                      <a:pt x="1292" y="25002"/>
                    </a:lnTo>
                    <a:lnTo>
                      <a:pt x="1107" y="24466"/>
                    </a:lnTo>
                    <a:lnTo>
                      <a:pt x="923" y="23913"/>
                    </a:lnTo>
                    <a:lnTo>
                      <a:pt x="757" y="23359"/>
                    </a:lnTo>
                    <a:lnTo>
                      <a:pt x="572" y="22658"/>
                    </a:lnTo>
                    <a:lnTo>
                      <a:pt x="425" y="21957"/>
                    </a:lnTo>
                    <a:lnTo>
                      <a:pt x="295" y="21256"/>
                    </a:lnTo>
                    <a:lnTo>
                      <a:pt x="185" y="20555"/>
                    </a:lnTo>
                    <a:close/>
                    <a:moveTo>
                      <a:pt x="1487" y="25535"/>
                    </a:moveTo>
                    <a:lnTo>
                      <a:pt x="1495" y="25555"/>
                    </a:lnTo>
                    <a:lnTo>
                      <a:pt x="1716" y="26090"/>
                    </a:lnTo>
                    <a:lnTo>
                      <a:pt x="1956" y="26625"/>
                    </a:lnTo>
                    <a:lnTo>
                      <a:pt x="1997" y="26708"/>
                    </a:lnTo>
                    <a:lnTo>
                      <a:pt x="1845" y="26348"/>
                    </a:lnTo>
                    <a:lnTo>
                      <a:pt x="1642" y="25887"/>
                    </a:lnTo>
                    <a:lnTo>
                      <a:pt x="1487" y="25535"/>
                    </a:lnTo>
                    <a:close/>
                    <a:moveTo>
                      <a:pt x="1997" y="26708"/>
                    </a:moveTo>
                    <a:lnTo>
                      <a:pt x="1997" y="26708"/>
                    </a:lnTo>
                    <a:lnTo>
                      <a:pt x="1997" y="26708"/>
                    </a:lnTo>
                    <a:lnTo>
                      <a:pt x="1997" y="26708"/>
                    </a:lnTo>
                    <a:close/>
                    <a:moveTo>
                      <a:pt x="1997" y="26708"/>
                    </a:moveTo>
                    <a:lnTo>
                      <a:pt x="2048" y="26828"/>
                    </a:lnTo>
                    <a:lnTo>
                      <a:pt x="2168" y="27050"/>
                    </a:lnTo>
                    <a:lnTo>
                      <a:pt x="1997" y="26708"/>
                    </a:lnTo>
                    <a:close/>
                    <a:moveTo>
                      <a:pt x="2168" y="27050"/>
                    </a:moveTo>
                    <a:lnTo>
                      <a:pt x="2214" y="27142"/>
                    </a:lnTo>
                    <a:lnTo>
                      <a:pt x="2441" y="27565"/>
                    </a:lnTo>
                    <a:lnTo>
                      <a:pt x="2288" y="27271"/>
                    </a:lnTo>
                    <a:lnTo>
                      <a:pt x="2168" y="27050"/>
                    </a:lnTo>
                    <a:close/>
                    <a:moveTo>
                      <a:pt x="2441" y="27565"/>
                    </a:moveTo>
                    <a:lnTo>
                      <a:pt x="2528" y="27732"/>
                    </a:lnTo>
                    <a:lnTo>
                      <a:pt x="2786" y="28194"/>
                    </a:lnTo>
                    <a:lnTo>
                      <a:pt x="3045" y="28636"/>
                    </a:lnTo>
                    <a:lnTo>
                      <a:pt x="3321" y="29061"/>
                    </a:lnTo>
                    <a:lnTo>
                      <a:pt x="3617" y="29504"/>
                    </a:lnTo>
                    <a:lnTo>
                      <a:pt x="3912" y="29928"/>
                    </a:lnTo>
                    <a:lnTo>
                      <a:pt x="4225" y="30352"/>
                    </a:lnTo>
                    <a:lnTo>
                      <a:pt x="4558" y="30777"/>
                    </a:lnTo>
                    <a:lnTo>
                      <a:pt x="4890" y="31183"/>
                    </a:lnTo>
                    <a:lnTo>
                      <a:pt x="5240" y="31588"/>
                    </a:lnTo>
                    <a:lnTo>
                      <a:pt x="5240" y="31588"/>
                    </a:lnTo>
                    <a:lnTo>
                      <a:pt x="4853" y="31127"/>
                    </a:lnTo>
                    <a:lnTo>
                      <a:pt x="4465" y="30647"/>
                    </a:lnTo>
                    <a:lnTo>
                      <a:pt x="4096" y="30168"/>
                    </a:lnTo>
                    <a:lnTo>
                      <a:pt x="3746" y="29688"/>
                    </a:lnTo>
                    <a:lnTo>
                      <a:pt x="3414" y="29190"/>
                    </a:lnTo>
                    <a:lnTo>
                      <a:pt x="3081" y="28692"/>
                    </a:lnTo>
                    <a:lnTo>
                      <a:pt x="2786" y="28175"/>
                    </a:lnTo>
                    <a:lnTo>
                      <a:pt x="2491" y="27658"/>
                    </a:lnTo>
                    <a:lnTo>
                      <a:pt x="2441" y="27565"/>
                    </a:lnTo>
                    <a:close/>
                    <a:moveTo>
                      <a:pt x="5240" y="31588"/>
                    </a:moveTo>
                    <a:lnTo>
                      <a:pt x="5609" y="31994"/>
                    </a:lnTo>
                    <a:lnTo>
                      <a:pt x="5978" y="32382"/>
                    </a:lnTo>
                    <a:lnTo>
                      <a:pt x="6005" y="32408"/>
                    </a:lnTo>
                    <a:lnTo>
                      <a:pt x="6005" y="32408"/>
                    </a:lnTo>
                    <a:lnTo>
                      <a:pt x="5628" y="32013"/>
                    </a:lnTo>
                    <a:lnTo>
                      <a:pt x="5240" y="31588"/>
                    </a:lnTo>
                    <a:close/>
                    <a:moveTo>
                      <a:pt x="6005" y="32408"/>
                    </a:moveTo>
                    <a:lnTo>
                      <a:pt x="6034" y="32437"/>
                    </a:lnTo>
                    <a:lnTo>
                      <a:pt x="6440" y="32825"/>
                    </a:lnTo>
                    <a:lnTo>
                      <a:pt x="6845" y="33212"/>
                    </a:lnTo>
                    <a:lnTo>
                      <a:pt x="7270" y="33600"/>
                    </a:lnTo>
                    <a:lnTo>
                      <a:pt x="7515" y="33793"/>
                    </a:lnTo>
                    <a:lnTo>
                      <a:pt x="7141" y="33470"/>
                    </a:lnTo>
                    <a:lnTo>
                      <a:pt x="6753" y="33120"/>
                    </a:lnTo>
                    <a:lnTo>
                      <a:pt x="6366" y="32751"/>
                    </a:lnTo>
                    <a:lnTo>
                      <a:pt x="6005" y="32408"/>
                    </a:lnTo>
                    <a:close/>
                    <a:moveTo>
                      <a:pt x="7515" y="33793"/>
                    </a:moveTo>
                    <a:lnTo>
                      <a:pt x="7547" y="33821"/>
                    </a:lnTo>
                    <a:lnTo>
                      <a:pt x="7953" y="34153"/>
                    </a:lnTo>
                    <a:lnTo>
                      <a:pt x="8008" y="34194"/>
                    </a:lnTo>
                    <a:lnTo>
                      <a:pt x="8008" y="34194"/>
                    </a:lnTo>
                    <a:lnTo>
                      <a:pt x="7713" y="33950"/>
                    </a:lnTo>
                    <a:lnTo>
                      <a:pt x="7515" y="33793"/>
                    </a:lnTo>
                    <a:close/>
                    <a:moveTo>
                      <a:pt x="8008" y="34194"/>
                    </a:moveTo>
                    <a:lnTo>
                      <a:pt x="8137" y="34301"/>
                    </a:lnTo>
                    <a:lnTo>
                      <a:pt x="8598" y="34633"/>
                    </a:lnTo>
                    <a:lnTo>
                      <a:pt x="8676" y="34688"/>
                    </a:lnTo>
                    <a:lnTo>
                      <a:pt x="8377" y="34467"/>
                    </a:lnTo>
                    <a:lnTo>
                      <a:pt x="8008" y="34194"/>
                    </a:lnTo>
                    <a:close/>
                    <a:moveTo>
                      <a:pt x="8676" y="34688"/>
                    </a:moveTo>
                    <a:lnTo>
                      <a:pt x="8801" y="34780"/>
                    </a:lnTo>
                    <a:lnTo>
                      <a:pt x="9226" y="35076"/>
                    </a:lnTo>
                    <a:lnTo>
                      <a:pt x="9358" y="35162"/>
                    </a:lnTo>
                    <a:lnTo>
                      <a:pt x="9358" y="35162"/>
                    </a:lnTo>
                    <a:lnTo>
                      <a:pt x="9041" y="34947"/>
                    </a:lnTo>
                    <a:lnTo>
                      <a:pt x="8676" y="34688"/>
                    </a:lnTo>
                    <a:close/>
                    <a:moveTo>
                      <a:pt x="9358" y="35162"/>
                    </a:moveTo>
                    <a:lnTo>
                      <a:pt x="9502" y="35260"/>
                    </a:lnTo>
                    <a:lnTo>
                      <a:pt x="9964" y="35555"/>
                    </a:lnTo>
                    <a:lnTo>
                      <a:pt x="10204" y="35694"/>
                    </a:lnTo>
                    <a:lnTo>
                      <a:pt x="10093" y="35629"/>
                    </a:lnTo>
                    <a:lnTo>
                      <a:pt x="9650" y="35352"/>
                    </a:lnTo>
                    <a:lnTo>
                      <a:pt x="9358" y="35162"/>
                    </a:lnTo>
                    <a:close/>
                    <a:moveTo>
                      <a:pt x="10204" y="35694"/>
                    </a:moveTo>
                    <a:lnTo>
                      <a:pt x="10536" y="35888"/>
                    </a:lnTo>
                    <a:lnTo>
                      <a:pt x="10843" y="36047"/>
                    </a:lnTo>
                    <a:lnTo>
                      <a:pt x="10843" y="36047"/>
                    </a:lnTo>
                    <a:lnTo>
                      <a:pt x="10443" y="35832"/>
                    </a:lnTo>
                    <a:lnTo>
                      <a:pt x="10204" y="35694"/>
                    </a:lnTo>
                    <a:close/>
                    <a:moveTo>
                      <a:pt x="10843" y="36047"/>
                    </a:moveTo>
                    <a:lnTo>
                      <a:pt x="10923" y="36091"/>
                    </a:lnTo>
                    <a:lnTo>
                      <a:pt x="11403" y="36349"/>
                    </a:lnTo>
                    <a:lnTo>
                      <a:pt x="11901" y="36589"/>
                    </a:lnTo>
                    <a:lnTo>
                      <a:pt x="11901" y="36589"/>
                    </a:lnTo>
                    <a:lnTo>
                      <a:pt x="11458" y="36367"/>
                    </a:lnTo>
                    <a:lnTo>
                      <a:pt x="10997" y="36127"/>
                    </a:lnTo>
                    <a:lnTo>
                      <a:pt x="10843" y="36047"/>
                    </a:lnTo>
                    <a:close/>
                    <a:moveTo>
                      <a:pt x="11901" y="36589"/>
                    </a:moveTo>
                    <a:lnTo>
                      <a:pt x="12399" y="36810"/>
                    </a:lnTo>
                    <a:lnTo>
                      <a:pt x="12897" y="37032"/>
                    </a:lnTo>
                    <a:lnTo>
                      <a:pt x="13396" y="37216"/>
                    </a:lnTo>
                    <a:lnTo>
                      <a:pt x="13560" y="37275"/>
                    </a:lnTo>
                    <a:lnTo>
                      <a:pt x="13560" y="37275"/>
                    </a:lnTo>
                    <a:lnTo>
                      <a:pt x="12750" y="36958"/>
                    </a:lnTo>
                    <a:lnTo>
                      <a:pt x="11901" y="36589"/>
                    </a:lnTo>
                    <a:close/>
                    <a:moveTo>
                      <a:pt x="13560" y="37275"/>
                    </a:moveTo>
                    <a:lnTo>
                      <a:pt x="13599" y="37290"/>
                    </a:lnTo>
                    <a:lnTo>
                      <a:pt x="13677" y="37317"/>
                    </a:lnTo>
                    <a:lnTo>
                      <a:pt x="13677" y="37317"/>
                    </a:lnTo>
                    <a:lnTo>
                      <a:pt x="13560" y="37275"/>
                    </a:lnTo>
                    <a:close/>
                    <a:moveTo>
                      <a:pt x="13677" y="37317"/>
                    </a:moveTo>
                    <a:lnTo>
                      <a:pt x="13912" y="37401"/>
                    </a:lnTo>
                    <a:lnTo>
                      <a:pt x="14410" y="37585"/>
                    </a:lnTo>
                    <a:lnTo>
                      <a:pt x="14927" y="37733"/>
                    </a:lnTo>
                    <a:lnTo>
                      <a:pt x="15462" y="37880"/>
                    </a:lnTo>
                    <a:lnTo>
                      <a:pt x="15979" y="38009"/>
                    </a:lnTo>
                    <a:lnTo>
                      <a:pt x="16495" y="38120"/>
                    </a:lnTo>
                    <a:lnTo>
                      <a:pt x="17030" y="38231"/>
                    </a:lnTo>
                    <a:lnTo>
                      <a:pt x="17565" y="38323"/>
                    </a:lnTo>
                    <a:lnTo>
                      <a:pt x="17787" y="38355"/>
                    </a:lnTo>
                    <a:lnTo>
                      <a:pt x="17787" y="38355"/>
                    </a:lnTo>
                    <a:lnTo>
                      <a:pt x="17141" y="38249"/>
                    </a:lnTo>
                    <a:lnTo>
                      <a:pt x="16237" y="38065"/>
                    </a:lnTo>
                    <a:lnTo>
                      <a:pt x="15351" y="37843"/>
                    </a:lnTo>
                    <a:lnTo>
                      <a:pt x="14466" y="37585"/>
                    </a:lnTo>
                    <a:lnTo>
                      <a:pt x="13677" y="37317"/>
                    </a:lnTo>
                    <a:close/>
                    <a:moveTo>
                      <a:pt x="17787" y="38355"/>
                    </a:moveTo>
                    <a:lnTo>
                      <a:pt x="18045" y="38397"/>
                    </a:lnTo>
                    <a:lnTo>
                      <a:pt x="18949" y="38489"/>
                    </a:lnTo>
                    <a:lnTo>
                      <a:pt x="19010" y="38493"/>
                    </a:lnTo>
                    <a:lnTo>
                      <a:pt x="19010" y="38493"/>
                    </a:lnTo>
                    <a:lnTo>
                      <a:pt x="18617" y="38452"/>
                    </a:lnTo>
                    <a:lnTo>
                      <a:pt x="18082" y="38397"/>
                    </a:lnTo>
                    <a:lnTo>
                      <a:pt x="17787" y="38355"/>
                    </a:lnTo>
                    <a:close/>
                    <a:moveTo>
                      <a:pt x="19010" y="38493"/>
                    </a:moveTo>
                    <a:lnTo>
                      <a:pt x="19152" y="38508"/>
                    </a:lnTo>
                    <a:lnTo>
                      <a:pt x="19687" y="38544"/>
                    </a:lnTo>
                    <a:lnTo>
                      <a:pt x="20222" y="38563"/>
                    </a:lnTo>
                    <a:lnTo>
                      <a:pt x="20776" y="38563"/>
                    </a:lnTo>
                    <a:lnTo>
                      <a:pt x="19853" y="38544"/>
                    </a:lnTo>
                    <a:lnTo>
                      <a:pt x="19010" y="38493"/>
                    </a:lnTo>
                    <a:close/>
                  </a:path>
                </a:pathLst>
              </a:custGeom>
              <a:solidFill>
                <a:srgbClr val="2FA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7"/>
              <p:cNvSpPr/>
              <p:nvPr/>
            </p:nvSpPr>
            <p:spPr>
              <a:xfrm>
                <a:off x="4501575" y="4186425"/>
                <a:ext cx="141000" cy="141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0" name="Google Shape;200;p17"/>
            <p:cNvGrpSpPr/>
            <p:nvPr/>
          </p:nvGrpSpPr>
          <p:grpSpPr>
            <a:xfrm>
              <a:off x="4720779" y="3238929"/>
              <a:ext cx="1379224" cy="1482298"/>
              <a:chOff x="4720779" y="3238929"/>
              <a:chExt cx="1379224" cy="1482298"/>
            </a:xfrm>
          </p:grpSpPr>
          <p:sp>
            <p:nvSpPr>
              <p:cNvPr id="201" name="Google Shape;201;p17"/>
              <p:cNvSpPr/>
              <p:nvPr/>
            </p:nvSpPr>
            <p:spPr>
              <a:xfrm>
                <a:off x="4720779" y="3238929"/>
                <a:ext cx="949329" cy="949677"/>
              </a:xfrm>
              <a:custGeom>
                <a:avLst/>
                <a:gdLst/>
                <a:ahLst/>
                <a:cxnLst/>
                <a:rect l="l" t="t" r="r" b="b"/>
                <a:pathLst>
                  <a:path w="49099" h="49117" extrusionOk="0">
                    <a:moveTo>
                      <a:pt x="25279" y="3820"/>
                    </a:moveTo>
                    <a:lnTo>
                      <a:pt x="25777" y="3857"/>
                    </a:lnTo>
                    <a:lnTo>
                      <a:pt x="26275" y="3875"/>
                    </a:lnTo>
                    <a:lnTo>
                      <a:pt x="26773" y="3931"/>
                    </a:lnTo>
                    <a:lnTo>
                      <a:pt x="27271" y="3986"/>
                    </a:lnTo>
                    <a:lnTo>
                      <a:pt x="27769" y="4060"/>
                    </a:lnTo>
                    <a:lnTo>
                      <a:pt x="28249" y="4152"/>
                    </a:lnTo>
                    <a:lnTo>
                      <a:pt x="28747" y="4244"/>
                    </a:lnTo>
                    <a:lnTo>
                      <a:pt x="29227" y="4336"/>
                    </a:lnTo>
                    <a:lnTo>
                      <a:pt x="29707" y="4466"/>
                    </a:lnTo>
                    <a:lnTo>
                      <a:pt x="30205" y="4595"/>
                    </a:lnTo>
                    <a:lnTo>
                      <a:pt x="30685" y="4742"/>
                    </a:lnTo>
                    <a:lnTo>
                      <a:pt x="31146" y="4890"/>
                    </a:lnTo>
                    <a:lnTo>
                      <a:pt x="31626" y="5056"/>
                    </a:lnTo>
                    <a:lnTo>
                      <a:pt x="32105" y="5222"/>
                    </a:lnTo>
                    <a:lnTo>
                      <a:pt x="32567" y="5425"/>
                    </a:lnTo>
                    <a:lnTo>
                      <a:pt x="33028" y="5610"/>
                    </a:lnTo>
                    <a:lnTo>
                      <a:pt x="33489" y="5831"/>
                    </a:lnTo>
                    <a:lnTo>
                      <a:pt x="33932" y="6052"/>
                    </a:lnTo>
                    <a:lnTo>
                      <a:pt x="34393" y="6292"/>
                    </a:lnTo>
                    <a:lnTo>
                      <a:pt x="34836" y="6532"/>
                    </a:lnTo>
                    <a:lnTo>
                      <a:pt x="35279" y="6790"/>
                    </a:lnTo>
                    <a:lnTo>
                      <a:pt x="35703" y="7067"/>
                    </a:lnTo>
                    <a:lnTo>
                      <a:pt x="36146" y="7344"/>
                    </a:lnTo>
                    <a:lnTo>
                      <a:pt x="36552" y="7639"/>
                    </a:lnTo>
                    <a:lnTo>
                      <a:pt x="36976" y="7934"/>
                    </a:lnTo>
                    <a:lnTo>
                      <a:pt x="37382" y="8248"/>
                    </a:lnTo>
                    <a:lnTo>
                      <a:pt x="37788" y="8580"/>
                    </a:lnTo>
                    <a:lnTo>
                      <a:pt x="38194" y="8912"/>
                    </a:lnTo>
                    <a:lnTo>
                      <a:pt x="38582" y="9263"/>
                    </a:lnTo>
                    <a:lnTo>
                      <a:pt x="38969" y="9632"/>
                    </a:lnTo>
                    <a:lnTo>
                      <a:pt x="39338" y="10001"/>
                    </a:lnTo>
                    <a:lnTo>
                      <a:pt x="39707" y="10388"/>
                    </a:lnTo>
                    <a:lnTo>
                      <a:pt x="40076" y="10794"/>
                    </a:lnTo>
                    <a:lnTo>
                      <a:pt x="40427" y="11200"/>
                    </a:lnTo>
                    <a:lnTo>
                      <a:pt x="40759" y="11606"/>
                    </a:lnTo>
                    <a:lnTo>
                      <a:pt x="41091" y="12012"/>
                    </a:lnTo>
                    <a:lnTo>
                      <a:pt x="41405" y="12436"/>
                    </a:lnTo>
                    <a:lnTo>
                      <a:pt x="41700" y="12879"/>
                    </a:lnTo>
                    <a:lnTo>
                      <a:pt x="41995" y="13304"/>
                    </a:lnTo>
                    <a:lnTo>
                      <a:pt x="42272" y="13746"/>
                    </a:lnTo>
                    <a:lnTo>
                      <a:pt x="42530" y="14189"/>
                    </a:lnTo>
                    <a:lnTo>
                      <a:pt x="42788" y="14651"/>
                    </a:lnTo>
                    <a:lnTo>
                      <a:pt x="43028" y="15093"/>
                    </a:lnTo>
                    <a:lnTo>
                      <a:pt x="43250" y="15555"/>
                    </a:lnTo>
                    <a:lnTo>
                      <a:pt x="43471" y="16016"/>
                    </a:lnTo>
                    <a:lnTo>
                      <a:pt x="43674" y="16496"/>
                    </a:lnTo>
                    <a:lnTo>
                      <a:pt x="43859" y="16957"/>
                    </a:lnTo>
                    <a:lnTo>
                      <a:pt x="44043" y="17437"/>
                    </a:lnTo>
                    <a:lnTo>
                      <a:pt x="44209" y="17916"/>
                    </a:lnTo>
                    <a:lnTo>
                      <a:pt x="44375" y="18396"/>
                    </a:lnTo>
                    <a:lnTo>
                      <a:pt x="44504" y="18876"/>
                    </a:lnTo>
                    <a:lnTo>
                      <a:pt x="44652" y="19356"/>
                    </a:lnTo>
                    <a:lnTo>
                      <a:pt x="44763" y="19854"/>
                    </a:lnTo>
                    <a:lnTo>
                      <a:pt x="44873" y="20333"/>
                    </a:lnTo>
                    <a:lnTo>
                      <a:pt x="44966" y="20832"/>
                    </a:lnTo>
                    <a:lnTo>
                      <a:pt x="45058" y="21330"/>
                    </a:lnTo>
                    <a:lnTo>
                      <a:pt x="45132" y="21809"/>
                    </a:lnTo>
                    <a:lnTo>
                      <a:pt x="45187" y="22308"/>
                    </a:lnTo>
                    <a:lnTo>
                      <a:pt x="45224" y="22806"/>
                    </a:lnTo>
                    <a:lnTo>
                      <a:pt x="45261" y="23304"/>
                    </a:lnTo>
                    <a:lnTo>
                      <a:pt x="45298" y="23802"/>
                    </a:lnTo>
                    <a:lnTo>
                      <a:pt x="45298" y="24300"/>
                    </a:lnTo>
                    <a:lnTo>
                      <a:pt x="45298" y="24799"/>
                    </a:lnTo>
                    <a:lnTo>
                      <a:pt x="45298" y="25297"/>
                    </a:lnTo>
                    <a:lnTo>
                      <a:pt x="45261" y="25795"/>
                    </a:lnTo>
                    <a:lnTo>
                      <a:pt x="45224" y="26293"/>
                    </a:lnTo>
                    <a:lnTo>
                      <a:pt x="45187" y="26791"/>
                    </a:lnTo>
                    <a:lnTo>
                      <a:pt x="45132" y="27289"/>
                    </a:lnTo>
                    <a:lnTo>
                      <a:pt x="45058" y="27769"/>
                    </a:lnTo>
                    <a:lnTo>
                      <a:pt x="44966" y="28267"/>
                    </a:lnTo>
                    <a:lnTo>
                      <a:pt x="44873" y="28765"/>
                    </a:lnTo>
                    <a:lnTo>
                      <a:pt x="44763" y="29245"/>
                    </a:lnTo>
                    <a:lnTo>
                      <a:pt x="44652" y="29725"/>
                    </a:lnTo>
                    <a:lnTo>
                      <a:pt x="44523" y="30223"/>
                    </a:lnTo>
                    <a:lnTo>
                      <a:pt x="44375" y="30703"/>
                    </a:lnTo>
                    <a:lnTo>
                      <a:pt x="44228" y="31164"/>
                    </a:lnTo>
                    <a:lnTo>
                      <a:pt x="44062" y="31644"/>
                    </a:lnTo>
                    <a:lnTo>
                      <a:pt x="43896" y="32124"/>
                    </a:lnTo>
                    <a:lnTo>
                      <a:pt x="43693" y="32585"/>
                    </a:lnTo>
                    <a:lnTo>
                      <a:pt x="43490" y="33046"/>
                    </a:lnTo>
                    <a:lnTo>
                      <a:pt x="43287" y="33507"/>
                    </a:lnTo>
                    <a:lnTo>
                      <a:pt x="43065" y="33950"/>
                    </a:lnTo>
                    <a:lnTo>
                      <a:pt x="42825" y="34411"/>
                    </a:lnTo>
                    <a:lnTo>
                      <a:pt x="42586" y="34854"/>
                    </a:lnTo>
                    <a:lnTo>
                      <a:pt x="42327" y="35297"/>
                    </a:lnTo>
                    <a:lnTo>
                      <a:pt x="42050" y="35721"/>
                    </a:lnTo>
                    <a:lnTo>
                      <a:pt x="41774" y="36146"/>
                    </a:lnTo>
                    <a:lnTo>
                      <a:pt x="41478" y="36570"/>
                    </a:lnTo>
                    <a:lnTo>
                      <a:pt x="41183" y="36995"/>
                    </a:lnTo>
                    <a:lnTo>
                      <a:pt x="40870" y="37400"/>
                    </a:lnTo>
                    <a:lnTo>
                      <a:pt x="40537" y="37806"/>
                    </a:lnTo>
                    <a:lnTo>
                      <a:pt x="40187" y="38212"/>
                    </a:lnTo>
                    <a:lnTo>
                      <a:pt x="39836" y="38600"/>
                    </a:lnTo>
                    <a:lnTo>
                      <a:pt x="39486" y="38987"/>
                    </a:lnTo>
                    <a:lnTo>
                      <a:pt x="39117" y="39356"/>
                    </a:lnTo>
                    <a:lnTo>
                      <a:pt x="38729" y="39725"/>
                    </a:lnTo>
                    <a:lnTo>
                      <a:pt x="38323" y="40094"/>
                    </a:lnTo>
                    <a:lnTo>
                      <a:pt x="37917" y="40445"/>
                    </a:lnTo>
                    <a:lnTo>
                      <a:pt x="37512" y="40777"/>
                    </a:lnTo>
                    <a:lnTo>
                      <a:pt x="37087" y="41109"/>
                    </a:lnTo>
                    <a:lnTo>
                      <a:pt x="36663" y="41423"/>
                    </a:lnTo>
                    <a:lnTo>
                      <a:pt x="36238" y="41718"/>
                    </a:lnTo>
                    <a:lnTo>
                      <a:pt x="35814" y="42013"/>
                    </a:lnTo>
                    <a:lnTo>
                      <a:pt x="35371" y="42290"/>
                    </a:lnTo>
                    <a:lnTo>
                      <a:pt x="34928" y="42548"/>
                    </a:lnTo>
                    <a:lnTo>
                      <a:pt x="34467" y="42807"/>
                    </a:lnTo>
                    <a:lnTo>
                      <a:pt x="34024" y="43046"/>
                    </a:lnTo>
                    <a:lnTo>
                      <a:pt x="33563" y="43268"/>
                    </a:lnTo>
                    <a:lnTo>
                      <a:pt x="33102" y="43489"/>
                    </a:lnTo>
                    <a:lnTo>
                      <a:pt x="32622" y="43692"/>
                    </a:lnTo>
                    <a:lnTo>
                      <a:pt x="32161" y="43877"/>
                    </a:lnTo>
                    <a:lnTo>
                      <a:pt x="31681" y="44061"/>
                    </a:lnTo>
                    <a:lnTo>
                      <a:pt x="31201" y="44227"/>
                    </a:lnTo>
                    <a:lnTo>
                      <a:pt x="30722" y="44393"/>
                    </a:lnTo>
                    <a:lnTo>
                      <a:pt x="30242" y="44523"/>
                    </a:lnTo>
                    <a:lnTo>
                      <a:pt x="29762" y="44670"/>
                    </a:lnTo>
                    <a:lnTo>
                      <a:pt x="29264" y="44781"/>
                    </a:lnTo>
                    <a:lnTo>
                      <a:pt x="28784" y="44892"/>
                    </a:lnTo>
                    <a:lnTo>
                      <a:pt x="28286" y="44984"/>
                    </a:lnTo>
                    <a:lnTo>
                      <a:pt x="27788" y="45076"/>
                    </a:lnTo>
                    <a:lnTo>
                      <a:pt x="27290" y="45131"/>
                    </a:lnTo>
                    <a:lnTo>
                      <a:pt x="26810" y="45205"/>
                    </a:lnTo>
                    <a:lnTo>
                      <a:pt x="26312" y="45242"/>
                    </a:lnTo>
                    <a:lnTo>
                      <a:pt x="25814" y="45279"/>
                    </a:lnTo>
                    <a:lnTo>
                      <a:pt x="25315" y="45316"/>
                    </a:lnTo>
                    <a:lnTo>
                      <a:pt x="23821" y="45316"/>
                    </a:lnTo>
                    <a:lnTo>
                      <a:pt x="23323" y="45279"/>
                    </a:lnTo>
                    <a:lnTo>
                      <a:pt x="22825" y="45242"/>
                    </a:lnTo>
                    <a:lnTo>
                      <a:pt x="22326" y="45205"/>
                    </a:lnTo>
                    <a:lnTo>
                      <a:pt x="21828" y="45150"/>
                    </a:lnTo>
                    <a:lnTo>
                      <a:pt x="21330" y="45076"/>
                    </a:lnTo>
                    <a:lnTo>
                      <a:pt x="20850" y="44984"/>
                    </a:lnTo>
                    <a:lnTo>
                      <a:pt x="20352" y="44892"/>
                    </a:lnTo>
                    <a:lnTo>
                      <a:pt x="19872" y="44781"/>
                    </a:lnTo>
                    <a:lnTo>
                      <a:pt x="19374" y="44670"/>
                    </a:lnTo>
                    <a:lnTo>
                      <a:pt x="18895" y="44541"/>
                    </a:lnTo>
                    <a:lnTo>
                      <a:pt x="18415" y="44393"/>
                    </a:lnTo>
                    <a:lnTo>
                      <a:pt x="17935" y="44246"/>
                    </a:lnTo>
                    <a:lnTo>
                      <a:pt x="17474" y="44080"/>
                    </a:lnTo>
                    <a:lnTo>
                      <a:pt x="16994" y="43895"/>
                    </a:lnTo>
                    <a:lnTo>
                      <a:pt x="16533" y="43711"/>
                    </a:lnTo>
                    <a:lnTo>
                      <a:pt x="16072" y="43508"/>
                    </a:lnTo>
                    <a:lnTo>
                      <a:pt x="15610" y="43305"/>
                    </a:lnTo>
                    <a:lnTo>
                      <a:pt x="15149" y="43083"/>
                    </a:lnTo>
                    <a:lnTo>
                      <a:pt x="14706" y="42844"/>
                    </a:lnTo>
                    <a:lnTo>
                      <a:pt x="14263" y="42604"/>
                    </a:lnTo>
                    <a:lnTo>
                      <a:pt x="13820" y="42345"/>
                    </a:lnTo>
                    <a:lnTo>
                      <a:pt x="13396" y="42069"/>
                    </a:lnTo>
                    <a:lnTo>
                      <a:pt x="12953" y="41792"/>
                    </a:lnTo>
                    <a:lnTo>
                      <a:pt x="12529" y="41497"/>
                    </a:lnTo>
                    <a:lnTo>
                      <a:pt x="12123" y="41201"/>
                    </a:lnTo>
                    <a:lnTo>
                      <a:pt x="11717" y="40869"/>
                    </a:lnTo>
                    <a:lnTo>
                      <a:pt x="11311" y="40556"/>
                    </a:lnTo>
                    <a:lnTo>
                      <a:pt x="10905" y="40205"/>
                    </a:lnTo>
                    <a:lnTo>
                      <a:pt x="10518" y="39854"/>
                    </a:lnTo>
                    <a:lnTo>
                      <a:pt x="10130" y="39504"/>
                    </a:lnTo>
                    <a:lnTo>
                      <a:pt x="9761" y="39135"/>
                    </a:lnTo>
                    <a:lnTo>
                      <a:pt x="9392" y="38747"/>
                    </a:lnTo>
                    <a:lnTo>
                      <a:pt x="9023" y="38341"/>
                    </a:lnTo>
                    <a:lnTo>
                      <a:pt x="8673" y="37936"/>
                    </a:lnTo>
                    <a:lnTo>
                      <a:pt x="8341" y="37530"/>
                    </a:lnTo>
                    <a:lnTo>
                      <a:pt x="8008" y="37105"/>
                    </a:lnTo>
                    <a:lnTo>
                      <a:pt x="7695" y="36681"/>
                    </a:lnTo>
                    <a:lnTo>
                      <a:pt x="7400" y="36257"/>
                    </a:lnTo>
                    <a:lnTo>
                      <a:pt x="7104" y="35814"/>
                    </a:lnTo>
                    <a:lnTo>
                      <a:pt x="6828" y="35389"/>
                    </a:lnTo>
                    <a:lnTo>
                      <a:pt x="6569" y="34947"/>
                    </a:lnTo>
                    <a:lnTo>
                      <a:pt x="6311" y="34485"/>
                    </a:lnTo>
                    <a:lnTo>
                      <a:pt x="6071" y="34024"/>
                    </a:lnTo>
                    <a:lnTo>
                      <a:pt x="5850" y="33581"/>
                    </a:lnTo>
                    <a:lnTo>
                      <a:pt x="5628" y="33101"/>
                    </a:lnTo>
                    <a:lnTo>
                      <a:pt x="5425" y="32640"/>
                    </a:lnTo>
                    <a:lnTo>
                      <a:pt x="5241" y="32179"/>
                    </a:lnTo>
                    <a:lnTo>
                      <a:pt x="5056" y="31699"/>
                    </a:lnTo>
                    <a:lnTo>
                      <a:pt x="4890" y="31219"/>
                    </a:lnTo>
                    <a:lnTo>
                      <a:pt x="4724" y="30740"/>
                    </a:lnTo>
                    <a:lnTo>
                      <a:pt x="4577" y="30260"/>
                    </a:lnTo>
                    <a:lnTo>
                      <a:pt x="4447" y="29780"/>
                    </a:lnTo>
                    <a:lnTo>
                      <a:pt x="4337" y="29282"/>
                    </a:lnTo>
                    <a:lnTo>
                      <a:pt x="4226" y="28802"/>
                    </a:lnTo>
                    <a:lnTo>
                      <a:pt x="4134" y="28304"/>
                    </a:lnTo>
                    <a:lnTo>
                      <a:pt x="4041" y="27806"/>
                    </a:lnTo>
                    <a:lnTo>
                      <a:pt x="3968" y="27308"/>
                    </a:lnTo>
                    <a:lnTo>
                      <a:pt x="3912" y="26810"/>
                    </a:lnTo>
                    <a:lnTo>
                      <a:pt x="3875" y="26330"/>
                    </a:lnTo>
                    <a:lnTo>
                      <a:pt x="3839" y="25832"/>
                    </a:lnTo>
                    <a:lnTo>
                      <a:pt x="3802" y="25334"/>
                    </a:lnTo>
                    <a:lnTo>
                      <a:pt x="3802" y="24835"/>
                    </a:lnTo>
                    <a:lnTo>
                      <a:pt x="3802" y="24337"/>
                    </a:lnTo>
                    <a:lnTo>
                      <a:pt x="3802" y="23839"/>
                    </a:lnTo>
                    <a:lnTo>
                      <a:pt x="3839" y="23341"/>
                    </a:lnTo>
                    <a:lnTo>
                      <a:pt x="3875" y="22843"/>
                    </a:lnTo>
                    <a:lnTo>
                      <a:pt x="3912" y="22345"/>
                    </a:lnTo>
                    <a:lnTo>
                      <a:pt x="3968" y="21846"/>
                    </a:lnTo>
                    <a:lnTo>
                      <a:pt x="4041" y="21348"/>
                    </a:lnTo>
                    <a:lnTo>
                      <a:pt x="4134" y="20868"/>
                    </a:lnTo>
                    <a:lnTo>
                      <a:pt x="4226" y="20370"/>
                    </a:lnTo>
                    <a:lnTo>
                      <a:pt x="4318" y="19891"/>
                    </a:lnTo>
                    <a:lnTo>
                      <a:pt x="4447" y="19392"/>
                    </a:lnTo>
                    <a:lnTo>
                      <a:pt x="4577" y="18913"/>
                    </a:lnTo>
                    <a:lnTo>
                      <a:pt x="4724" y="18433"/>
                    </a:lnTo>
                    <a:lnTo>
                      <a:pt x="4872" y="17953"/>
                    </a:lnTo>
                    <a:lnTo>
                      <a:pt x="5038" y="17492"/>
                    </a:lnTo>
                    <a:lnTo>
                      <a:pt x="5204" y="17012"/>
                    </a:lnTo>
                    <a:lnTo>
                      <a:pt x="5407" y="16551"/>
                    </a:lnTo>
                    <a:lnTo>
                      <a:pt x="5591" y="16090"/>
                    </a:lnTo>
                    <a:lnTo>
                      <a:pt x="5813" y="15628"/>
                    </a:lnTo>
                    <a:lnTo>
                      <a:pt x="6034" y="15167"/>
                    </a:lnTo>
                    <a:lnTo>
                      <a:pt x="6274" y="14724"/>
                    </a:lnTo>
                    <a:lnTo>
                      <a:pt x="6514" y="14282"/>
                    </a:lnTo>
                    <a:lnTo>
                      <a:pt x="6772" y="13839"/>
                    </a:lnTo>
                    <a:lnTo>
                      <a:pt x="7049" y="13414"/>
                    </a:lnTo>
                    <a:lnTo>
                      <a:pt x="7326" y="12971"/>
                    </a:lnTo>
                    <a:lnTo>
                      <a:pt x="7621" y="12547"/>
                    </a:lnTo>
                    <a:lnTo>
                      <a:pt x="7916" y="12141"/>
                    </a:lnTo>
                    <a:lnTo>
                      <a:pt x="8230" y="11735"/>
                    </a:lnTo>
                    <a:lnTo>
                      <a:pt x="8562" y="11329"/>
                    </a:lnTo>
                    <a:lnTo>
                      <a:pt x="8913" y="10923"/>
                    </a:lnTo>
                    <a:lnTo>
                      <a:pt x="9263" y="10536"/>
                    </a:lnTo>
                    <a:lnTo>
                      <a:pt x="9614" y="10149"/>
                    </a:lnTo>
                    <a:lnTo>
                      <a:pt x="9983" y="9779"/>
                    </a:lnTo>
                    <a:lnTo>
                      <a:pt x="10370" y="9410"/>
                    </a:lnTo>
                    <a:lnTo>
                      <a:pt x="10776" y="9041"/>
                    </a:lnTo>
                    <a:lnTo>
                      <a:pt x="11182" y="8691"/>
                    </a:lnTo>
                    <a:lnTo>
                      <a:pt x="11588" y="8359"/>
                    </a:lnTo>
                    <a:lnTo>
                      <a:pt x="12012" y="8027"/>
                    </a:lnTo>
                    <a:lnTo>
                      <a:pt x="12437" y="7713"/>
                    </a:lnTo>
                    <a:lnTo>
                      <a:pt x="12861" y="7418"/>
                    </a:lnTo>
                    <a:lnTo>
                      <a:pt x="13285" y="7123"/>
                    </a:lnTo>
                    <a:lnTo>
                      <a:pt x="13728" y="6846"/>
                    </a:lnTo>
                    <a:lnTo>
                      <a:pt x="14171" y="6587"/>
                    </a:lnTo>
                    <a:lnTo>
                      <a:pt x="14632" y="6329"/>
                    </a:lnTo>
                    <a:lnTo>
                      <a:pt x="15075" y="6089"/>
                    </a:lnTo>
                    <a:lnTo>
                      <a:pt x="15536" y="5868"/>
                    </a:lnTo>
                    <a:lnTo>
                      <a:pt x="15998" y="5646"/>
                    </a:lnTo>
                    <a:lnTo>
                      <a:pt x="16477" y="5444"/>
                    </a:lnTo>
                    <a:lnTo>
                      <a:pt x="16939" y="5241"/>
                    </a:lnTo>
                    <a:lnTo>
                      <a:pt x="17418" y="5075"/>
                    </a:lnTo>
                    <a:lnTo>
                      <a:pt x="17898" y="4908"/>
                    </a:lnTo>
                    <a:lnTo>
                      <a:pt x="18378" y="4742"/>
                    </a:lnTo>
                    <a:lnTo>
                      <a:pt x="18858" y="4595"/>
                    </a:lnTo>
                    <a:lnTo>
                      <a:pt x="19337" y="4466"/>
                    </a:lnTo>
                    <a:lnTo>
                      <a:pt x="19836" y="4355"/>
                    </a:lnTo>
                    <a:lnTo>
                      <a:pt x="20315" y="4244"/>
                    </a:lnTo>
                    <a:lnTo>
                      <a:pt x="20813" y="4152"/>
                    </a:lnTo>
                    <a:lnTo>
                      <a:pt x="21312" y="4060"/>
                    </a:lnTo>
                    <a:lnTo>
                      <a:pt x="21810" y="3986"/>
                    </a:lnTo>
                    <a:lnTo>
                      <a:pt x="22289" y="3931"/>
                    </a:lnTo>
                    <a:lnTo>
                      <a:pt x="22788" y="3875"/>
                    </a:lnTo>
                    <a:lnTo>
                      <a:pt x="23286" y="3857"/>
                    </a:lnTo>
                    <a:lnTo>
                      <a:pt x="23784" y="3820"/>
                    </a:lnTo>
                    <a:close/>
                    <a:moveTo>
                      <a:pt x="24245" y="1"/>
                    </a:moveTo>
                    <a:lnTo>
                      <a:pt x="23655" y="19"/>
                    </a:lnTo>
                    <a:lnTo>
                      <a:pt x="23064" y="56"/>
                    </a:lnTo>
                    <a:lnTo>
                      <a:pt x="22474" y="93"/>
                    </a:lnTo>
                    <a:lnTo>
                      <a:pt x="21902" y="148"/>
                    </a:lnTo>
                    <a:lnTo>
                      <a:pt x="21312" y="222"/>
                    </a:lnTo>
                    <a:lnTo>
                      <a:pt x="20721" y="314"/>
                    </a:lnTo>
                    <a:lnTo>
                      <a:pt x="20131" y="406"/>
                    </a:lnTo>
                    <a:lnTo>
                      <a:pt x="19559" y="517"/>
                    </a:lnTo>
                    <a:lnTo>
                      <a:pt x="18968" y="646"/>
                    </a:lnTo>
                    <a:lnTo>
                      <a:pt x="18396" y="794"/>
                    </a:lnTo>
                    <a:lnTo>
                      <a:pt x="17824" y="942"/>
                    </a:lnTo>
                    <a:lnTo>
                      <a:pt x="17252" y="1108"/>
                    </a:lnTo>
                    <a:lnTo>
                      <a:pt x="16680" y="1292"/>
                    </a:lnTo>
                    <a:lnTo>
                      <a:pt x="16127" y="1495"/>
                    </a:lnTo>
                    <a:lnTo>
                      <a:pt x="15555" y="1716"/>
                    </a:lnTo>
                    <a:lnTo>
                      <a:pt x="15001" y="1938"/>
                    </a:lnTo>
                    <a:lnTo>
                      <a:pt x="14448" y="2178"/>
                    </a:lnTo>
                    <a:lnTo>
                      <a:pt x="13894" y="2436"/>
                    </a:lnTo>
                    <a:lnTo>
                      <a:pt x="13359" y="2713"/>
                    </a:lnTo>
                    <a:lnTo>
                      <a:pt x="12824" y="2990"/>
                    </a:lnTo>
                    <a:lnTo>
                      <a:pt x="12289" y="3285"/>
                    </a:lnTo>
                    <a:lnTo>
                      <a:pt x="11754" y="3598"/>
                    </a:lnTo>
                    <a:lnTo>
                      <a:pt x="11237" y="3931"/>
                    </a:lnTo>
                    <a:lnTo>
                      <a:pt x="10721" y="4263"/>
                    </a:lnTo>
                    <a:lnTo>
                      <a:pt x="10223" y="4632"/>
                    </a:lnTo>
                    <a:lnTo>
                      <a:pt x="9724" y="5001"/>
                    </a:lnTo>
                    <a:lnTo>
                      <a:pt x="9226" y="5388"/>
                    </a:lnTo>
                    <a:lnTo>
                      <a:pt x="8728" y="5776"/>
                    </a:lnTo>
                    <a:lnTo>
                      <a:pt x="8248" y="6200"/>
                    </a:lnTo>
                    <a:lnTo>
                      <a:pt x="7787" y="6624"/>
                    </a:lnTo>
                    <a:lnTo>
                      <a:pt x="7326" y="7067"/>
                    </a:lnTo>
                    <a:lnTo>
                      <a:pt x="6901" y="7510"/>
                    </a:lnTo>
                    <a:lnTo>
                      <a:pt x="6459" y="7953"/>
                    </a:lnTo>
                    <a:lnTo>
                      <a:pt x="6053" y="8414"/>
                    </a:lnTo>
                    <a:lnTo>
                      <a:pt x="5647" y="8894"/>
                    </a:lnTo>
                    <a:lnTo>
                      <a:pt x="5259" y="9374"/>
                    </a:lnTo>
                    <a:lnTo>
                      <a:pt x="4890" y="9853"/>
                    </a:lnTo>
                    <a:lnTo>
                      <a:pt x="4521" y="10351"/>
                    </a:lnTo>
                    <a:lnTo>
                      <a:pt x="4189" y="10850"/>
                    </a:lnTo>
                    <a:lnTo>
                      <a:pt x="3857" y="11366"/>
                    </a:lnTo>
                    <a:lnTo>
                      <a:pt x="3525" y="11864"/>
                    </a:lnTo>
                    <a:lnTo>
                      <a:pt x="3230" y="12400"/>
                    </a:lnTo>
                    <a:lnTo>
                      <a:pt x="2934" y="12916"/>
                    </a:lnTo>
                    <a:lnTo>
                      <a:pt x="2658" y="13451"/>
                    </a:lnTo>
                    <a:lnTo>
                      <a:pt x="2399" y="13986"/>
                    </a:lnTo>
                    <a:lnTo>
                      <a:pt x="2141" y="14521"/>
                    </a:lnTo>
                    <a:lnTo>
                      <a:pt x="1901" y="15075"/>
                    </a:lnTo>
                    <a:lnTo>
                      <a:pt x="1680" y="15628"/>
                    </a:lnTo>
                    <a:lnTo>
                      <a:pt x="1477" y="16182"/>
                    </a:lnTo>
                    <a:lnTo>
                      <a:pt x="1274" y="16754"/>
                    </a:lnTo>
                    <a:lnTo>
                      <a:pt x="1089" y="17307"/>
                    </a:lnTo>
                    <a:lnTo>
                      <a:pt x="923" y="17879"/>
                    </a:lnTo>
                    <a:lnTo>
                      <a:pt x="776" y="18451"/>
                    </a:lnTo>
                    <a:lnTo>
                      <a:pt x="628" y="19023"/>
                    </a:lnTo>
                    <a:lnTo>
                      <a:pt x="517" y="19595"/>
                    </a:lnTo>
                    <a:lnTo>
                      <a:pt x="407" y="20186"/>
                    </a:lnTo>
                    <a:lnTo>
                      <a:pt x="296" y="20758"/>
                    </a:lnTo>
                    <a:lnTo>
                      <a:pt x="222" y="21348"/>
                    </a:lnTo>
                    <a:lnTo>
                      <a:pt x="148" y="21920"/>
                    </a:lnTo>
                    <a:lnTo>
                      <a:pt x="93" y="22511"/>
                    </a:lnTo>
                    <a:lnTo>
                      <a:pt x="56" y="23101"/>
                    </a:lnTo>
                    <a:lnTo>
                      <a:pt x="19" y="23691"/>
                    </a:lnTo>
                    <a:lnTo>
                      <a:pt x="1" y="24282"/>
                    </a:lnTo>
                    <a:lnTo>
                      <a:pt x="1" y="24872"/>
                    </a:lnTo>
                    <a:lnTo>
                      <a:pt x="19" y="25463"/>
                    </a:lnTo>
                    <a:lnTo>
                      <a:pt x="56" y="26053"/>
                    </a:lnTo>
                    <a:lnTo>
                      <a:pt x="93" y="26644"/>
                    </a:lnTo>
                    <a:lnTo>
                      <a:pt x="148" y="27216"/>
                    </a:lnTo>
                    <a:lnTo>
                      <a:pt x="222" y="27806"/>
                    </a:lnTo>
                    <a:lnTo>
                      <a:pt x="296" y="28396"/>
                    </a:lnTo>
                    <a:lnTo>
                      <a:pt x="407" y="28987"/>
                    </a:lnTo>
                    <a:lnTo>
                      <a:pt x="517" y="29559"/>
                    </a:lnTo>
                    <a:lnTo>
                      <a:pt x="647" y="30131"/>
                    </a:lnTo>
                    <a:lnTo>
                      <a:pt x="794" y="30721"/>
                    </a:lnTo>
                    <a:lnTo>
                      <a:pt x="942" y="31293"/>
                    </a:lnTo>
                    <a:lnTo>
                      <a:pt x="1108" y="31865"/>
                    </a:lnTo>
                    <a:lnTo>
                      <a:pt x="1292" y="32437"/>
                    </a:lnTo>
                    <a:lnTo>
                      <a:pt x="1495" y="32991"/>
                    </a:lnTo>
                    <a:lnTo>
                      <a:pt x="1698" y="33563"/>
                    </a:lnTo>
                    <a:lnTo>
                      <a:pt x="1938" y="34116"/>
                    </a:lnTo>
                    <a:lnTo>
                      <a:pt x="2178" y="34670"/>
                    </a:lnTo>
                    <a:lnTo>
                      <a:pt x="2436" y="35205"/>
                    </a:lnTo>
                    <a:lnTo>
                      <a:pt x="2695" y="35758"/>
                    </a:lnTo>
                    <a:lnTo>
                      <a:pt x="2990" y="36293"/>
                    </a:lnTo>
                    <a:lnTo>
                      <a:pt x="3285" y="36829"/>
                    </a:lnTo>
                    <a:lnTo>
                      <a:pt x="3599" y="37345"/>
                    </a:lnTo>
                    <a:lnTo>
                      <a:pt x="3931" y="37880"/>
                    </a:lnTo>
                    <a:lnTo>
                      <a:pt x="4263" y="38397"/>
                    </a:lnTo>
                    <a:lnTo>
                      <a:pt x="4632" y="38895"/>
                    </a:lnTo>
                    <a:lnTo>
                      <a:pt x="5001" y="39393"/>
                    </a:lnTo>
                    <a:lnTo>
                      <a:pt x="5388" y="39891"/>
                    </a:lnTo>
                    <a:lnTo>
                      <a:pt x="5776" y="40371"/>
                    </a:lnTo>
                    <a:lnTo>
                      <a:pt x="6200" y="40851"/>
                    </a:lnTo>
                    <a:lnTo>
                      <a:pt x="6625" y="41331"/>
                    </a:lnTo>
                    <a:lnTo>
                      <a:pt x="7067" y="41773"/>
                    </a:lnTo>
                    <a:lnTo>
                      <a:pt x="7510" y="42216"/>
                    </a:lnTo>
                    <a:lnTo>
                      <a:pt x="7953" y="42659"/>
                    </a:lnTo>
                    <a:lnTo>
                      <a:pt x="8414" y="43065"/>
                    </a:lnTo>
                    <a:lnTo>
                      <a:pt x="8894" y="43471"/>
                    </a:lnTo>
                    <a:lnTo>
                      <a:pt x="9374" y="43858"/>
                    </a:lnTo>
                    <a:lnTo>
                      <a:pt x="9854" y="44227"/>
                    </a:lnTo>
                    <a:lnTo>
                      <a:pt x="10352" y="44596"/>
                    </a:lnTo>
                    <a:lnTo>
                      <a:pt x="10850" y="44928"/>
                    </a:lnTo>
                    <a:lnTo>
                      <a:pt x="11348" y="45261"/>
                    </a:lnTo>
                    <a:lnTo>
                      <a:pt x="11865" y="45593"/>
                    </a:lnTo>
                    <a:lnTo>
                      <a:pt x="12381" y="45888"/>
                    </a:lnTo>
                    <a:lnTo>
                      <a:pt x="12916" y="46183"/>
                    </a:lnTo>
                    <a:lnTo>
                      <a:pt x="13451" y="46460"/>
                    </a:lnTo>
                    <a:lnTo>
                      <a:pt x="13987" y="46718"/>
                    </a:lnTo>
                    <a:lnTo>
                      <a:pt x="14522" y="46977"/>
                    </a:lnTo>
                    <a:lnTo>
                      <a:pt x="15075" y="47216"/>
                    </a:lnTo>
                    <a:lnTo>
                      <a:pt x="15629" y="47438"/>
                    </a:lnTo>
                    <a:lnTo>
                      <a:pt x="16182" y="47641"/>
                    </a:lnTo>
                    <a:lnTo>
                      <a:pt x="16736" y="47844"/>
                    </a:lnTo>
                    <a:lnTo>
                      <a:pt x="17308" y="48028"/>
                    </a:lnTo>
                    <a:lnTo>
                      <a:pt x="17880" y="48194"/>
                    </a:lnTo>
                    <a:lnTo>
                      <a:pt x="18452" y="48342"/>
                    </a:lnTo>
                    <a:lnTo>
                      <a:pt x="19024" y="48471"/>
                    </a:lnTo>
                    <a:lnTo>
                      <a:pt x="19596" y="48600"/>
                    </a:lnTo>
                    <a:lnTo>
                      <a:pt x="20168" y="48711"/>
                    </a:lnTo>
                    <a:lnTo>
                      <a:pt x="20758" y="48822"/>
                    </a:lnTo>
                    <a:lnTo>
                      <a:pt x="21348" y="48895"/>
                    </a:lnTo>
                    <a:lnTo>
                      <a:pt x="21920" y="48969"/>
                    </a:lnTo>
                    <a:lnTo>
                      <a:pt x="22511" y="49025"/>
                    </a:lnTo>
                    <a:lnTo>
                      <a:pt x="23101" y="49061"/>
                    </a:lnTo>
                    <a:lnTo>
                      <a:pt x="23692" y="49098"/>
                    </a:lnTo>
                    <a:lnTo>
                      <a:pt x="24282" y="49117"/>
                    </a:lnTo>
                    <a:lnTo>
                      <a:pt x="24873" y="49117"/>
                    </a:lnTo>
                    <a:lnTo>
                      <a:pt x="25463" y="49098"/>
                    </a:lnTo>
                    <a:lnTo>
                      <a:pt x="26053" y="49061"/>
                    </a:lnTo>
                    <a:lnTo>
                      <a:pt x="26625" y="49025"/>
                    </a:lnTo>
                    <a:lnTo>
                      <a:pt x="27216" y="48969"/>
                    </a:lnTo>
                    <a:lnTo>
                      <a:pt x="27806" y="48895"/>
                    </a:lnTo>
                    <a:lnTo>
                      <a:pt x="28397" y="48803"/>
                    </a:lnTo>
                    <a:lnTo>
                      <a:pt x="28969" y="48711"/>
                    </a:lnTo>
                    <a:lnTo>
                      <a:pt x="29559" y="48600"/>
                    </a:lnTo>
                    <a:lnTo>
                      <a:pt x="30131" y="48471"/>
                    </a:lnTo>
                    <a:lnTo>
                      <a:pt x="30722" y="48323"/>
                    </a:lnTo>
                    <a:lnTo>
                      <a:pt x="31294" y="48176"/>
                    </a:lnTo>
                    <a:lnTo>
                      <a:pt x="31866" y="48010"/>
                    </a:lnTo>
                    <a:lnTo>
                      <a:pt x="32438" y="47825"/>
                    </a:lnTo>
                    <a:lnTo>
                      <a:pt x="32991" y="47622"/>
                    </a:lnTo>
                    <a:lnTo>
                      <a:pt x="33563" y="47401"/>
                    </a:lnTo>
                    <a:lnTo>
                      <a:pt x="34117" y="47179"/>
                    </a:lnTo>
                    <a:lnTo>
                      <a:pt x="34670" y="46940"/>
                    </a:lnTo>
                    <a:lnTo>
                      <a:pt x="35205" y="46681"/>
                    </a:lnTo>
                    <a:lnTo>
                      <a:pt x="35759" y="46423"/>
                    </a:lnTo>
                    <a:lnTo>
                      <a:pt x="36294" y="46128"/>
                    </a:lnTo>
                    <a:lnTo>
                      <a:pt x="36829" y="45833"/>
                    </a:lnTo>
                    <a:lnTo>
                      <a:pt x="37345" y="45519"/>
                    </a:lnTo>
                    <a:lnTo>
                      <a:pt x="37881" y="45187"/>
                    </a:lnTo>
                    <a:lnTo>
                      <a:pt x="38379" y="44855"/>
                    </a:lnTo>
                    <a:lnTo>
                      <a:pt x="38895" y="44486"/>
                    </a:lnTo>
                    <a:lnTo>
                      <a:pt x="39394" y="44117"/>
                    </a:lnTo>
                    <a:lnTo>
                      <a:pt x="39892" y="43729"/>
                    </a:lnTo>
                    <a:lnTo>
                      <a:pt x="40371" y="43342"/>
                    </a:lnTo>
                    <a:lnTo>
                      <a:pt x="40851" y="42917"/>
                    </a:lnTo>
                    <a:lnTo>
                      <a:pt x="41331" y="42493"/>
                    </a:lnTo>
                    <a:lnTo>
                      <a:pt x="41774" y="42050"/>
                    </a:lnTo>
                    <a:lnTo>
                      <a:pt x="42217" y="41607"/>
                    </a:lnTo>
                    <a:lnTo>
                      <a:pt x="42641" y="41164"/>
                    </a:lnTo>
                    <a:lnTo>
                      <a:pt x="43065" y="40703"/>
                    </a:lnTo>
                    <a:lnTo>
                      <a:pt x="43471" y="40223"/>
                    </a:lnTo>
                    <a:lnTo>
                      <a:pt x="43859" y="39744"/>
                    </a:lnTo>
                    <a:lnTo>
                      <a:pt x="44228" y="39264"/>
                    </a:lnTo>
                    <a:lnTo>
                      <a:pt x="44578" y="38766"/>
                    </a:lnTo>
                    <a:lnTo>
                      <a:pt x="44929" y="38268"/>
                    </a:lnTo>
                    <a:lnTo>
                      <a:pt x="45261" y="37751"/>
                    </a:lnTo>
                    <a:lnTo>
                      <a:pt x="45575" y="37253"/>
                    </a:lnTo>
                    <a:lnTo>
                      <a:pt x="45888" y="36718"/>
                    </a:lnTo>
                    <a:lnTo>
                      <a:pt x="46183" y="36201"/>
                    </a:lnTo>
                    <a:lnTo>
                      <a:pt x="46460" y="35666"/>
                    </a:lnTo>
                    <a:lnTo>
                      <a:pt x="46719" y="35131"/>
                    </a:lnTo>
                    <a:lnTo>
                      <a:pt x="46977" y="34596"/>
                    </a:lnTo>
                    <a:lnTo>
                      <a:pt x="47217" y="34042"/>
                    </a:lnTo>
                    <a:lnTo>
                      <a:pt x="47438" y="33489"/>
                    </a:lnTo>
                    <a:lnTo>
                      <a:pt x="47641" y="32935"/>
                    </a:lnTo>
                    <a:lnTo>
                      <a:pt x="47844" y="32382"/>
                    </a:lnTo>
                    <a:lnTo>
                      <a:pt x="48010" y="31810"/>
                    </a:lnTo>
                    <a:lnTo>
                      <a:pt x="48176" y="31238"/>
                    </a:lnTo>
                    <a:lnTo>
                      <a:pt x="48342" y="30666"/>
                    </a:lnTo>
                    <a:lnTo>
                      <a:pt x="48471" y="30094"/>
                    </a:lnTo>
                    <a:lnTo>
                      <a:pt x="48601" y="29522"/>
                    </a:lnTo>
                    <a:lnTo>
                      <a:pt x="48711" y="28932"/>
                    </a:lnTo>
                    <a:lnTo>
                      <a:pt x="48822" y="28360"/>
                    </a:lnTo>
                    <a:lnTo>
                      <a:pt x="48896" y="27769"/>
                    </a:lnTo>
                    <a:lnTo>
                      <a:pt x="48970" y="27197"/>
                    </a:lnTo>
                    <a:lnTo>
                      <a:pt x="49025" y="26607"/>
                    </a:lnTo>
                    <a:lnTo>
                      <a:pt x="49062" y="26016"/>
                    </a:lnTo>
                    <a:lnTo>
                      <a:pt x="49099" y="25426"/>
                    </a:lnTo>
                    <a:lnTo>
                      <a:pt x="49099" y="24835"/>
                    </a:lnTo>
                    <a:lnTo>
                      <a:pt x="49099" y="24245"/>
                    </a:lnTo>
                    <a:lnTo>
                      <a:pt x="49099" y="23655"/>
                    </a:lnTo>
                    <a:lnTo>
                      <a:pt x="49062" y="23064"/>
                    </a:lnTo>
                    <a:lnTo>
                      <a:pt x="49025" y="22474"/>
                    </a:lnTo>
                    <a:lnTo>
                      <a:pt x="48970" y="21902"/>
                    </a:lnTo>
                    <a:lnTo>
                      <a:pt x="48896" y="21311"/>
                    </a:lnTo>
                    <a:lnTo>
                      <a:pt x="48804" y="20721"/>
                    </a:lnTo>
                    <a:lnTo>
                      <a:pt x="48711" y="20130"/>
                    </a:lnTo>
                    <a:lnTo>
                      <a:pt x="48601" y="19558"/>
                    </a:lnTo>
                    <a:lnTo>
                      <a:pt x="48471" y="18986"/>
                    </a:lnTo>
                    <a:lnTo>
                      <a:pt x="48324" y="18396"/>
                    </a:lnTo>
                    <a:lnTo>
                      <a:pt x="48176" y="17824"/>
                    </a:lnTo>
                    <a:lnTo>
                      <a:pt x="48010" y="17252"/>
                    </a:lnTo>
                    <a:lnTo>
                      <a:pt x="47826" y="16680"/>
                    </a:lnTo>
                    <a:lnTo>
                      <a:pt x="47623" y="16127"/>
                    </a:lnTo>
                    <a:lnTo>
                      <a:pt x="47401" y="15555"/>
                    </a:lnTo>
                    <a:lnTo>
                      <a:pt x="47180" y="15001"/>
                    </a:lnTo>
                    <a:lnTo>
                      <a:pt x="46940" y="14448"/>
                    </a:lnTo>
                    <a:lnTo>
                      <a:pt x="46682" y="13912"/>
                    </a:lnTo>
                    <a:lnTo>
                      <a:pt x="46405" y="13359"/>
                    </a:lnTo>
                    <a:lnTo>
                      <a:pt x="46128" y="12824"/>
                    </a:lnTo>
                    <a:lnTo>
                      <a:pt x="45833" y="12289"/>
                    </a:lnTo>
                    <a:lnTo>
                      <a:pt x="45519" y="11772"/>
                    </a:lnTo>
                    <a:lnTo>
                      <a:pt x="45187" y="11237"/>
                    </a:lnTo>
                    <a:lnTo>
                      <a:pt x="44837" y="10720"/>
                    </a:lnTo>
                    <a:lnTo>
                      <a:pt x="44486" y="10222"/>
                    </a:lnTo>
                    <a:lnTo>
                      <a:pt x="44117" y="9724"/>
                    </a:lnTo>
                    <a:lnTo>
                      <a:pt x="43729" y="9226"/>
                    </a:lnTo>
                    <a:lnTo>
                      <a:pt x="43324" y="8746"/>
                    </a:lnTo>
                    <a:lnTo>
                      <a:pt x="42918" y="8267"/>
                    </a:lnTo>
                    <a:lnTo>
                      <a:pt x="42493" y="7787"/>
                    </a:lnTo>
                    <a:lnTo>
                      <a:pt x="42050" y="7344"/>
                    </a:lnTo>
                    <a:lnTo>
                      <a:pt x="41608" y="6901"/>
                    </a:lnTo>
                    <a:lnTo>
                      <a:pt x="41146" y="6458"/>
                    </a:lnTo>
                    <a:lnTo>
                      <a:pt x="40685" y="6052"/>
                    </a:lnTo>
                    <a:lnTo>
                      <a:pt x="40224" y="5646"/>
                    </a:lnTo>
                    <a:lnTo>
                      <a:pt x="39744" y="5259"/>
                    </a:lnTo>
                    <a:lnTo>
                      <a:pt x="39264" y="4890"/>
                    </a:lnTo>
                    <a:lnTo>
                      <a:pt x="38766" y="4539"/>
                    </a:lnTo>
                    <a:lnTo>
                      <a:pt x="38268" y="4189"/>
                    </a:lnTo>
                    <a:lnTo>
                      <a:pt x="37751" y="3857"/>
                    </a:lnTo>
                    <a:lnTo>
                      <a:pt x="37253" y="3525"/>
                    </a:lnTo>
                    <a:lnTo>
                      <a:pt x="36718" y="3229"/>
                    </a:lnTo>
                    <a:lnTo>
                      <a:pt x="36202" y="2934"/>
                    </a:lnTo>
                    <a:lnTo>
                      <a:pt x="35666" y="2657"/>
                    </a:lnTo>
                    <a:lnTo>
                      <a:pt x="35131" y="2399"/>
                    </a:lnTo>
                    <a:lnTo>
                      <a:pt x="34596" y="2141"/>
                    </a:lnTo>
                    <a:lnTo>
                      <a:pt x="34043" y="1901"/>
                    </a:lnTo>
                    <a:lnTo>
                      <a:pt x="33489" y="1680"/>
                    </a:lnTo>
                    <a:lnTo>
                      <a:pt x="32936" y="1477"/>
                    </a:lnTo>
                    <a:lnTo>
                      <a:pt x="32364" y="1274"/>
                    </a:lnTo>
                    <a:lnTo>
                      <a:pt x="31810" y="1108"/>
                    </a:lnTo>
                    <a:lnTo>
                      <a:pt x="31238" y="923"/>
                    </a:lnTo>
                    <a:lnTo>
                      <a:pt x="30666" y="775"/>
                    </a:lnTo>
                    <a:lnTo>
                      <a:pt x="30094" y="646"/>
                    </a:lnTo>
                    <a:lnTo>
                      <a:pt x="29522" y="517"/>
                    </a:lnTo>
                    <a:lnTo>
                      <a:pt x="28932" y="406"/>
                    </a:lnTo>
                    <a:lnTo>
                      <a:pt x="28360" y="296"/>
                    </a:lnTo>
                    <a:lnTo>
                      <a:pt x="27769" y="222"/>
                    </a:lnTo>
                    <a:lnTo>
                      <a:pt x="27179" y="148"/>
                    </a:lnTo>
                    <a:lnTo>
                      <a:pt x="26607" y="93"/>
                    </a:lnTo>
                    <a:lnTo>
                      <a:pt x="26017" y="56"/>
                    </a:lnTo>
                    <a:lnTo>
                      <a:pt x="25426" y="19"/>
                    </a:lnTo>
                    <a:lnTo>
                      <a:pt x="24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5452125" y="4009507"/>
                <a:ext cx="440606" cy="482698"/>
              </a:xfrm>
              <a:custGeom>
                <a:avLst/>
                <a:gdLst/>
                <a:ahLst/>
                <a:cxnLst/>
                <a:rect l="l" t="t" r="r" b="b"/>
                <a:pathLst>
                  <a:path w="22788" h="24965" extrusionOk="0">
                    <a:moveTo>
                      <a:pt x="2915" y="0"/>
                    </a:moveTo>
                    <a:lnTo>
                      <a:pt x="0" y="2602"/>
                    </a:lnTo>
                    <a:lnTo>
                      <a:pt x="19853" y="24965"/>
                    </a:lnTo>
                    <a:lnTo>
                      <a:pt x="22787" y="22363"/>
                    </a:lnTo>
                    <a:lnTo>
                      <a:pt x="291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17"/>
              <p:cNvSpPr/>
              <p:nvPr/>
            </p:nvSpPr>
            <p:spPr>
              <a:xfrm>
                <a:off x="5628345" y="4213201"/>
                <a:ext cx="471658" cy="508027"/>
              </a:xfrm>
              <a:custGeom>
                <a:avLst/>
                <a:gdLst/>
                <a:ahLst/>
                <a:cxnLst/>
                <a:rect l="l" t="t" r="r" b="b"/>
                <a:pathLst>
                  <a:path w="24394" h="26275" extrusionOk="0">
                    <a:moveTo>
                      <a:pt x="4817" y="1"/>
                    </a:moveTo>
                    <a:lnTo>
                      <a:pt x="4688" y="38"/>
                    </a:lnTo>
                    <a:lnTo>
                      <a:pt x="4558" y="56"/>
                    </a:lnTo>
                    <a:lnTo>
                      <a:pt x="4429" y="112"/>
                    </a:lnTo>
                    <a:lnTo>
                      <a:pt x="4318" y="167"/>
                    </a:lnTo>
                    <a:lnTo>
                      <a:pt x="4208" y="241"/>
                    </a:lnTo>
                    <a:lnTo>
                      <a:pt x="4097" y="333"/>
                    </a:lnTo>
                    <a:lnTo>
                      <a:pt x="462" y="3562"/>
                    </a:lnTo>
                    <a:lnTo>
                      <a:pt x="352" y="3654"/>
                    </a:lnTo>
                    <a:lnTo>
                      <a:pt x="278" y="3765"/>
                    </a:lnTo>
                    <a:lnTo>
                      <a:pt x="204" y="3876"/>
                    </a:lnTo>
                    <a:lnTo>
                      <a:pt x="130" y="3986"/>
                    </a:lnTo>
                    <a:lnTo>
                      <a:pt x="75" y="4115"/>
                    </a:lnTo>
                    <a:lnTo>
                      <a:pt x="38" y="4245"/>
                    </a:lnTo>
                    <a:lnTo>
                      <a:pt x="19" y="4355"/>
                    </a:lnTo>
                    <a:lnTo>
                      <a:pt x="1" y="4484"/>
                    </a:lnTo>
                    <a:lnTo>
                      <a:pt x="1" y="4614"/>
                    </a:lnTo>
                    <a:lnTo>
                      <a:pt x="19" y="4743"/>
                    </a:lnTo>
                    <a:lnTo>
                      <a:pt x="38" y="4872"/>
                    </a:lnTo>
                    <a:lnTo>
                      <a:pt x="75" y="5001"/>
                    </a:lnTo>
                    <a:lnTo>
                      <a:pt x="130" y="5130"/>
                    </a:lnTo>
                    <a:lnTo>
                      <a:pt x="185" y="5241"/>
                    </a:lnTo>
                    <a:lnTo>
                      <a:pt x="259" y="5352"/>
                    </a:lnTo>
                    <a:lnTo>
                      <a:pt x="333" y="5462"/>
                    </a:lnTo>
                    <a:lnTo>
                      <a:pt x="18415" y="25814"/>
                    </a:lnTo>
                    <a:lnTo>
                      <a:pt x="18507" y="25924"/>
                    </a:lnTo>
                    <a:lnTo>
                      <a:pt x="18618" y="25998"/>
                    </a:lnTo>
                    <a:lnTo>
                      <a:pt x="18729" y="26072"/>
                    </a:lnTo>
                    <a:lnTo>
                      <a:pt x="18839" y="26146"/>
                    </a:lnTo>
                    <a:lnTo>
                      <a:pt x="18969" y="26183"/>
                    </a:lnTo>
                    <a:lnTo>
                      <a:pt x="19079" y="26238"/>
                    </a:lnTo>
                    <a:lnTo>
                      <a:pt x="19208" y="26257"/>
                    </a:lnTo>
                    <a:lnTo>
                      <a:pt x="19338" y="26275"/>
                    </a:lnTo>
                    <a:lnTo>
                      <a:pt x="19467" y="26275"/>
                    </a:lnTo>
                    <a:lnTo>
                      <a:pt x="19596" y="26257"/>
                    </a:lnTo>
                    <a:lnTo>
                      <a:pt x="19725" y="26238"/>
                    </a:lnTo>
                    <a:lnTo>
                      <a:pt x="19854" y="26201"/>
                    </a:lnTo>
                    <a:lnTo>
                      <a:pt x="19965" y="26146"/>
                    </a:lnTo>
                    <a:lnTo>
                      <a:pt x="20094" y="26090"/>
                    </a:lnTo>
                    <a:lnTo>
                      <a:pt x="20205" y="26017"/>
                    </a:lnTo>
                    <a:lnTo>
                      <a:pt x="20315" y="25924"/>
                    </a:lnTo>
                    <a:lnTo>
                      <a:pt x="23950" y="22696"/>
                    </a:lnTo>
                    <a:lnTo>
                      <a:pt x="24043" y="22603"/>
                    </a:lnTo>
                    <a:lnTo>
                      <a:pt x="24135" y="22493"/>
                    </a:lnTo>
                    <a:lnTo>
                      <a:pt x="24209" y="22382"/>
                    </a:lnTo>
                    <a:lnTo>
                      <a:pt x="24264" y="22271"/>
                    </a:lnTo>
                    <a:lnTo>
                      <a:pt x="24319" y="22160"/>
                    </a:lnTo>
                    <a:lnTo>
                      <a:pt x="24356" y="22031"/>
                    </a:lnTo>
                    <a:lnTo>
                      <a:pt x="24393" y="21902"/>
                    </a:lnTo>
                    <a:lnTo>
                      <a:pt x="24393" y="21773"/>
                    </a:lnTo>
                    <a:lnTo>
                      <a:pt x="24393" y="21644"/>
                    </a:lnTo>
                    <a:lnTo>
                      <a:pt x="24393" y="21515"/>
                    </a:lnTo>
                    <a:lnTo>
                      <a:pt x="24375" y="21386"/>
                    </a:lnTo>
                    <a:lnTo>
                      <a:pt x="24338" y="21275"/>
                    </a:lnTo>
                    <a:lnTo>
                      <a:pt x="24282" y="21146"/>
                    </a:lnTo>
                    <a:lnTo>
                      <a:pt x="24227" y="21035"/>
                    </a:lnTo>
                    <a:lnTo>
                      <a:pt x="24153" y="20906"/>
                    </a:lnTo>
                    <a:lnTo>
                      <a:pt x="24061" y="20814"/>
                    </a:lnTo>
                    <a:lnTo>
                      <a:pt x="5998" y="444"/>
                    </a:lnTo>
                    <a:lnTo>
                      <a:pt x="5887" y="351"/>
                    </a:lnTo>
                    <a:lnTo>
                      <a:pt x="5795" y="259"/>
                    </a:lnTo>
                    <a:lnTo>
                      <a:pt x="5684" y="185"/>
                    </a:lnTo>
                    <a:lnTo>
                      <a:pt x="5573" y="130"/>
                    </a:lnTo>
                    <a:lnTo>
                      <a:pt x="5444" y="75"/>
                    </a:lnTo>
                    <a:lnTo>
                      <a:pt x="5315" y="38"/>
                    </a:lnTo>
                    <a:lnTo>
                      <a:pt x="5186" y="19"/>
                    </a:lnTo>
                    <a:lnTo>
                      <a:pt x="505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2C14919-A9D4-7070-F57F-CE3D5D633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6" y="869251"/>
            <a:ext cx="2936243" cy="2238222"/>
          </a:xfrm>
          <a:prstGeom prst="rect">
            <a:avLst/>
          </a:prstGeom>
          <a:ln w="41275">
            <a:solidFill>
              <a:schemeClr val="dk2"/>
            </a:solidFill>
          </a:ln>
          <a:effectLst>
            <a:softEdge rad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8D1FA5-D930-E5A1-FF85-C4CB2EDBA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096" y="1718871"/>
            <a:ext cx="2900346" cy="2211513"/>
          </a:xfrm>
          <a:prstGeom prst="rect">
            <a:avLst/>
          </a:prstGeom>
          <a:ln w="41275">
            <a:solidFill>
              <a:schemeClr val="dk2"/>
            </a:solidFill>
          </a:ln>
          <a:effectLst>
            <a:softEdge rad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0E6E5A-5788-45B2-90C8-02AD7086D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283" y="887368"/>
            <a:ext cx="2837882" cy="2116027"/>
          </a:xfrm>
          <a:prstGeom prst="rect">
            <a:avLst/>
          </a:prstGeom>
          <a:ln w="41275">
            <a:solidFill>
              <a:schemeClr val="dk2"/>
            </a:solidFill>
          </a:ln>
          <a:effectLst>
            <a:softEdge rad="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DA4614F-C046-B4EF-0AC2-2C9182B386C7}"/>
              </a:ext>
            </a:extLst>
          </p:cNvPr>
          <p:cNvSpPr txBox="1"/>
          <p:nvPr/>
        </p:nvSpPr>
        <p:spPr>
          <a:xfrm>
            <a:off x="-48548" y="3993922"/>
            <a:ext cx="459801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👉</a:t>
            </a:r>
            <a:r>
              <a:rPr lang="en-US" dirty="0"/>
              <a:t>evaluated using accuracy &amp; train score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 the tables it is found that </a:t>
            </a:r>
            <a:r>
              <a:rPr lang="en-US" dirty="0" err="1"/>
              <a:t>gradientboost</a:t>
            </a:r>
            <a:r>
              <a:rPr lang="en-US" dirty="0"/>
              <a:t> classifier is the best model and predicted using it (90%-Train score),(79%accuracy).</a:t>
            </a:r>
            <a:endParaRPr lang="en-IN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FAB720B-A44D-FFC1-409A-31F77684A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</p:spPr>
        <p:txBody>
          <a:bodyPr>
            <a:normAutofit fontScale="90000"/>
          </a:bodyPr>
          <a:lstStyle/>
          <a:p>
            <a:r>
              <a:rPr lang="en-IN" dirty="0"/>
              <a:t>Evaluation</a:t>
            </a:r>
          </a:p>
        </p:txBody>
      </p:sp>
      <p:sp>
        <p:nvSpPr>
          <p:cNvPr id="14" name="Google Shape;409;p22">
            <a:extLst>
              <a:ext uri="{FF2B5EF4-FFF2-40B4-BE49-F238E27FC236}">
                <a16:creationId xmlns:a16="http://schemas.microsoft.com/office/drawing/2014/main" id="{67211257-FB6A-5984-709C-A452D75372A1}"/>
              </a:ext>
            </a:extLst>
          </p:cNvPr>
          <p:cNvSpPr/>
          <p:nvPr/>
        </p:nvSpPr>
        <p:spPr>
          <a:xfrm>
            <a:off x="111836" y="411475"/>
            <a:ext cx="1527000" cy="371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Base modeling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" name="Google Shape;410;p22">
            <a:extLst>
              <a:ext uri="{FF2B5EF4-FFF2-40B4-BE49-F238E27FC236}">
                <a16:creationId xmlns:a16="http://schemas.microsoft.com/office/drawing/2014/main" id="{304F86BD-7E99-AA2E-E03F-48A23053F99C}"/>
              </a:ext>
            </a:extLst>
          </p:cNvPr>
          <p:cNvSpPr/>
          <p:nvPr/>
        </p:nvSpPr>
        <p:spPr>
          <a:xfrm>
            <a:off x="3164823" y="1213116"/>
            <a:ext cx="1527000" cy="371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After Smote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" name="Google Shape;411;p22">
            <a:extLst>
              <a:ext uri="{FF2B5EF4-FFF2-40B4-BE49-F238E27FC236}">
                <a16:creationId xmlns:a16="http://schemas.microsoft.com/office/drawing/2014/main" id="{537EBCAD-1D9B-5961-263D-B7F9CD7E6CCB}"/>
              </a:ext>
            </a:extLst>
          </p:cNvPr>
          <p:cNvSpPr/>
          <p:nvPr/>
        </p:nvSpPr>
        <p:spPr>
          <a:xfrm>
            <a:off x="6065169" y="467188"/>
            <a:ext cx="1944804" cy="371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After Hypertunning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Google Shape;461;p23"/>
          <p:cNvGrpSpPr/>
          <p:nvPr/>
        </p:nvGrpSpPr>
        <p:grpSpPr>
          <a:xfrm>
            <a:off x="7037289" y="980778"/>
            <a:ext cx="1897114" cy="3712525"/>
            <a:chOff x="6829133" y="1004500"/>
            <a:chExt cx="1897114" cy="3712525"/>
          </a:xfrm>
        </p:grpSpPr>
        <p:grpSp>
          <p:nvGrpSpPr>
            <p:cNvPr id="462" name="Google Shape;462;p23"/>
            <p:cNvGrpSpPr/>
            <p:nvPr/>
          </p:nvGrpSpPr>
          <p:grpSpPr>
            <a:xfrm>
              <a:off x="6829133" y="1004500"/>
              <a:ext cx="1897114" cy="3210692"/>
              <a:chOff x="6982216" y="1352707"/>
              <a:chExt cx="1744794" cy="2952632"/>
            </a:xfrm>
          </p:grpSpPr>
          <p:sp>
            <p:nvSpPr>
              <p:cNvPr id="463" name="Google Shape;463;p23"/>
              <p:cNvSpPr/>
              <p:nvPr/>
            </p:nvSpPr>
            <p:spPr>
              <a:xfrm>
                <a:off x="8069535" y="3983506"/>
                <a:ext cx="174576" cy="321833"/>
              </a:xfrm>
              <a:custGeom>
                <a:avLst/>
                <a:gdLst/>
                <a:ahLst/>
                <a:cxnLst/>
                <a:rect l="l" t="t" r="r" b="b"/>
                <a:pathLst>
                  <a:path w="10333" h="19049" extrusionOk="0">
                    <a:moveTo>
                      <a:pt x="3248" y="0"/>
                    </a:moveTo>
                    <a:lnTo>
                      <a:pt x="3006" y="15"/>
                    </a:lnTo>
                    <a:lnTo>
                      <a:pt x="2780" y="31"/>
                    </a:lnTo>
                    <a:lnTo>
                      <a:pt x="2553" y="61"/>
                    </a:lnTo>
                    <a:lnTo>
                      <a:pt x="2326" y="106"/>
                    </a:lnTo>
                    <a:lnTo>
                      <a:pt x="2115" y="167"/>
                    </a:lnTo>
                    <a:lnTo>
                      <a:pt x="1919" y="227"/>
                    </a:lnTo>
                    <a:lnTo>
                      <a:pt x="1722" y="303"/>
                    </a:lnTo>
                    <a:lnTo>
                      <a:pt x="1526" y="378"/>
                    </a:lnTo>
                    <a:lnTo>
                      <a:pt x="1194" y="559"/>
                    </a:lnTo>
                    <a:lnTo>
                      <a:pt x="891" y="741"/>
                    </a:lnTo>
                    <a:lnTo>
                      <a:pt x="620" y="937"/>
                    </a:lnTo>
                    <a:lnTo>
                      <a:pt x="408" y="1103"/>
                    </a:lnTo>
                    <a:lnTo>
                      <a:pt x="227" y="1269"/>
                    </a:lnTo>
                    <a:lnTo>
                      <a:pt x="106" y="1390"/>
                    </a:lnTo>
                    <a:lnTo>
                      <a:pt x="0" y="1511"/>
                    </a:lnTo>
                    <a:lnTo>
                      <a:pt x="6979" y="19049"/>
                    </a:lnTo>
                    <a:lnTo>
                      <a:pt x="7130" y="19019"/>
                    </a:lnTo>
                    <a:lnTo>
                      <a:pt x="7311" y="18958"/>
                    </a:lnTo>
                    <a:lnTo>
                      <a:pt x="7538" y="18883"/>
                    </a:lnTo>
                    <a:lnTo>
                      <a:pt x="7795" y="18762"/>
                    </a:lnTo>
                    <a:lnTo>
                      <a:pt x="8097" y="18611"/>
                    </a:lnTo>
                    <a:lnTo>
                      <a:pt x="8414" y="18399"/>
                    </a:lnTo>
                    <a:lnTo>
                      <a:pt x="8580" y="18279"/>
                    </a:lnTo>
                    <a:lnTo>
                      <a:pt x="8731" y="18158"/>
                    </a:lnTo>
                    <a:lnTo>
                      <a:pt x="8898" y="18007"/>
                    </a:lnTo>
                    <a:lnTo>
                      <a:pt x="9049" y="17841"/>
                    </a:lnTo>
                    <a:lnTo>
                      <a:pt x="9215" y="17674"/>
                    </a:lnTo>
                    <a:lnTo>
                      <a:pt x="9366" y="17478"/>
                    </a:lnTo>
                    <a:lnTo>
                      <a:pt x="9502" y="17267"/>
                    </a:lnTo>
                    <a:lnTo>
                      <a:pt x="9638" y="17040"/>
                    </a:lnTo>
                    <a:lnTo>
                      <a:pt x="9774" y="16798"/>
                    </a:lnTo>
                    <a:lnTo>
                      <a:pt x="9895" y="16541"/>
                    </a:lnTo>
                    <a:lnTo>
                      <a:pt x="10000" y="16254"/>
                    </a:lnTo>
                    <a:lnTo>
                      <a:pt x="10091" y="15967"/>
                    </a:lnTo>
                    <a:lnTo>
                      <a:pt x="10182" y="15650"/>
                    </a:lnTo>
                    <a:lnTo>
                      <a:pt x="10242" y="15303"/>
                    </a:lnTo>
                    <a:lnTo>
                      <a:pt x="10287" y="14940"/>
                    </a:lnTo>
                    <a:lnTo>
                      <a:pt x="10318" y="14563"/>
                    </a:lnTo>
                    <a:lnTo>
                      <a:pt x="10333" y="14155"/>
                    </a:lnTo>
                    <a:lnTo>
                      <a:pt x="10333" y="13732"/>
                    </a:lnTo>
                    <a:lnTo>
                      <a:pt x="10272" y="12825"/>
                    </a:lnTo>
                    <a:lnTo>
                      <a:pt x="10182" y="11889"/>
                    </a:lnTo>
                    <a:lnTo>
                      <a:pt x="10061" y="10937"/>
                    </a:lnTo>
                    <a:lnTo>
                      <a:pt x="9910" y="9970"/>
                    </a:lnTo>
                    <a:lnTo>
                      <a:pt x="9728" y="8988"/>
                    </a:lnTo>
                    <a:lnTo>
                      <a:pt x="9502" y="8022"/>
                    </a:lnTo>
                    <a:lnTo>
                      <a:pt x="9381" y="7538"/>
                    </a:lnTo>
                    <a:lnTo>
                      <a:pt x="9260" y="7070"/>
                    </a:lnTo>
                    <a:lnTo>
                      <a:pt x="9124" y="6602"/>
                    </a:lnTo>
                    <a:lnTo>
                      <a:pt x="8973" y="6133"/>
                    </a:lnTo>
                    <a:lnTo>
                      <a:pt x="8807" y="5680"/>
                    </a:lnTo>
                    <a:lnTo>
                      <a:pt x="8656" y="5242"/>
                    </a:lnTo>
                    <a:lnTo>
                      <a:pt x="8475" y="4804"/>
                    </a:lnTo>
                    <a:lnTo>
                      <a:pt x="8293" y="4381"/>
                    </a:lnTo>
                    <a:lnTo>
                      <a:pt x="8097" y="3973"/>
                    </a:lnTo>
                    <a:lnTo>
                      <a:pt x="7901" y="3580"/>
                    </a:lnTo>
                    <a:lnTo>
                      <a:pt x="7689" y="3203"/>
                    </a:lnTo>
                    <a:lnTo>
                      <a:pt x="7478" y="2840"/>
                    </a:lnTo>
                    <a:lnTo>
                      <a:pt x="7251" y="2493"/>
                    </a:lnTo>
                    <a:lnTo>
                      <a:pt x="7024" y="2176"/>
                    </a:lnTo>
                    <a:lnTo>
                      <a:pt x="6768" y="1858"/>
                    </a:lnTo>
                    <a:lnTo>
                      <a:pt x="6526" y="1571"/>
                    </a:lnTo>
                    <a:lnTo>
                      <a:pt x="6254" y="1315"/>
                    </a:lnTo>
                    <a:lnTo>
                      <a:pt x="5982" y="1073"/>
                    </a:lnTo>
                    <a:lnTo>
                      <a:pt x="5710" y="861"/>
                    </a:lnTo>
                    <a:lnTo>
                      <a:pt x="5423" y="665"/>
                    </a:lnTo>
                    <a:lnTo>
                      <a:pt x="5121" y="514"/>
                    </a:lnTo>
                    <a:lnTo>
                      <a:pt x="4834" y="363"/>
                    </a:lnTo>
                    <a:lnTo>
                      <a:pt x="4562" y="257"/>
                    </a:lnTo>
                    <a:lnTo>
                      <a:pt x="4290" y="167"/>
                    </a:lnTo>
                    <a:lnTo>
                      <a:pt x="4018" y="91"/>
                    </a:lnTo>
                    <a:lnTo>
                      <a:pt x="3762" y="46"/>
                    </a:lnTo>
                    <a:lnTo>
                      <a:pt x="3505" y="15"/>
                    </a:lnTo>
                    <a:lnTo>
                      <a:pt x="32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3"/>
              <p:cNvSpPr/>
              <p:nvPr/>
            </p:nvSpPr>
            <p:spPr>
              <a:xfrm>
                <a:off x="7951106" y="3979164"/>
                <a:ext cx="236851" cy="326175"/>
              </a:xfrm>
              <a:custGeom>
                <a:avLst/>
                <a:gdLst/>
                <a:ahLst/>
                <a:cxnLst/>
                <a:rect l="l" t="t" r="r" b="b"/>
                <a:pathLst>
                  <a:path w="14019" h="19306" extrusionOk="0">
                    <a:moveTo>
                      <a:pt x="2175" y="1"/>
                    </a:moveTo>
                    <a:lnTo>
                      <a:pt x="1813" y="31"/>
                    </a:lnTo>
                    <a:lnTo>
                      <a:pt x="1480" y="76"/>
                    </a:lnTo>
                    <a:lnTo>
                      <a:pt x="1178" y="121"/>
                    </a:lnTo>
                    <a:lnTo>
                      <a:pt x="891" y="182"/>
                    </a:lnTo>
                    <a:lnTo>
                      <a:pt x="650" y="257"/>
                    </a:lnTo>
                    <a:lnTo>
                      <a:pt x="438" y="348"/>
                    </a:lnTo>
                    <a:lnTo>
                      <a:pt x="332" y="408"/>
                    </a:lnTo>
                    <a:lnTo>
                      <a:pt x="242" y="469"/>
                    </a:lnTo>
                    <a:lnTo>
                      <a:pt x="166" y="544"/>
                    </a:lnTo>
                    <a:lnTo>
                      <a:pt x="106" y="605"/>
                    </a:lnTo>
                    <a:lnTo>
                      <a:pt x="60" y="680"/>
                    </a:lnTo>
                    <a:lnTo>
                      <a:pt x="15" y="756"/>
                    </a:lnTo>
                    <a:lnTo>
                      <a:pt x="0" y="847"/>
                    </a:lnTo>
                    <a:lnTo>
                      <a:pt x="0" y="922"/>
                    </a:lnTo>
                    <a:lnTo>
                      <a:pt x="30" y="1224"/>
                    </a:lnTo>
                    <a:lnTo>
                      <a:pt x="106" y="1541"/>
                    </a:lnTo>
                    <a:lnTo>
                      <a:pt x="196" y="1874"/>
                    </a:lnTo>
                    <a:lnTo>
                      <a:pt x="332" y="2221"/>
                    </a:lnTo>
                    <a:lnTo>
                      <a:pt x="499" y="2569"/>
                    </a:lnTo>
                    <a:lnTo>
                      <a:pt x="710" y="2931"/>
                    </a:lnTo>
                    <a:lnTo>
                      <a:pt x="937" y="3294"/>
                    </a:lnTo>
                    <a:lnTo>
                      <a:pt x="1209" y="3656"/>
                    </a:lnTo>
                    <a:lnTo>
                      <a:pt x="1526" y="4019"/>
                    </a:lnTo>
                    <a:lnTo>
                      <a:pt x="1858" y="4396"/>
                    </a:lnTo>
                    <a:lnTo>
                      <a:pt x="2236" y="4759"/>
                    </a:lnTo>
                    <a:lnTo>
                      <a:pt x="2659" y="5106"/>
                    </a:lnTo>
                    <a:lnTo>
                      <a:pt x="3112" y="5469"/>
                    </a:lnTo>
                    <a:lnTo>
                      <a:pt x="3595" y="5801"/>
                    </a:lnTo>
                    <a:lnTo>
                      <a:pt x="4124" y="6149"/>
                    </a:lnTo>
                    <a:lnTo>
                      <a:pt x="4698" y="6466"/>
                    </a:lnTo>
                    <a:lnTo>
                      <a:pt x="4985" y="6632"/>
                    </a:lnTo>
                    <a:lnTo>
                      <a:pt x="5272" y="6828"/>
                    </a:lnTo>
                    <a:lnTo>
                      <a:pt x="5544" y="7040"/>
                    </a:lnTo>
                    <a:lnTo>
                      <a:pt x="5801" y="7282"/>
                    </a:lnTo>
                    <a:lnTo>
                      <a:pt x="6058" y="7523"/>
                    </a:lnTo>
                    <a:lnTo>
                      <a:pt x="6314" y="7810"/>
                    </a:lnTo>
                    <a:lnTo>
                      <a:pt x="6556" y="8097"/>
                    </a:lnTo>
                    <a:lnTo>
                      <a:pt x="6798" y="8399"/>
                    </a:lnTo>
                    <a:lnTo>
                      <a:pt x="7024" y="8717"/>
                    </a:lnTo>
                    <a:lnTo>
                      <a:pt x="7251" y="9049"/>
                    </a:lnTo>
                    <a:lnTo>
                      <a:pt x="7462" y="9396"/>
                    </a:lnTo>
                    <a:lnTo>
                      <a:pt x="7674" y="9744"/>
                    </a:lnTo>
                    <a:lnTo>
                      <a:pt x="8067" y="10469"/>
                    </a:lnTo>
                    <a:lnTo>
                      <a:pt x="8444" y="11224"/>
                    </a:lnTo>
                    <a:lnTo>
                      <a:pt x="8807" y="11995"/>
                    </a:lnTo>
                    <a:lnTo>
                      <a:pt x="9154" y="12750"/>
                    </a:lnTo>
                    <a:lnTo>
                      <a:pt x="9789" y="14230"/>
                    </a:lnTo>
                    <a:lnTo>
                      <a:pt x="10091" y="14925"/>
                    </a:lnTo>
                    <a:lnTo>
                      <a:pt x="10363" y="15575"/>
                    </a:lnTo>
                    <a:lnTo>
                      <a:pt x="10650" y="16164"/>
                    </a:lnTo>
                    <a:lnTo>
                      <a:pt x="10907" y="16693"/>
                    </a:lnTo>
                    <a:lnTo>
                      <a:pt x="11163" y="17116"/>
                    </a:lnTo>
                    <a:lnTo>
                      <a:pt x="11405" y="17493"/>
                    </a:lnTo>
                    <a:lnTo>
                      <a:pt x="11647" y="17826"/>
                    </a:lnTo>
                    <a:lnTo>
                      <a:pt x="11903" y="18113"/>
                    </a:lnTo>
                    <a:lnTo>
                      <a:pt x="12145" y="18369"/>
                    </a:lnTo>
                    <a:lnTo>
                      <a:pt x="12387" y="18581"/>
                    </a:lnTo>
                    <a:lnTo>
                      <a:pt x="12613" y="18747"/>
                    </a:lnTo>
                    <a:lnTo>
                      <a:pt x="12840" y="18898"/>
                    </a:lnTo>
                    <a:lnTo>
                      <a:pt x="13082" y="19034"/>
                    </a:lnTo>
                    <a:lnTo>
                      <a:pt x="13293" y="19140"/>
                    </a:lnTo>
                    <a:lnTo>
                      <a:pt x="13490" y="19215"/>
                    </a:lnTo>
                    <a:lnTo>
                      <a:pt x="13671" y="19261"/>
                    </a:lnTo>
                    <a:lnTo>
                      <a:pt x="13807" y="19291"/>
                    </a:lnTo>
                    <a:lnTo>
                      <a:pt x="13913" y="19306"/>
                    </a:lnTo>
                    <a:lnTo>
                      <a:pt x="13988" y="19306"/>
                    </a:lnTo>
                    <a:lnTo>
                      <a:pt x="14003" y="19019"/>
                    </a:lnTo>
                    <a:lnTo>
                      <a:pt x="14018" y="18188"/>
                    </a:lnTo>
                    <a:lnTo>
                      <a:pt x="14018" y="17478"/>
                    </a:lnTo>
                    <a:lnTo>
                      <a:pt x="14003" y="16617"/>
                    </a:lnTo>
                    <a:lnTo>
                      <a:pt x="13973" y="15635"/>
                    </a:lnTo>
                    <a:lnTo>
                      <a:pt x="13913" y="14548"/>
                    </a:lnTo>
                    <a:lnTo>
                      <a:pt x="13822" y="13384"/>
                    </a:lnTo>
                    <a:lnTo>
                      <a:pt x="13701" y="12131"/>
                    </a:lnTo>
                    <a:lnTo>
                      <a:pt x="13626" y="11481"/>
                    </a:lnTo>
                    <a:lnTo>
                      <a:pt x="13550" y="10832"/>
                    </a:lnTo>
                    <a:lnTo>
                      <a:pt x="13459" y="10167"/>
                    </a:lnTo>
                    <a:lnTo>
                      <a:pt x="13339" y="9487"/>
                    </a:lnTo>
                    <a:lnTo>
                      <a:pt x="13263" y="9019"/>
                    </a:lnTo>
                    <a:lnTo>
                      <a:pt x="13157" y="8566"/>
                    </a:lnTo>
                    <a:lnTo>
                      <a:pt x="13052" y="8143"/>
                    </a:lnTo>
                    <a:lnTo>
                      <a:pt x="12931" y="7720"/>
                    </a:lnTo>
                    <a:lnTo>
                      <a:pt x="12810" y="7327"/>
                    </a:lnTo>
                    <a:lnTo>
                      <a:pt x="12674" y="6949"/>
                    </a:lnTo>
                    <a:lnTo>
                      <a:pt x="12523" y="6602"/>
                    </a:lnTo>
                    <a:lnTo>
                      <a:pt x="12372" y="6254"/>
                    </a:lnTo>
                    <a:lnTo>
                      <a:pt x="12221" y="5937"/>
                    </a:lnTo>
                    <a:lnTo>
                      <a:pt x="12070" y="5620"/>
                    </a:lnTo>
                    <a:lnTo>
                      <a:pt x="11903" y="5333"/>
                    </a:lnTo>
                    <a:lnTo>
                      <a:pt x="11737" y="5061"/>
                    </a:lnTo>
                    <a:lnTo>
                      <a:pt x="11571" y="4804"/>
                    </a:lnTo>
                    <a:lnTo>
                      <a:pt x="11405" y="4563"/>
                    </a:lnTo>
                    <a:lnTo>
                      <a:pt x="11073" y="4125"/>
                    </a:lnTo>
                    <a:lnTo>
                      <a:pt x="10755" y="3747"/>
                    </a:lnTo>
                    <a:lnTo>
                      <a:pt x="10468" y="3430"/>
                    </a:lnTo>
                    <a:lnTo>
                      <a:pt x="10181" y="3173"/>
                    </a:lnTo>
                    <a:lnTo>
                      <a:pt x="9940" y="2961"/>
                    </a:lnTo>
                    <a:lnTo>
                      <a:pt x="9743" y="2795"/>
                    </a:lnTo>
                    <a:lnTo>
                      <a:pt x="9592" y="2689"/>
                    </a:lnTo>
                    <a:lnTo>
                      <a:pt x="9456" y="2599"/>
                    </a:lnTo>
                    <a:lnTo>
                      <a:pt x="9351" y="2418"/>
                    </a:lnTo>
                    <a:lnTo>
                      <a:pt x="9215" y="2251"/>
                    </a:lnTo>
                    <a:lnTo>
                      <a:pt x="9079" y="2100"/>
                    </a:lnTo>
                    <a:lnTo>
                      <a:pt x="8928" y="1934"/>
                    </a:lnTo>
                    <a:lnTo>
                      <a:pt x="8761" y="1798"/>
                    </a:lnTo>
                    <a:lnTo>
                      <a:pt x="8595" y="1647"/>
                    </a:lnTo>
                    <a:lnTo>
                      <a:pt x="8399" y="1511"/>
                    </a:lnTo>
                    <a:lnTo>
                      <a:pt x="8203" y="1390"/>
                    </a:lnTo>
                    <a:lnTo>
                      <a:pt x="8006" y="1254"/>
                    </a:lnTo>
                    <a:lnTo>
                      <a:pt x="7780" y="1134"/>
                    </a:lnTo>
                    <a:lnTo>
                      <a:pt x="7326" y="922"/>
                    </a:lnTo>
                    <a:lnTo>
                      <a:pt x="6858" y="726"/>
                    </a:lnTo>
                    <a:lnTo>
                      <a:pt x="6360" y="560"/>
                    </a:lnTo>
                    <a:lnTo>
                      <a:pt x="5937" y="439"/>
                    </a:lnTo>
                    <a:lnTo>
                      <a:pt x="5499" y="333"/>
                    </a:lnTo>
                    <a:lnTo>
                      <a:pt x="5076" y="242"/>
                    </a:lnTo>
                    <a:lnTo>
                      <a:pt x="4638" y="167"/>
                    </a:lnTo>
                    <a:lnTo>
                      <a:pt x="4199" y="91"/>
                    </a:lnTo>
                    <a:lnTo>
                      <a:pt x="3777" y="46"/>
                    </a:lnTo>
                    <a:lnTo>
                      <a:pt x="3354" y="16"/>
                    </a:lnTo>
                    <a:lnTo>
                      <a:pt x="294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3"/>
              <p:cNvSpPr/>
              <p:nvPr/>
            </p:nvSpPr>
            <p:spPr>
              <a:xfrm>
                <a:off x="8058552" y="3988609"/>
                <a:ext cx="129416" cy="316731"/>
              </a:xfrm>
              <a:custGeom>
                <a:avLst/>
                <a:gdLst/>
                <a:ahLst/>
                <a:cxnLst/>
                <a:rect l="l" t="t" r="r" b="b"/>
                <a:pathLst>
                  <a:path w="7660" h="18747" extrusionOk="0">
                    <a:moveTo>
                      <a:pt x="1" y="1"/>
                    </a:moveTo>
                    <a:lnTo>
                      <a:pt x="726" y="756"/>
                    </a:lnTo>
                    <a:lnTo>
                      <a:pt x="1572" y="1647"/>
                    </a:lnTo>
                    <a:lnTo>
                      <a:pt x="2010" y="2146"/>
                    </a:lnTo>
                    <a:lnTo>
                      <a:pt x="2448" y="2644"/>
                    </a:lnTo>
                    <a:lnTo>
                      <a:pt x="2886" y="3188"/>
                    </a:lnTo>
                    <a:lnTo>
                      <a:pt x="3324" y="3732"/>
                    </a:lnTo>
                    <a:lnTo>
                      <a:pt x="3747" y="4275"/>
                    </a:lnTo>
                    <a:lnTo>
                      <a:pt x="4140" y="4850"/>
                    </a:lnTo>
                    <a:lnTo>
                      <a:pt x="4517" y="5408"/>
                    </a:lnTo>
                    <a:lnTo>
                      <a:pt x="4865" y="5967"/>
                    </a:lnTo>
                    <a:lnTo>
                      <a:pt x="5167" y="6511"/>
                    </a:lnTo>
                    <a:lnTo>
                      <a:pt x="5303" y="6783"/>
                    </a:lnTo>
                    <a:lnTo>
                      <a:pt x="5424" y="7055"/>
                    </a:lnTo>
                    <a:lnTo>
                      <a:pt x="5529" y="7327"/>
                    </a:lnTo>
                    <a:lnTo>
                      <a:pt x="5635" y="7584"/>
                    </a:lnTo>
                    <a:lnTo>
                      <a:pt x="5711" y="7840"/>
                    </a:lnTo>
                    <a:lnTo>
                      <a:pt x="5786" y="8097"/>
                    </a:lnTo>
                    <a:lnTo>
                      <a:pt x="5907" y="8702"/>
                    </a:lnTo>
                    <a:lnTo>
                      <a:pt x="6043" y="9351"/>
                    </a:lnTo>
                    <a:lnTo>
                      <a:pt x="6149" y="10046"/>
                    </a:lnTo>
                    <a:lnTo>
                      <a:pt x="6254" y="10741"/>
                    </a:lnTo>
                    <a:lnTo>
                      <a:pt x="6345" y="11466"/>
                    </a:lnTo>
                    <a:lnTo>
                      <a:pt x="6421" y="12206"/>
                    </a:lnTo>
                    <a:lnTo>
                      <a:pt x="6496" y="12946"/>
                    </a:lnTo>
                    <a:lnTo>
                      <a:pt x="6541" y="13671"/>
                    </a:lnTo>
                    <a:lnTo>
                      <a:pt x="6587" y="14381"/>
                    </a:lnTo>
                    <a:lnTo>
                      <a:pt x="6617" y="15076"/>
                    </a:lnTo>
                    <a:lnTo>
                      <a:pt x="6632" y="15741"/>
                    </a:lnTo>
                    <a:lnTo>
                      <a:pt x="6632" y="16360"/>
                    </a:lnTo>
                    <a:lnTo>
                      <a:pt x="6617" y="16949"/>
                    </a:lnTo>
                    <a:lnTo>
                      <a:pt x="6587" y="17478"/>
                    </a:lnTo>
                    <a:lnTo>
                      <a:pt x="6541" y="17946"/>
                    </a:lnTo>
                    <a:lnTo>
                      <a:pt x="6481" y="18339"/>
                    </a:lnTo>
                    <a:lnTo>
                      <a:pt x="6723" y="18475"/>
                    </a:lnTo>
                    <a:lnTo>
                      <a:pt x="6934" y="18581"/>
                    </a:lnTo>
                    <a:lnTo>
                      <a:pt x="7131" y="18656"/>
                    </a:lnTo>
                    <a:lnTo>
                      <a:pt x="7312" y="18702"/>
                    </a:lnTo>
                    <a:lnTo>
                      <a:pt x="7448" y="18732"/>
                    </a:lnTo>
                    <a:lnTo>
                      <a:pt x="7554" y="18747"/>
                    </a:lnTo>
                    <a:lnTo>
                      <a:pt x="7629" y="18747"/>
                    </a:lnTo>
                    <a:lnTo>
                      <a:pt x="7644" y="18536"/>
                    </a:lnTo>
                    <a:lnTo>
                      <a:pt x="7659" y="17931"/>
                    </a:lnTo>
                    <a:lnTo>
                      <a:pt x="7659" y="16995"/>
                    </a:lnTo>
                    <a:lnTo>
                      <a:pt x="7629" y="15756"/>
                    </a:lnTo>
                    <a:lnTo>
                      <a:pt x="7614" y="15046"/>
                    </a:lnTo>
                    <a:lnTo>
                      <a:pt x="7569" y="14291"/>
                    </a:lnTo>
                    <a:lnTo>
                      <a:pt x="7523" y="13475"/>
                    </a:lnTo>
                    <a:lnTo>
                      <a:pt x="7448" y="12629"/>
                    </a:lnTo>
                    <a:lnTo>
                      <a:pt x="7372" y="11738"/>
                    </a:lnTo>
                    <a:lnTo>
                      <a:pt x="7267" y="10816"/>
                    </a:lnTo>
                    <a:lnTo>
                      <a:pt x="7131" y="9880"/>
                    </a:lnTo>
                    <a:lnTo>
                      <a:pt x="6980" y="8928"/>
                    </a:lnTo>
                    <a:lnTo>
                      <a:pt x="6904" y="8460"/>
                    </a:lnTo>
                    <a:lnTo>
                      <a:pt x="6798" y="8007"/>
                    </a:lnTo>
                    <a:lnTo>
                      <a:pt x="6693" y="7584"/>
                    </a:lnTo>
                    <a:lnTo>
                      <a:pt x="6572" y="7161"/>
                    </a:lnTo>
                    <a:lnTo>
                      <a:pt x="6451" y="6768"/>
                    </a:lnTo>
                    <a:lnTo>
                      <a:pt x="6315" y="6390"/>
                    </a:lnTo>
                    <a:lnTo>
                      <a:pt x="6164" y="6043"/>
                    </a:lnTo>
                    <a:lnTo>
                      <a:pt x="6013" y="5695"/>
                    </a:lnTo>
                    <a:lnTo>
                      <a:pt x="5862" y="5378"/>
                    </a:lnTo>
                    <a:lnTo>
                      <a:pt x="5711" y="5061"/>
                    </a:lnTo>
                    <a:lnTo>
                      <a:pt x="5544" y="4774"/>
                    </a:lnTo>
                    <a:lnTo>
                      <a:pt x="5378" y="4502"/>
                    </a:lnTo>
                    <a:lnTo>
                      <a:pt x="5212" y="4245"/>
                    </a:lnTo>
                    <a:lnTo>
                      <a:pt x="5046" y="4004"/>
                    </a:lnTo>
                    <a:lnTo>
                      <a:pt x="4714" y="3566"/>
                    </a:lnTo>
                    <a:lnTo>
                      <a:pt x="4396" y="3188"/>
                    </a:lnTo>
                    <a:lnTo>
                      <a:pt x="4109" y="2871"/>
                    </a:lnTo>
                    <a:lnTo>
                      <a:pt x="3822" y="2614"/>
                    </a:lnTo>
                    <a:lnTo>
                      <a:pt x="3581" y="2402"/>
                    </a:lnTo>
                    <a:lnTo>
                      <a:pt x="3384" y="2236"/>
                    </a:lnTo>
                    <a:lnTo>
                      <a:pt x="3233" y="2130"/>
                    </a:lnTo>
                    <a:lnTo>
                      <a:pt x="3097" y="2040"/>
                    </a:lnTo>
                    <a:lnTo>
                      <a:pt x="2992" y="1859"/>
                    </a:lnTo>
                    <a:lnTo>
                      <a:pt x="2856" y="1692"/>
                    </a:lnTo>
                    <a:lnTo>
                      <a:pt x="2720" y="1541"/>
                    </a:lnTo>
                    <a:lnTo>
                      <a:pt x="2569" y="1375"/>
                    </a:lnTo>
                    <a:lnTo>
                      <a:pt x="2402" y="1239"/>
                    </a:lnTo>
                    <a:lnTo>
                      <a:pt x="2236" y="1088"/>
                    </a:lnTo>
                    <a:lnTo>
                      <a:pt x="2040" y="952"/>
                    </a:lnTo>
                    <a:lnTo>
                      <a:pt x="1844" y="831"/>
                    </a:lnTo>
                    <a:lnTo>
                      <a:pt x="1647" y="695"/>
                    </a:lnTo>
                    <a:lnTo>
                      <a:pt x="1421" y="575"/>
                    </a:lnTo>
                    <a:lnTo>
                      <a:pt x="967" y="363"/>
                    </a:lnTo>
                    <a:lnTo>
                      <a:pt x="499" y="16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3"/>
              <p:cNvSpPr/>
              <p:nvPr/>
            </p:nvSpPr>
            <p:spPr>
              <a:xfrm>
                <a:off x="7426329" y="2325699"/>
                <a:ext cx="656928" cy="1013463"/>
              </a:xfrm>
              <a:custGeom>
                <a:avLst/>
                <a:gdLst/>
                <a:ahLst/>
                <a:cxnLst/>
                <a:rect l="l" t="t" r="r" b="b"/>
                <a:pathLst>
                  <a:path w="38883" h="59986" extrusionOk="0">
                    <a:moveTo>
                      <a:pt x="15000" y="0"/>
                    </a:moveTo>
                    <a:lnTo>
                      <a:pt x="13822" y="15"/>
                    </a:lnTo>
                    <a:lnTo>
                      <a:pt x="12704" y="61"/>
                    </a:lnTo>
                    <a:lnTo>
                      <a:pt x="11632" y="106"/>
                    </a:lnTo>
                    <a:lnTo>
                      <a:pt x="10635" y="151"/>
                    </a:lnTo>
                    <a:lnTo>
                      <a:pt x="9698" y="227"/>
                    </a:lnTo>
                    <a:lnTo>
                      <a:pt x="8852" y="287"/>
                    </a:lnTo>
                    <a:lnTo>
                      <a:pt x="8097" y="363"/>
                    </a:lnTo>
                    <a:lnTo>
                      <a:pt x="6873" y="499"/>
                    </a:lnTo>
                    <a:lnTo>
                      <a:pt x="6088" y="589"/>
                    </a:lnTo>
                    <a:lnTo>
                      <a:pt x="5816" y="635"/>
                    </a:lnTo>
                    <a:lnTo>
                      <a:pt x="5620" y="755"/>
                    </a:lnTo>
                    <a:lnTo>
                      <a:pt x="5438" y="891"/>
                    </a:lnTo>
                    <a:lnTo>
                      <a:pt x="5242" y="1042"/>
                    </a:lnTo>
                    <a:lnTo>
                      <a:pt x="5061" y="1224"/>
                    </a:lnTo>
                    <a:lnTo>
                      <a:pt x="4879" y="1405"/>
                    </a:lnTo>
                    <a:lnTo>
                      <a:pt x="4698" y="1601"/>
                    </a:lnTo>
                    <a:lnTo>
                      <a:pt x="4532" y="1813"/>
                    </a:lnTo>
                    <a:lnTo>
                      <a:pt x="4351" y="2039"/>
                    </a:lnTo>
                    <a:lnTo>
                      <a:pt x="4185" y="2281"/>
                    </a:lnTo>
                    <a:lnTo>
                      <a:pt x="4034" y="2523"/>
                    </a:lnTo>
                    <a:lnTo>
                      <a:pt x="3867" y="2795"/>
                    </a:lnTo>
                    <a:lnTo>
                      <a:pt x="3716" y="3067"/>
                    </a:lnTo>
                    <a:lnTo>
                      <a:pt x="3414" y="3671"/>
                    </a:lnTo>
                    <a:lnTo>
                      <a:pt x="3127" y="4305"/>
                    </a:lnTo>
                    <a:lnTo>
                      <a:pt x="2855" y="5000"/>
                    </a:lnTo>
                    <a:lnTo>
                      <a:pt x="2599" y="5740"/>
                    </a:lnTo>
                    <a:lnTo>
                      <a:pt x="2342" y="6511"/>
                    </a:lnTo>
                    <a:lnTo>
                      <a:pt x="2115" y="7327"/>
                    </a:lnTo>
                    <a:lnTo>
                      <a:pt x="1904" y="8188"/>
                    </a:lnTo>
                    <a:lnTo>
                      <a:pt x="1692" y="9079"/>
                    </a:lnTo>
                    <a:lnTo>
                      <a:pt x="1496" y="10000"/>
                    </a:lnTo>
                    <a:lnTo>
                      <a:pt x="1315" y="10967"/>
                    </a:lnTo>
                    <a:lnTo>
                      <a:pt x="1148" y="11949"/>
                    </a:lnTo>
                    <a:lnTo>
                      <a:pt x="997" y="12976"/>
                    </a:lnTo>
                    <a:lnTo>
                      <a:pt x="846" y="14018"/>
                    </a:lnTo>
                    <a:lnTo>
                      <a:pt x="725" y="15076"/>
                    </a:lnTo>
                    <a:lnTo>
                      <a:pt x="605" y="16179"/>
                    </a:lnTo>
                    <a:lnTo>
                      <a:pt x="484" y="17281"/>
                    </a:lnTo>
                    <a:lnTo>
                      <a:pt x="393" y="18414"/>
                    </a:lnTo>
                    <a:lnTo>
                      <a:pt x="302" y="19562"/>
                    </a:lnTo>
                    <a:lnTo>
                      <a:pt x="227" y="20725"/>
                    </a:lnTo>
                    <a:lnTo>
                      <a:pt x="166" y="21904"/>
                    </a:lnTo>
                    <a:lnTo>
                      <a:pt x="106" y="23082"/>
                    </a:lnTo>
                    <a:lnTo>
                      <a:pt x="61" y="24275"/>
                    </a:lnTo>
                    <a:lnTo>
                      <a:pt x="30" y="25484"/>
                    </a:lnTo>
                    <a:lnTo>
                      <a:pt x="15" y="26677"/>
                    </a:lnTo>
                    <a:lnTo>
                      <a:pt x="0" y="27886"/>
                    </a:lnTo>
                    <a:lnTo>
                      <a:pt x="0" y="29094"/>
                    </a:lnTo>
                    <a:lnTo>
                      <a:pt x="0" y="30303"/>
                    </a:lnTo>
                    <a:lnTo>
                      <a:pt x="15" y="31511"/>
                    </a:lnTo>
                    <a:lnTo>
                      <a:pt x="30" y="32705"/>
                    </a:lnTo>
                    <a:lnTo>
                      <a:pt x="76" y="33898"/>
                    </a:lnTo>
                    <a:lnTo>
                      <a:pt x="166" y="36254"/>
                    </a:lnTo>
                    <a:lnTo>
                      <a:pt x="287" y="38566"/>
                    </a:lnTo>
                    <a:lnTo>
                      <a:pt x="363" y="39683"/>
                    </a:lnTo>
                    <a:lnTo>
                      <a:pt x="438" y="40786"/>
                    </a:lnTo>
                    <a:lnTo>
                      <a:pt x="529" y="41874"/>
                    </a:lnTo>
                    <a:lnTo>
                      <a:pt x="635" y="42946"/>
                    </a:lnTo>
                    <a:lnTo>
                      <a:pt x="740" y="43974"/>
                    </a:lnTo>
                    <a:lnTo>
                      <a:pt x="846" y="44986"/>
                    </a:lnTo>
                    <a:lnTo>
                      <a:pt x="967" y="45968"/>
                    </a:lnTo>
                    <a:lnTo>
                      <a:pt x="1088" y="46919"/>
                    </a:lnTo>
                    <a:lnTo>
                      <a:pt x="1224" y="47841"/>
                    </a:lnTo>
                    <a:lnTo>
                      <a:pt x="1360" y="48717"/>
                    </a:lnTo>
                    <a:lnTo>
                      <a:pt x="1496" y="49563"/>
                    </a:lnTo>
                    <a:lnTo>
                      <a:pt x="1647" y="50379"/>
                    </a:lnTo>
                    <a:lnTo>
                      <a:pt x="1798" y="51134"/>
                    </a:lnTo>
                    <a:lnTo>
                      <a:pt x="1964" y="51859"/>
                    </a:lnTo>
                    <a:lnTo>
                      <a:pt x="2130" y="52539"/>
                    </a:lnTo>
                    <a:lnTo>
                      <a:pt x="2296" y="53173"/>
                    </a:lnTo>
                    <a:lnTo>
                      <a:pt x="2478" y="53762"/>
                    </a:lnTo>
                    <a:lnTo>
                      <a:pt x="2659" y="54291"/>
                    </a:lnTo>
                    <a:lnTo>
                      <a:pt x="2840" y="54774"/>
                    </a:lnTo>
                    <a:lnTo>
                      <a:pt x="3037" y="55197"/>
                    </a:lnTo>
                    <a:lnTo>
                      <a:pt x="3233" y="55560"/>
                    </a:lnTo>
                    <a:lnTo>
                      <a:pt x="3429" y="55862"/>
                    </a:lnTo>
                    <a:lnTo>
                      <a:pt x="3520" y="55998"/>
                    </a:lnTo>
                    <a:lnTo>
                      <a:pt x="3626" y="56119"/>
                    </a:lnTo>
                    <a:lnTo>
                      <a:pt x="3731" y="56209"/>
                    </a:lnTo>
                    <a:lnTo>
                      <a:pt x="3837" y="56300"/>
                    </a:lnTo>
                    <a:lnTo>
                      <a:pt x="4275" y="56602"/>
                    </a:lnTo>
                    <a:lnTo>
                      <a:pt x="4744" y="56904"/>
                    </a:lnTo>
                    <a:lnTo>
                      <a:pt x="5257" y="57191"/>
                    </a:lnTo>
                    <a:lnTo>
                      <a:pt x="5816" y="57478"/>
                    </a:lnTo>
                    <a:lnTo>
                      <a:pt x="6405" y="57765"/>
                    </a:lnTo>
                    <a:lnTo>
                      <a:pt x="7025" y="58037"/>
                    </a:lnTo>
                    <a:lnTo>
                      <a:pt x="7674" y="58279"/>
                    </a:lnTo>
                    <a:lnTo>
                      <a:pt x="8354" y="58536"/>
                    </a:lnTo>
                    <a:lnTo>
                      <a:pt x="9049" y="58762"/>
                    </a:lnTo>
                    <a:lnTo>
                      <a:pt x="9789" y="58974"/>
                    </a:lnTo>
                    <a:lnTo>
                      <a:pt x="10529" y="59170"/>
                    </a:lnTo>
                    <a:lnTo>
                      <a:pt x="11300" y="59351"/>
                    </a:lnTo>
                    <a:lnTo>
                      <a:pt x="12085" y="59503"/>
                    </a:lnTo>
                    <a:lnTo>
                      <a:pt x="12871" y="59654"/>
                    </a:lnTo>
                    <a:lnTo>
                      <a:pt x="13686" y="59759"/>
                    </a:lnTo>
                    <a:lnTo>
                      <a:pt x="14502" y="59850"/>
                    </a:lnTo>
                    <a:lnTo>
                      <a:pt x="15333" y="59925"/>
                    </a:lnTo>
                    <a:lnTo>
                      <a:pt x="16179" y="59971"/>
                    </a:lnTo>
                    <a:lnTo>
                      <a:pt x="17010" y="59986"/>
                    </a:lnTo>
                    <a:lnTo>
                      <a:pt x="17840" y="59971"/>
                    </a:lnTo>
                    <a:lnTo>
                      <a:pt x="18686" y="59925"/>
                    </a:lnTo>
                    <a:lnTo>
                      <a:pt x="19517" y="59850"/>
                    </a:lnTo>
                    <a:lnTo>
                      <a:pt x="20348" y="59744"/>
                    </a:lnTo>
                    <a:lnTo>
                      <a:pt x="21164" y="59593"/>
                    </a:lnTo>
                    <a:lnTo>
                      <a:pt x="21572" y="59518"/>
                    </a:lnTo>
                    <a:lnTo>
                      <a:pt x="21979" y="59412"/>
                    </a:lnTo>
                    <a:lnTo>
                      <a:pt x="22387" y="59321"/>
                    </a:lnTo>
                    <a:lnTo>
                      <a:pt x="22780" y="59200"/>
                    </a:lnTo>
                    <a:lnTo>
                      <a:pt x="23173" y="59080"/>
                    </a:lnTo>
                    <a:lnTo>
                      <a:pt x="23566" y="58944"/>
                    </a:lnTo>
                    <a:lnTo>
                      <a:pt x="23958" y="58808"/>
                    </a:lnTo>
                    <a:lnTo>
                      <a:pt x="24336" y="58657"/>
                    </a:lnTo>
                    <a:lnTo>
                      <a:pt x="24714" y="58490"/>
                    </a:lnTo>
                    <a:lnTo>
                      <a:pt x="25091" y="58324"/>
                    </a:lnTo>
                    <a:lnTo>
                      <a:pt x="25454" y="58143"/>
                    </a:lnTo>
                    <a:lnTo>
                      <a:pt x="25816" y="57947"/>
                    </a:lnTo>
                    <a:lnTo>
                      <a:pt x="26179" y="57750"/>
                    </a:lnTo>
                    <a:lnTo>
                      <a:pt x="26526" y="57524"/>
                    </a:lnTo>
                    <a:lnTo>
                      <a:pt x="26859" y="57297"/>
                    </a:lnTo>
                    <a:lnTo>
                      <a:pt x="27206" y="57070"/>
                    </a:lnTo>
                    <a:lnTo>
                      <a:pt x="27538" y="56799"/>
                    </a:lnTo>
                    <a:lnTo>
                      <a:pt x="27871" y="56496"/>
                    </a:lnTo>
                    <a:lnTo>
                      <a:pt x="28218" y="56149"/>
                    </a:lnTo>
                    <a:lnTo>
                      <a:pt x="28550" y="55756"/>
                    </a:lnTo>
                    <a:lnTo>
                      <a:pt x="28898" y="55333"/>
                    </a:lnTo>
                    <a:lnTo>
                      <a:pt x="29230" y="54880"/>
                    </a:lnTo>
                    <a:lnTo>
                      <a:pt x="29578" y="54382"/>
                    </a:lnTo>
                    <a:lnTo>
                      <a:pt x="29925" y="53853"/>
                    </a:lnTo>
                    <a:lnTo>
                      <a:pt x="30257" y="53294"/>
                    </a:lnTo>
                    <a:lnTo>
                      <a:pt x="30605" y="52705"/>
                    </a:lnTo>
                    <a:lnTo>
                      <a:pt x="30937" y="52070"/>
                    </a:lnTo>
                    <a:lnTo>
                      <a:pt x="31270" y="51421"/>
                    </a:lnTo>
                    <a:lnTo>
                      <a:pt x="31602" y="50741"/>
                    </a:lnTo>
                    <a:lnTo>
                      <a:pt x="31934" y="50031"/>
                    </a:lnTo>
                    <a:lnTo>
                      <a:pt x="32267" y="49291"/>
                    </a:lnTo>
                    <a:lnTo>
                      <a:pt x="32599" y="48536"/>
                    </a:lnTo>
                    <a:lnTo>
                      <a:pt x="32916" y="47750"/>
                    </a:lnTo>
                    <a:lnTo>
                      <a:pt x="33233" y="46949"/>
                    </a:lnTo>
                    <a:lnTo>
                      <a:pt x="33551" y="46119"/>
                    </a:lnTo>
                    <a:lnTo>
                      <a:pt x="33853" y="45288"/>
                    </a:lnTo>
                    <a:lnTo>
                      <a:pt x="34155" y="44412"/>
                    </a:lnTo>
                    <a:lnTo>
                      <a:pt x="34457" y="43536"/>
                    </a:lnTo>
                    <a:lnTo>
                      <a:pt x="34744" y="42644"/>
                    </a:lnTo>
                    <a:lnTo>
                      <a:pt x="35031" y="41738"/>
                    </a:lnTo>
                    <a:lnTo>
                      <a:pt x="35303" y="40801"/>
                    </a:lnTo>
                    <a:lnTo>
                      <a:pt x="35575" y="39880"/>
                    </a:lnTo>
                    <a:lnTo>
                      <a:pt x="35832" y="38928"/>
                    </a:lnTo>
                    <a:lnTo>
                      <a:pt x="36088" y="37961"/>
                    </a:lnTo>
                    <a:lnTo>
                      <a:pt x="36330" y="37010"/>
                    </a:lnTo>
                    <a:lnTo>
                      <a:pt x="36572" y="36028"/>
                    </a:lnTo>
                    <a:lnTo>
                      <a:pt x="36798" y="35046"/>
                    </a:lnTo>
                    <a:lnTo>
                      <a:pt x="37025" y="34064"/>
                    </a:lnTo>
                    <a:lnTo>
                      <a:pt x="37221" y="33082"/>
                    </a:lnTo>
                    <a:lnTo>
                      <a:pt x="37418" y="32085"/>
                    </a:lnTo>
                    <a:lnTo>
                      <a:pt x="37614" y="31103"/>
                    </a:lnTo>
                    <a:lnTo>
                      <a:pt x="37780" y="30106"/>
                    </a:lnTo>
                    <a:lnTo>
                      <a:pt x="37946" y="29124"/>
                    </a:lnTo>
                    <a:lnTo>
                      <a:pt x="38097" y="28127"/>
                    </a:lnTo>
                    <a:lnTo>
                      <a:pt x="38248" y="27146"/>
                    </a:lnTo>
                    <a:lnTo>
                      <a:pt x="38369" y="26164"/>
                    </a:lnTo>
                    <a:lnTo>
                      <a:pt x="38490" y="25197"/>
                    </a:lnTo>
                    <a:lnTo>
                      <a:pt x="38581" y="24230"/>
                    </a:lnTo>
                    <a:lnTo>
                      <a:pt x="38671" y="23263"/>
                    </a:lnTo>
                    <a:lnTo>
                      <a:pt x="38747" y="22327"/>
                    </a:lnTo>
                    <a:lnTo>
                      <a:pt x="38807" y="21390"/>
                    </a:lnTo>
                    <a:lnTo>
                      <a:pt x="38838" y="20454"/>
                    </a:lnTo>
                    <a:lnTo>
                      <a:pt x="38868" y="19547"/>
                    </a:lnTo>
                    <a:lnTo>
                      <a:pt x="38883" y="18656"/>
                    </a:lnTo>
                    <a:lnTo>
                      <a:pt x="38868" y="17765"/>
                    </a:lnTo>
                    <a:lnTo>
                      <a:pt x="38853" y="16904"/>
                    </a:lnTo>
                    <a:lnTo>
                      <a:pt x="38807" y="16058"/>
                    </a:lnTo>
                    <a:lnTo>
                      <a:pt x="38762" y="15227"/>
                    </a:lnTo>
                    <a:lnTo>
                      <a:pt x="38687" y="14426"/>
                    </a:lnTo>
                    <a:lnTo>
                      <a:pt x="38596" y="13641"/>
                    </a:lnTo>
                    <a:lnTo>
                      <a:pt x="38475" y="12886"/>
                    </a:lnTo>
                    <a:lnTo>
                      <a:pt x="38354" y="12145"/>
                    </a:lnTo>
                    <a:lnTo>
                      <a:pt x="38203" y="11435"/>
                    </a:lnTo>
                    <a:lnTo>
                      <a:pt x="38022" y="10740"/>
                    </a:lnTo>
                    <a:lnTo>
                      <a:pt x="37841" y="10091"/>
                    </a:lnTo>
                    <a:lnTo>
                      <a:pt x="37629" y="9456"/>
                    </a:lnTo>
                    <a:lnTo>
                      <a:pt x="37403" y="8867"/>
                    </a:lnTo>
                    <a:lnTo>
                      <a:pt x="37146" y="8293"/>
                    </a:lnTo>
                    <a:lnTo>
                      <a:pt x="36874" y="7765"/>
                    </a:lnTo>
                    <a:lnTo>
                      <a:pt x="36723" y="7508"/>
                    </a:lnTo>
                    <a:lnTo>
                      <a:pt x="36572" y="7266"/>
                    </a:lnTo>
                    <a:lnTo>
                      <a:pt x="36254" y="6798"/>
                    </a:lnTo>
                    <a:lnTo>
                      <a:pt x="35907" y="6345"/>
                    </a:lnTo>
                    <a:lnTo>
                      <a:pt x="35544" y="5907"/>
                    </a:lnTo>
                    <a:lnTo>
                      <a:pt x="35152" y="5499"/>
                    </a:lnTo>
                    <a:lnTo>
                      <a:pt x="34729" y="5106"/>
                    </a:lnTo>
                    <a:lnTo>
                      <a:pt x="34291" y="4728"/>
                    </a:lnTo>
                    <a:lnTo>
                      <a:pt x="33838" y="4381"/>
                    </a:lnTo>
                    <a:lnTo>
                      <a:pt x="33369" y="4033"/>
                    </a:lnTo>
                    <a:lnTo>
                      <a:pt x="32871" y="3716"/>
                    </a:lnTo>
                    <a:lnTo>
                      <a:pt x="32372" y="3399"/>
                    </a:lnTo>
                    <a:lnTo>
                      <a:pt x="31844" y="3112"/>
                    </a:lnTo>
                    <a:lnTo>
                      <a:pt x="31300" y="2840"/>
                    </a:lnTo>
                    <a:lnTo>
                      <a:pt x="30741" y="2583"/>
                    </a:lnTo>
                    <a:lnTo>
                      <a:pt x="30167" y="2342"/>
                    </a:lnTo>
                    <a:lnTo>
                      <a:pt x="29593" y="2115"/>
                    </a:lnTo>
                    <a:lnTo>
                      <a:pt x="29004" y="1903"/>
                    </a:lnTo>
                    <a:lnTo>
                      <a:pt x="28399" y="1692"/>
                    </a:lnTo>
                    <a:lnTo>
                      <a:pt x="27780" y="1511"/>
                    </a:lnTo>
                    <a:lnTo>
                      <a:pt x="27161" y="1345"/>
                    </a:lnTo>
                    <a:lnTo>
                      <a:pt x="26526" y="1178"/>
                    </a:lnTo>
                    <a:lnTo>
                      <a:pt x="25892" y="1027"/>
                    </a:lnTo>
                    <a:lnTo>
                      <a:pt x="25257" y="891"/>
                    </a:lnTo>
                    <a:lnTo>
                      <a:pt x="24608" y="771"/>
                    </a:lnTo>
                    <a:lnTo>
                      <a:pt x="23958" y="650"/>
                    </a:lnTo>
                    <a:lnTo>
                      <a:pt x="23309" y="559"/>
                    </a:lnTo>
                    <a:lnTo>
                      <a:pt x="22644" y="453"/>
                    </a:lnTo>
                    <a:lnTo>
                      <a:pt x="21994" y="378"/>
                    </a:lnTo>
                    <a:lnTo>
                      <a:pt x="21345" y="302"/>
                    </a:lnTo>
                    <a:lnTo>
                      <a:pt x="20031" y="181"/>
                    </a:lnTo>
                    <a:lnTo>
                      <a:pt x="18732" y="91"/>
                    </a:lnTo>
                    <a:lnTo>
                      <a:pt x="17463" y="45"/>
                    </a:lnTo>
                    <a:lnTo>
                      <a:pt x="16209" y="15"/>
                    </a:lnTo>
                    <a:lnTo>
                      <a:pt x="150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3"/>
              <p:cNvSpPr/>
              <p:nvPr/>
            </p:nvSpPr>
            <p:spPr>
              <a:xfrm>
                <a:off x="7992959" y="2957931"/>
                <a:ext cx="75554" cy="100829"/>
              </a:xfrm>
              <a:custGeom>
                <a:avLst/>
                <a:gdLst/>
                <a:ahLst/>
                <a:cxnLst/>
                <a:rect l="l" t="t" r="r" b="b"/>
                <a:pathLst>
                  <a:path w="4472" h="5968" extrusionOk="0">
                    <a:moveTo>
                      <a:pt x="816" y="1"/>
                    </a:moveTo>
                    <a:lnTo>
                      <a:pt x="756" y="167"/>
                    </a:lnTo>
                    <a:lnTo>
                      <a:pt x="605" y="620"/>
                    </a:lnTo>
                    <a:lnTo>
                      <a:pt x="408" y="1300"/>
                    </a:lnTo>
                    <a:lnTo>
                      <a:pt x="303" y="1708"/>
                    </a:lnTo>
                    <a:lnTo>
                      <a:pt x="212" y="2146"/>
                    </a:lnTo>
                    <a:lnTo>
                      <a:pt x="121" y="2599"/>
                    </a:lnTo>
                    <a:lnTo>
                      <a:pt x="61" y="3082"/>
                    </a:lnTo>
                    <a:lnTo>
                      <a:pt x="16" y="3581"/>
                    </a:lnTo>
                    <a:lnTo>
                      <a:pt x="0" y="4079"/>
                    </a:lnTo>
                    <a:lnTo>
                      <a:pt x="0" y="4336"/>
                    </a:lnTo>
                    <a:lnTo>
                      <a:pt x="16" y="4578"/>
                    </a:lnTo>
                    <a:lnTo>
                      <a:pt x="31" y="4819"/>
                    </a:lnTo>
                    <a:lnTo>
                      <a:pt x="61" y="5061"/>
                    </a:lnTo>
                    <a:lnTo>
                      <a:pt x="106" y="5288"/>
                    </a:lnTo>
                    <a:lnTo>
                      <a:pt x="151" y="5529"/>
                    </a:lnTo>
                    <a:lnTo>
                      <a:pt x="227" y="5741"/>
                    </a:lnTo>
                    <a:lnTo>
                      <a:pt x="303" y="5967"/>
                    </a:lnTo>
                    <a:lnTo>
                      <a:pt x="438" y="5922"/>
                    </a:lnTo>
                    <a:lnTo>
                      <a:pt x="590" y="5862"/>
                    </a:lnTo>
                    <a:lnTo>
                      <a:pt x="801" y="5786"/>
                    </a:lnTo>
                    <a:lnTo>
                      <a:pt x="1043" y="5680"/>
                    </a:lnTo>
                    <a:lnTo>
                      <a:pt x="1330" y="5544"/>
                    </a:lnTo>
                    <a:lnTo>
                      <a:pt x="1647" y="5363"/>
                    </a:lnTo>
                    <a:lnTo>
                      <a:pt x="1979" y="5137"/>
                    </a:lnTo>
                    <a:lnTo>
                      <a:pt x="2312" y="4880"/>
                    </a:lnTo>
                    <a:lnTo>
                      <a:pt x="2674" y="4578"/>
                    </a:lnTo>
                    <a:lnTo>
                      <a:pt x="2840" y="4412"/>
                    </a:lnTo>
                    <a:lnTo>
                      <a:pt x="3022" y="4230"/>
                    </a:lnTo>
                    <a:lnTo>
                      <a:pt x="3188" y="4034"/>
                    </a:lnTo>
                    <a:lnTo>
                      <a:pt x="3354" y="3822"/>
                    </a:lnTo>
                    <a:lnTo>
                      <a:pt x="3520" y="3596"/>
                    </a:lnTo>
                    <a:lnTo>
                      <a:pt x="3671" y="3369"/>
                    </a:lnTo>
                    <a:lnTo>
                      <a:pt x="3822" y="3112"/>
                    </a:lnTo>
                    <a:lnTo>
                      <a:pt x="3973" y="2841"/>
                    </a:lnTo>
                    <a:lnTo>
                      <a:pt x="4109" y="2569"/>
                    </a:lnTo>
                    <a:lnTo>
                      <a:pt x="4245" y="2266"/>
                    </a:lnTo>
                    <a:lnTo>
                      <a:pt x="4366" y="1949"/>
                    </a:lnTo>
                    <a:lnTo>
                      <a:pt x="4472" y="1632"/>
                    </a:lnTo>
                    <a:lnTo>
                      <a:pt x="816" y="1"/>
                    </a:lnTo>
                    <a:close/>
                  </a:path>
                </a:pathLst>
              </a:custGeom>
              <a:solidFill>
                <a:srgbClr val="0049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3"/>
              <p:cNvSpPr/>
              <p:nvPr/>
            </p:nvSpPr>
            <p:spPr>
              <a:xfrm>
                <a:off x="7998062" y="2654953"/>
                <a:ext cx="616617" cy="459155"/>
              </a:xfrm>
              <a:custGeom>
                <a:avLst/>
                <a:gdLst/>
                <a:ahLst/>
                <a:cxnLst/>
                <a:rect l="l" t="t" r="r" b="b"/>
                <a:pathLst>
                  <a:path w="36497" h="27177" extrusionOk="0">
                    <a:moveTo>
                      <a:pt x="31783" y="1"/>
                    </a:moveTo>
                    <a:lnTo>
                      <a:pt x="31421" y="394"/>
                    </a:lnTo>
                    <a:lnTo>
                      <a:pt x="30439" y="1451"/>
                    </a:lnTo>
                    <a:lnTo>
                      <a:pt x="28989" y="2992"/>
                    </a:lnTo>
                    <a:lnTo>
                      <a:pt x="28143" y="3868"/>
                    </a:lnTo>
                    <a:lnTo>
                      <a:pt x="27221" y="4805"/>
                    </a:lnTo>
                    <a:lnTo>
                      <a:pt x="26270" y="5756"/>
                    </a:lnTo>
                    <a:lnTo>
                      <a:pt x="25288" y="6708"/>
                    </a:lnTo>
                    <a:lnTo>
                      <a:pt x="24306" y="7644"/>
                    </a:lnTo>
                    <a:lnTo>
                      <a:pt x="23324" y="8521"/>
                    </a:lnTo>
                    <a:lnTo>
                      <a:pt x="22403" y="9336"/>
                    </a:lnTo>
                    <a:lnTo>
                      <a:pt x="21949" y="9714"/>
                    </a:lnTo>
                    <a:lnTo>
                      <a:pt x="21511" y="10046"/>
                    </a:lnTo>
                    <a:lnTo>
                      <a:pt x="21103" y="10364"/>
                    </a:lnTo>
                    <a:lnTo>
                      <a:pt x="20711" y="10651"/>
                    </a:lnTo>
                    <a:lnTo>
                      <a:pt x="20333" y="10892"/>
                    </a:lnTo>
                    <a:lnTo>
                      <a:pt x="19986" y="11104"/>
                    </a:lnTo>
                    <a:lnTo>
                      <a:pt x="19351" y="11466"/>
                    </a:lnTo>
                    <a:lnTo>
                      <a:pt x="18777" y="11829"/>
                    </a:lnTo>
                    <a:lnTo>
                      <a:pt x="18248" y="12191"/>
                    </a:lnTo>
                    <a:lnTo>
                      <a:pt x="17765" y="12539"/>
                    </a:lnTo>
                    <a:lnTo>
                      <a:pt x="17342" y="12871"/>
                    </a:lnTo>
                    <a:lnTo>
                      <a:pt x="16980" y="13188"/>
                    </a:lnTo>
                    <a:lnTo>
                      <a:pt x="16647" y="13490"/>
                    </a:lnTo>
                    <a:lnTo>
                      <a:pt x="16360" y="13777"/>
                    </a:lnTo>
                    <a:lnTo>
                      <a:pt x="16119" y="14034"/>
                    </a:lnTo>
                    <a:lnTo>
                      <a:pt x="15907" y="14261"/>
                    </a:lnTo>
                    <a:lnTo>
                      <a:pt x="15741" y="14457"/>
                    </a:lnTo>
                    <a:lnTo>
                      <a:pt x="15605" y="14638"/>
                    </a:lnTo>
                    <a:lnTo>
                      <a:pt x="15439" y="14880"/>
                    </a:lnTo>
                    <a:lnTo>
                      <a:pt x="15393" y="14956"/>
                    </a:lnTo>
                    <a:lnTo>
                      <a:pt x="15106" y="14669"/>
                    </a:lnTo>
                    <a:lnTo>
                      <a:pt x="14804" y="14367"/>
                    </a:lnTo>
                    <a:lnTo>
                      <a:pt x="14472" y="14080"/>
                    </a:lnTo>
                    <a:lnTo>
                      <a:pt x="14140" y="13793"/>
                    </a:lnTo>
                    <a:lnTo>
                      <a:pt x="13656" y="13400"/>
                    </a:lnTo>
                    <a:lnTo>
                      <a:pt x="13158" y="13022"/>
                    </a:lnTo>
                    <a:lnTo>
                      <a:pt x="12644" y="12675"/>
                    </a:lnTo>
                    <a:lnTo>
                      <a:pt x="12131" y="12327"/>
                    </a:lnTo>
                    <a:lnTo>
                      <a:pt x="11617" y="12010"/>
                    </a:lnTo>
                    <a:lnTo>
                      <a:pt x="11134" y="11693"/>
                    </a:lnTo>
                    <a:lnTo>
                      <a:pt x="10182" y="11149"/>
                    </a:lnTo>
                    <a:lnTo>
                      <a:pt x="9366" y="10696"/>
                    </a:lnTo>
                    <a:lnTo>
                      <a:pt x="8717" y="10364"/>
                    </a:lnTo>
                    <a:lnTo>
                      <a:pt x="8128" y="10076"/>
                    </a:lnTo>
                    <a:lnTo>
                      <a:pt x="7946" y="10031"/>
                    </a:lnTo>
                    <a:lnTo>
                      <a:pt x="7750" y="10001"/>
                    </a:lnTo>
                    <a:lnTo>
                      <a:pt x="7569" y="9986"/>
                    </a:lnTo>
                    <a:lnTo>
                      <a:pt x="7372" y="9971"/>
                    </a:lnTo>
                    <a:lnTo>
                      <a:pt x="7191" y="9986"/>
                    </a:lnTo>
                    <a:lnTo>
                      <a:pt x="7010" y="10001"/>
                    </a:lnTo>
                    <a:lnTo>
                      <a:pt x="6813" y="10031"/>
                    </a:lnTo>
                    <a:lnTo>
                      <a:pt x="6632" y="10076"/>
                    </a:lnTo>
                    <a:lnTo>
                      <a:pt x="6436" y="10122"/>
                    </a:lnTo>
                    <a:lnTo>
                      <a:pt x="6254" y="10197"/>
                    </a:lnTo>
                    <a:lnTo>
                      <a:pt x="6073" y="10273"/>
                    </a:lnTo>
                    <a:lnTo>
                      <a:pt x="5892" y="10348"/>
                    </a:lnTo>
                    <a:lnTo>
                      <a:pt x="5529" y="10545"/>
                    </a:lnTo>
                    <a:lnTo>
                      <a:pt x="5167" y="10771"/>
                    </a:lnTo>
                    <a:lnTo>
                      <a:pt x="4819" y="11028"/>
                    </a:lnTo>
                    <a:lnTo>
                      <a:pt x="4472" y="11315"/>
                    </a:lnTo>
                    <a:lnTo>
                      <a:pt x="4124" y="11632"/>
                    </a:lnTo>
                    <a:lnTo>
                      <a:pt x="3792" y="11950"/>
                    </a:lnTo>
                    <a:lnTo>
                      <a:pt x="3475" y="12297"/>
                    </a:lnTo>
                    <a:lnTo>
                      <a:pt x="3158" y="12660"/>
                    </a:lnTo>
                    <a:lnTo>
                      <a:pt x="2856" y="13022"/>
                    </a:lnTo>
                    <a:lnTo>
                      <a:pt x="2553" y="13400"/>
                    </a:lnTo>
                    <a:lnTo>
                      <a:pt x="2282" y="13777"/>
                    </a:lnTo>
                    <a:lnTo>
                      <a:pt x="2010" y="14155"/>
                    </a:lnTo>
                    <a:lnTo>
                      <a:pt x="1511" y="14910"/>
                    </a:lnTo>
                    <a:lnTo>
                      <a:pt x="1073" y="15605"/>
                    </a:lnTo>
                    <a:lnTo>
                      <a:pt x="711" y="16240"/>
                    </a:lnTo>
                    <a:lnTo>
                      <a:pt x="408" y="16784"/>
                    </a:lnTo>
                    <a:lnTo>
                      <a:pt x="182" y="17207"/>
                    </a:lnTo>
                    <a:lnTo>
                      <a:pt x="1" y="17569"/>
                    </a:lnTo>
                    <a:lnTo>
                      <a:pt x="242" y="17932"/>
                    </a:lnTo>
                    <a:lnTo>
                      <a:pt x="484" y="18264"/>
                    </a:lnTo>
                    <a:lnTo>
                      <a:pt x="741" y="18611"/>
                    </a:lnTo>
                    <a:lnTo>
                      <a:pt x="1013" y="18944"/>
                    </a:lnTo>
                    <a:lnTo>
                      <a:pt x="1285" y="19261"/>
                    </a:lnTo>
                    <a:lnTo>
                      <a:pt x="1572" y="19578"/>
                    </a:lnTo>
                    <a:lnTo>
                      <a:pt x="1859" y="19880"/>
                    </a:lnTo>
                    <a:lnTo>
                      <a:pt x="2146" y="20167"/>
                    </a:lnTo>
                    <a:lnTo>
                      <a:pt x="2448" y="20469"/>
                    </a:lnTo>
                    <a:lnTo>
                      <a:pt x="2750" y="20741"/>
                    </a:lnTo>
                    <a:lnTo>
                      <a:pt x="3369" y="21285"/>
                    </a:lnTo>
                    <a:lnTo>
                      <a:pt x="4019" y="21799"/>
                    </a:lnTo>
                    <a:lnTo>
                      <a:pt x="4668" y="22297"/>
                    </a:lnTo>
                    <a:lnTo>
                      <a:pt x="5333" y="22750"/>
                    </a:lnTo>
                    <a:lnTo>
                      <a:pt x="6013" y="23173"/>
                    </a:lnTo>
                    <a:lnTo>
                      <a:pt x="6692" y="23581"/>
                    </a:lnTo>
                    <a:lnTo>
                      <a:pt x="7372" y="23959"/>
                    </a:lnTo>
                    <a:lnTo>
                      <a:pt x="8052" y="24321"/>
                    </a:lnTo>
                    <a:lnTo>
                      <a:pt x="8732" y="24654"/>
                    </a:lnTo>
                    <a:lnTo>
                      <a:pt x="9396" y="24956"/>
                    </a:lnTo>
                    <a:lnTo>
                      <a:pt x="10046" y="25243"/>
                    </a:lnTo>
                    <a:lnTo>
                      <a:pt x="10680" y="25500"/>
                    </a:lnTo>
                    <a:lnTo>
                      <a:pt x="11315" y="25741"/>
                    </a:lnTo>
                    <a:lnTo>
                      <a:pt x="11904" y="25953"/>
                    </a:lnTo>
                    <a:lnTo>
                      <a:pt x="12493" y="26149"/>
                    </a:lnTo>
                    <a:lnTo>
                      <a:pt x="13037" y="26331"/>
                    </a:lnTo>
                    <a:lnTo>
                      <a:pt x="13551" y="26482"/>
                    </a:lnTo>
                    <a:lnTo>
                      <a:pt x="14487" y="26753"/>
                    </a:lnTo>
                    <a:lnTo>
                      <a:pt x="15257" y="26950"/>
                    </a:lnTo>
                    <a:lnTo>
                      <a:pt x="15832" y="27086"/>
                    </a:lnTo>
                    <a:lnTo>
                      <a:pt x="16330" y="27176"/>
                    </a:lnTo>
                    <a:lnTo>
                      <a:pt x="16557" y="27116"/>
                    </a:lnTo>
                    <a:lnTo>
                      <a:pt x="16783" y="27025"/>
                    </a:lnTo>
                    <a:lnTo>
                      <a:pt x="17010" y="26920"/>
                    </a:lnTo>
                    <a:lnTo>
                      <a:pt x="17251" y="26814"/>
                    </a:lnTo>
                    <a:lnTo>
                      <a:pt x="17478" y="26678"/>
                    </a:lnTo>
                    <a:lnTo>
                      <a:pt x="17720" y="26542"/>
                    </a:lnTo>
                    <a:lnTo>
                      <a:pt x="18218" y="26210"/>
                    </a:lnTo>
                    <a:lnTo>
                      <a:pt x="18732" y="25847"/>
                    </a:lnTo>
                    <a:lnTo>
                      <a:pt x="19261" y="25424"/>
                    </a:lnTo>
                    <a:lnTo>
                      <a:pt x="19789" y="24956"/>
                    </a:lnTo>
                    <a:lnTo>
                      <a:pt x="20333" y="24457"/>
                    </a:lnTo>
                    <a:lnTo>
                      <a:pt x="20877" y="23914"/>
                    </a:lnTo>
                    <a:lnTo>
                      <a:pt x="21436" y="23340"/>
                    </a:lnTo>
                    <a:lnTo>
                      <a:pt x="22010" y="22720"/>
                    </a:lnTo>
                    <a:lnTo>
                      <a:pt x="22569" y="22086"/>
                    </a:lnTo>
                    <a:lnTo>
                      <a:pt x="23143" y="21406"/>
                    </a:lnTo>
                    <a:lnTo>
                      <a:pt x="23732" y="20711"/>
                    </a:lnTo>
                    <a:lnTo>
                      <a:pt x="24306" y="20001"/>
                    </a:lnTo>
                    <a:lnTo>
                      <a:pt x="24880" y="19261"/>
                    </a:lnTo>
                    <a:lnTo>
                      <a:pt x="25439" y="18551"/>
                    </a:lnTo>
                    <a:lnTo>
                      <a:pt x="25983" y="17826"/>
                    </a:lnTo>
                    <a:lnTo>
                      <a:pt x="27070" y="16330"/>
                    </a:lnTo>
                    <a:lnTo>
                      <a:pt x="28128" y="14820"/>
                    </a:lnTo>
                    <a:lnTo>
                      <a:pt x="29170" y="13309"/>
                    </a:lnTo>
                    <a:lnTo>
                      <a:pt x="30182" y="11814"/>
                    </a:lnTo>
                    <a:lnTo>
                      <a:pt x="31134" y="10348"/>
                    </a:lnTo>
                    <a:lnTo>
                      <a:pt x="32040" y="8928"/>
                    </a:lnTo>
                    <a:lnTo>
                      <a:pt x="32886" y="7584"/>
                    </a:lnTo>
                    <a:lnTo>
                      <a:pt x="33672" y="6330"/>
                    </a:lnTo>
                    <a:lnTo>
                      <a:pt x="34366" y="5167"/>
                    </a:lnTo>
                    <a:lnTo>
                      <a:pt x="35499" y="3264"/>
                    </a:lnTo>
                    <a:lnTo>
                      <a:pt x="36225" y="2010"/>
                    </a:lnTo>
                    <a:lnTo>
                      <a:pt x="36496" y="1572"/>
                    </a:lnTo>
                    <a:lnTo>
                      <a:pt x="31783" y="1"/>
                    </a:lnTo>
                    <a:close/>
                  </a:path>
                </a:pathLst>
              </a:custGeom>
              <a:solidFill>
                <a:srgbClr val="F9B5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3"/>
              <p:cNvSpPr/>
              <p:nvPr/>
            </p:nvSpPr>
            <p:spPr>
              <a:xfrm>
                <a:off x="7998062" y="2823415"/>
                <a:ext cx="420348" cy="290712"/>
              </a:xfrm>
              <a:custGeom>
                <a:avLst/>
                <a:gdLst/>
                <a:ahLst/>
                <a:cxnLst/>
                <a:rect l="l" t="t" r="r" b="b"/>
                <a:pathLst>
                  <a:path w="24880" h="17207" extrusionOk="0">
                    <a:moveTo>
                      <a:pt x="7372" y="1"/>
                    </a:moveTo>
                    <a:lnTo>
                      <a:pt x="7191" y="16"/>
                    </a:lnTo>
                    <a:lnTo>
                      <a:pt x="7010" y="31"/>
                    </a:lnTo>
                    <a:lnTo>
                      <a:pt x="6813" y="61"/>
                    </a:lnTo>
                    <a:lnTo>
                      <a:pt x="6632" y="106"/>
                    </a:lnTo>
                    <a:lnTo>
                      <a:pt x="6436" y="152"/>
                    </a:lnTo>
                    <a:lnTo>
                      <a:pt x="6254" y="227"/>
                    </a:lnTo>
                    <a:lnTo>
                      <a:pt x="6073" y="303"/>
                    </a:lnTo>
                    <a:lnTo>
                      <a:pt x="5892" y="378"/>
                    </a:lnTo>
                    <a:lnTo>
                      <a:pt x="5529" y="575"/>
                    </a:lnTo>
                    <a:lnTo>
                      <a:pt x="5167" y="801"/>
                    </a:lnTo>
                    <a:lnTo>
                      <a:pt x="4819" y="1058"/>
                    </a:lnTo>
                    <a:lnTo>
                      <a:pt x="4472" y="1345"/>
                    </a:lnTo>
                    <a:lnTo>
                      <a:pt x="4124" y="1662"/>
                    </a:lnTo>
                    <a:lnTo>
                      <a:pt x="3792" y="1980"/>
                    </a:lnTo>
                    <a:lnTo>
                      <a:pt x="3475" y="2327"/>
                    </a:lnTo>
                    <a:lnTo>
                      <a:pt x="3158" y="2690"/>
                    </a:lnTo>
                    <a:lnTo>
                      <a:pt x="2856" y="3052"/>
                    </a:lnTo>
                    <a:lnTo>
                      <a:pt x="2553" y="3430"/>
                    </a:lnTo>
                    <a:lnTo>
                      <a:pt x="2282" y="3807"/>
                    </a:lnTo>
                    <a:lnTo>
                      <a:pt x="2010" y="4185"/>
                    </a:lnTo>
                    <a:lnTo>
                      <a:pt x="1511" y="4940"/>
                    </a:lnTo>
                    <a:lnTo>
                      <a:pt x="1073" y="5635"/>
                    </a:lnTo>
                    <a:lnTo>
                      <a:pt x="711" y="6270"/>
                    </a:lnTo>
                    <a:lnTo>
                      <a:pt x="408" y="6814"/>
                    </a:lnTo>
                    <a:lnTo>
                      <a:pt x="182" y="7237"/>
                    </a:lnTo>
                    <a:lnTo>
                      <a:pt x="1" y="7599"/>
                    </a:lnTo>
                    <a:lnTo>
                      <a:pt x="242" y="7962"/>
                    </a:lnTo>
                    <a:lnTo>
                      <a:pt x="484" y="8294"/>
                    </a:lnTo>
                    <a:lnTo>
                      <a:pt x="741" y="8641"/>
                    </a:lnTo>
                    <a:lnTo>
                      <a:pt x="1013" y="8974"/>
                    </a:lnTo>
                    <a:lnTo>
                      <a:pt x="1285" y="9291"/>
                    </a:lnTo>
                    <a:lnTo>
                      <a:pt x="1572" y="9608"/>
                    </a:lnTo>
                    <a:lnTo>
                      <a:pt x="1859" y="9910"/>
                    </a:lnTo>
                    <a:lnTo>
                      <a:pt x="2146" y="10197"/>
                    </a:lnTo>
                    <a:lnTo>
                      <a:pt x="2448" y="10499"/>
                    </a:lnTo>
                    <a:lnTo>
                      <a:pt x="2750" y="10771"/>
                    </a:lnTo>
                    <a:lnTo>
                      <a:pt x="3369" y="11315"/>
                    </a:lnTo>
                    <a:lnTo>
                      <a:pt x="4019" y="11829"/>
                    </a:lnTo>
                    <a:lnTo>
                      <a:pt x="4668" y="12327"/>
                    </a:lnTo>
                    <a:lnTo>
                      <a:pt x="5333" y="12780"/>
                    </a:lnTo>
                    <a:lnTo>
                      <a:pt x="6013" y="13203"/>
                    </a:lnTo>
                    <a:lnTo>
                      <a:pt x="6692" y="13611"/>
                    </a:lnTo>
                    <a:lnTo>
                      <a:pt x="7372" y="13989"/>
                    </a:lnTo>
                    <a:lnTo>
                      <a:pt x="8052" y="14351"/>
                    </a:lnTo>
                    <a:lnTo>
                      <a:pt x="8732" y="14684"/>
                    </a:lnTo>
                    <a:lnTo>
                      <a:pt x="9396" y="14986"/>
                    </a:lnTo>
                    <a:lnTo>
                      <a:pt x="10046" y="15273"/>
                    </a:lnTo>
                    <a:lnTo>
                      <a:pt x="10680" y="15530"/>
                    </a:lnTo>
                    <a:lnTo>
                      <a:pt x="11315" y="15771"/>
                    </a:lnTo>
                    <a:lnTo>
                      <a:pt x="11904" y="15983"/>
                    </a:lnTo>
                    <a:lnTo>
                      <a:pt x="12493" y="16179"/>
                    </a:lnTo>
                    <a:lnTo>
                      <a:pt x="13037" y="16361"/>
                    </a:lnTo>
                    <a:lnTo>
                      <a:pt x="13551" y="16512"/>
                    </a:lnTo>
                    <a:lnTo>
                      <a:pt x="14487" y="16783"/>
                    </a:lnTo>
                    <a:lnTo>
                      <a:pt x="15257" y="16980"/>
                    </a:lnTo>
                    <a:lnTo>
                      <a:pt x="15832" y="17116"/>
                    </a:lnTo>
                    <a:lnTo>
                      <a:pt x="16330" y="17206"/>
                    </a:lnTo>
                    <a:lnTo>
                      <a:pt x="16557" y="17146"/>
                    </a:lnTo>
                    <a:lnTo>
                      <a:pt x="16783" y="17055"/>
                    </a:lnTo>
                    <a:lnTo>
                      <a:pt x="17010" y="16950"/>
                    </a:lnTo>
                    <a:lnTo>
                      <a:pt x="17251" y="16844"/>
                    </a:lnTo>
                    <a:lnTo>
                      <a:pt x="17478" y="16708"/>
                    </a:lnTo>
                    <a:lnTo>
                      <a:pt x="17720" y="16572"/>
                    </a:lnTo>
                    <a:lnTo>
                      <a:pt x="18218" y="16240"/>
                    </a:lnTo>
                    <a:lnTo>
                      <a:pt x="18732" y="15877"/>
                    </a:lnTo>
                    <a:lnTo>
                      <a:pt x="19261" y="15454"/>
                    </a:lnTo>
                    <a:lnTo>
                      <a:pt x="19789" y="14986"/>
                    </a:lnTo>
                    <a:lnTo>
                      <a:pt x="20333" y="14487"/>
                    </a:lnTo>
                    <a:lnTo>
                      <a:pt x="20877" y="13944"/>
                    </a:lnTo>
                    <a:lnTo>
                      <a:pt x="21436" y="13370"/>
                    </a:lnTo>
                    <a:lnTo>
                      <a:pt x="22010" y="12750"/>
                    </a:lnTo>
                    <a:lnTo>
                      <a:pt x="22569" y="12116"/>
                    </a:lnTo>
                    <a:lnTo>
                      <a:pt x="23143" y="11436"/>
                    </a:lnTo>
                    <a:lnTo>
                      <a:pt x="23732" y="10741"/>
                    </a:lnTo>
                    <a:lnTo>
                      <a:pt x="24306" y="10031"/>
                    </a:lnTo>
                    <a:lnTo>
                      <a:pt x="24880" y="9291"/>
                    </a:lnTo>
                    <a:lnTo>
                      <a:pt x="24880" y="9291"/>
                    </a:lnTo>
                    <a:lnTo>
                      <a:pt x="24638" y="9548"/>
                    </a:lnTo>
                    <a:lnTo>
                      <a:pt x="23974" y="10212"/>
                    </a:lnTo>
                    <a:lnTo>
                      <a:pt x="23505" y="10666"/>
                    </a:lnTo>
                    <a:lnTo>
                      <a:pt x="22962" y="11179"/>
                    </a:lnTo>
                    <a:lnTo>
                      <a:pt x="22342" y="11723"/>
                    </a:lnTo>
                    <a:lnTo>
                      <a:pt x="21693" y="12282"/>
                    </a:lnTo>
                    <a:lnTo>
                      <a:pt x="20983" y="12856"/>
                    </a:lnTo>
                    <a:lnTo>
                      <a:pt x="20258" y="13415"/>
                    </a:lnTo>
                    <a:lnTo>
                      <a:pt x="19880" y="13687"/>
                    </a:lnTo>
                    <a:lnTo>
                      <a:pt x="19502" y="13959"/>
                    </a:lnTo>
                    <a:lnTo>
                      <a:pt x="19125" y="14200"/>
                    </a:lnTo>
                    <a:lnTo>
                      <a:pt x="18747" y="14442"/>
                    </a:lnTo>
                    <a:lnTo>
                      <a:pt x="18369" y="14669"/>
                    </a:lnTo>
                    <a:lnTo>
                      <a:pt x="17992" y="14880"/>
                    </a:lnTo>
                    <a:lnTo>
                      <a:pt x="17629" y="15061"/>
                    </a:lnTo>
                    <a:lnTo>
                      <a:pt x="17251" y="15228"/>
                    </a:lnTo>
                    <a:lnTo>
                      <a:pt x="16889" y="15379"/>
                    </a:lnTo>
                    <a:lnTo>
                      <a:pt x="16541" y="15484"/>
                    </a:lnTo>
                    <a:lnTo>
                      <a:pt x="16194" y="15590"/>
                    </a:lnTo>
                    <a:lnTo>
                      <a:pt x="15862" y="15651"/>
                    </a:lnTo>
                    <a:lnTo>
                      <a:pt x="15529" y="15681"/>
                    </a:lnTo>
                    <a:lnTo>
                      <a:pt x="15167" y="15681"/>
                    </a:lnTo>
                    <a:lnTo>
                      <a:pt x="14804" y="15651"/>
                    </a:lnTo>
                    <a:lnTo>
                      <a:pt x="14412" y="15605"/>
                    </a:lnTo>
                    <a:lnTo>
                      <a:pt x="14019" y="15515"/>
                    </a:lnTo>
                    <a:lnTo>
                      <a:pt x="13626" y="15424"/>
                    </a:lnTo>
                    <a:lnTo>
                      <a:pt x="13203" y="15303"/>
                    </a:lnTo>
                    <a:lnTo>
                      <a:pt x="12780" y="15152"/>
                    </a:lnTo>
                    <a:lnTo>
                      <a:pt x="12357" y="14986"/>
                    </a:lnTo>
                    <a:lnTo>
                      <a:pt x="11934" y="14820"/>
                    </a:lnTo>
                    <a:lnTo>
                      <a:pt x="11511" y="14623"/>
                    </a:lnTo>
                    <a:lnTo>
                      <a:pt x="11073" y="14412"/>
                    </a:lnTo>
                    <a:lnTo>
                      <a:pt x="10650" y="14185"/>
                    </a:lnTo>
                    <a:lnTo>
                      <a:pt x="10227" y="13959"/>
                    </a:lnTo>
                    <a:lnTo>
                      <a:pt x="9804" y="13717"/>
                    </a:lnTo>
                    <a:lnTo>
                      <a:pt x="9396" y="13460"/>
                    </a:lnTo>
                    <a:lnTo>
                      <a:pt x="8989" y="13203"/>
                    </a:lnTo>
                    <a:lnTo>
                      <a:pt x="8596" y="12931"/>
                    </a:lnTo>
                    <a:lnTo>
                      <a:pt x="8203" y="12675"/>
                    </a:lnTo>
                    <a:lnTo>
                      <a:pt x="7840" y="12403"/>
                    </a:lnTo>
                    <a:lnTo>
                      <a:pt x="7478" y="12131"/>
                    </a:lnTo>
                    <a:lnTo>
                      <a:pt x="7146" y="11859"/>
                    </a:lnTo>
                    <a:lnTo>
                      <a:pt x="6828" y="11587"/>
                    </a:lnTo>
                    <a:lnTo>
                      <a:pt x="6526" y="11330"/>
                    </a:lnTo>
                    <a:lnTo>
                      <a:pt x="6239" y="11073"/>
                    </a:lnTo>
                    <a:lnTo>
                      <a:pt x="5998" y="10817"/>
                    </a:lnTo>
                    <a:lnTo>
                      <a:pt x="5756" y="10575"/>
                    </a:lnTo>
                    <a:lnTo>
                      <a:pt x="5560" y="10348"/>
                    </a:lnTo>
                    <a:lnTo>
                      <a:pt x="5378" y="10122"/>
                    </a:lnTo>
                    <a:lnTo>
                      <a:pt x="5242" y="9910"/>
                    </a:lnTo>
                    <a:lnTo>
                      <a:pt x="5121" y="9714"/>
                    </a:lnTo>
                    <a:lnTo>
                      <a:pt x="5046" y="9533"/>
                    </a:lnTo>
                    <a:lnTo>
                      <a:pt x="4985" y="9351"/>
                    </a:lnTo>
                    <a:lnTo>
                      <a:pt x="4940" y="9155"/>
                    </a:lnTo>
                    <a:lnTo>
                      <a:pt x="4895" y="8943"/>
                    </a:lnTo>
                    <a:lnTo>
                      <a:pt x="4865" y="8732"/>
                    </a:lnTo>
                    <a:lnTo>
                      <a:pt x="4850" y="8490"/>
                    </a:lnTo>
                    <a:lnTo>
                      <a:pt x="4850" y="8234"/>
                    </a:lnTo>
                    <a:lnTo>
                      <a:pt x="4850" y="7977"/>
                    </a:lnTo>
                    <a:lnTo>
                      <a:pt x="4850" y="7705"/>
                    </a:lnTo>
                    <a:lnTo>
                      <a:pt x="4880" y="7418"/>
                    </a:lnTo>
                    <a:lnTo>
                      <a:pt x="4910" y="7131"/>
                    </a:lnTo>
                    <a:lnTo>
                      <a:pt x="5001" y="6527"/>
                    </a:lnTo>
                    <a:lnTo>
                      <a:pt x="5121" y="5892"/>
                    </a:lnTo>
                    <a:lnTo>
                      <a:pt x="5303" y="5243"/>
                    </a:lnTo>
                    <a:lnTo>
                      <a:pt x="5514" y="4578"/>
                    </a:lnTo>
                    <a:lnTo>
                      <a:pt x="5635" y="4246"/>
                    </a:lnTo>
                    <a:lnTo>
                      <a:pt x="5756" y="3898"/>
                    </a:lnTo>
                    <a:lnTo>
                      <a:pt x="5907" y="3566"/>
                    </a:lnTo>
                    <a:lnTo>
                      <a:pt x="6058" y="3233"/>
                    </a:lnTo>
                    <a:lnTo>
                      <a:pt x="6209" y="2901"/>
                    </a:lnTo>
                    <a:lnTo>
                      <a:pt x="6390" y="2569"/>
                    </a:lnTo>
                    <a:lnTo>
                      <a:pt x="6572" y="2236"/>
                    </a:lnTo>
                    <a:lnTo>
                      <a:pt x="6768" y="1919"/>
                    </a:lnTo>
                    <a:lnTo>
                      <a:pt x="6964" y="1602"/>
                    </a:lnTo>
                    <a:lnTo>
                      <a:pt x="7176" y="1285"/>
                    </a:lnTo>
                    <a:lnTo>
                      <a:pt x="7402" y="983"/>
                    </a:lnTo>
                    <a:lnTo>
                      <a:pt x="7629" y="681"/>
                    </a:lnTo>
                    <a:lnTo>
                      <a:pt x="7871" y="394"/>
                    </a:lnTo>
                    <a:lnTo>
                      <a:pt x="8128" y="106"/>
                    </a:lnTo>
                    <a:lnTo>
                      <a:pt x="7946" y="61"/>
                    </a:lnTo>
                    <a:lnTo>
                      <a:pt x="7750" y="31"/>
                    </a:lnTo>
                    <a:lnTo>
                      <a:pt x="7569" y="16"/>
                    </a:lnTo>
                    <a:lnTo>
                      <a:pt x="7372" y="1"/>
                    </a:lnTo>
                    <a:close/>
                  </a:path>
                </a:pathLst>
              </a:custGeom>
              <a:solidFill>
                <a:srgbClr val="F395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3"/>
              <p:cNvSpPr/>
              <p:nvPr/>
            </p:nvSpPr>
            <p:spPr>
              <a:xfrm>
                <a:off x="7185128" y="3290006"/>
                <a:ext cx="225109" cy="461960"/>
              </a:xfrm>
              <a:custGeom>
                <a:avLst/>
                <a:gdLst/>
                <a:ahLst/>
                <a:cxnLst/>
                <a:rect l="l" t="t" r="r" b="b"/>
                <a:pathLst>
                  <a:path w="13324" h="27343" extrusionOk="0">
                    <a:moveTo>
                      <a:pt x="15" y="0"/>
                    </a:moveTo>
                    <a:lnTo>
                      <a:pt x="0" y="680"/>
                    </a:lnTo>
                    <a:lnTo>
                      <a:pt x="0" y="2553"/>
                    </a:lnTo>
                    <a:lnTo>
                      <a:pt x="15" y="3868"/>
                    </a:lnTo>
                    <a:lnTo>
                      <a:pt x="46" y="5378"/>
                    </a:lnTo>
                    <a:lnTo>
                      <a:pt x="91" y="7085"/>
                    </a:lnTo>
                    <a:lnTo>
                      <a:pt x="151" y="8913"/>
                    </a:lnTo>
                    <a:lnTo>
                      <a:pt x="242" y="10877"/>
                    </a:lnTo>
                    <a:lnTo>
                      <a:pt x="363" y="12901"/>
                    </a:lnTo>
                    <a:lnTo>
                      <a:pt x="514" y="15001"/>
                    </a:lnTo>
                    <a:lnTo>
                      <a:pt x="604" y="16043"/>
                    </a:lnTo>
                    <a:lnTo>
                      <a:pt x="710" y="17100"/>
                    </a:lnTo>
                    <a:lnTo>
                      <a:pt x="816" y="18158"/>
                    </a:lnTo>
                    <a:lnTo>
                      <a:pt x="937" y="19200"/>
                    </a:lnTo>
                    <a:lnTo>
                      <a:pt x="1073" y="20242"/>
                    </a:lnTo>
                    <a:lnTo>
                      <a:pt x="1209" y="21270"/>
                    </a:lnTo>
                    <a:lnTo>
                      <a:pt x="1375" y="22267"/>
                    </a:lnTo>
                    <a:lnTo>
                      <a:pt x="1541" y="23249"/>
                    </a:lnTo>
                    <a:lnTo>
                      <a:pt x="1722" y="24215"/>
                    </a:lnTo>
                    <a:lnTo>
                      <a:pt x="1919" y="25137"/>
                    </a:lnTo>
                    <a:lnTo>
                      <a:pt x="2024" y="25575"/>
                    </a:lnTo>
                    <a:lnTo>
                      <a:pt x="2130" y="25953"/>
                    </a:lnTo>
                    <a:lnTo>
                      <a:pt x="2266" y="26285"/>
                    </a:lnTo>
                    <a:lnTo>
                      <a:pt x="2402" y="26572"/>
                    </a:lnTo>
                    <a:lnTo>
                      <a:pt x="2538" y="26798"/>
                    </a:lnTo>
                    <a:lnTo>
                      <a:pt x="2689" y="26995"/>
                    </a:lnTo>
                    <a:lnTo>
                      <a:pt x="2780" y="27070"/>
                    </a:lnTo>
                    <a:lnTo>
                      <a:pt x="2855" y="27146"/>
                    </a:lnTo>
                    <a:lnTo>
                      <a:pt x="2946" y="27206"/>
                    </a:lnTo>
                    <a:lnTo>
                      <a:pt x="3021" y="27252"/>
                    </a:lnTo>
                    <a:lnTo>
                      <a:pt x="3112" y="27282"/>
                    </a:lnTo>
                    <a:lnTo>
                      <a:pt x="3203" y="27312"/>
                    </a:lnTo>
                    <a:lnTo>
                      <a:pt x="3293" y="27327"/>
                    </a:lnTo>
                    <a:lnTo>
                      <a:pt x="3384" y="27342"/>
                    </a:lnTo>
                    <a:lnTo>
                      <a:pt x="3475" y="27342"/>
                    </a:lnTo>
                    <a:lnTo>
                      <a:pt x="3580" y="27327"/>
                    </a:lnTo>
                    <a:lnTo>
                      <a:pt x="3777" y="27282"/>
                    </a:lnTo>
                    <a:lnTo>
                      <a:pt x="3973" y="27206"/>
                    </a:lnTo>
                    <a:lnTo>
                      <a:pt x="4185" y="27085"/>
                    </a:lnTo>
                    <a:lnTo>
                      <a:pt x="4396" y="26934"/>
                    </a:lnTo>
                    <a:lnTo>
                      <a:pt x="4608" y="26753"/>
                    </a:lnTo>
                    <a:lnTo>
                      <a:pt x="4834" y="26542"/>
                    </a:lnTo>
                    <a:lnTo>
                      <a:pt x="5061" y="26315"/>
                    </a:lnTo>
                    <a:lnTo>
                      <a:pt x="5287" y="26043"/>
                    </a:lnTo>
                    <a:lnTo>
                      <a:pt x="5514" y="25756"/>
                    </a:lnTo>
                    <a:lnTo>
                      <a:pt x="5756" y="25439"/>
                    </a:lnTo>
                    <a:lnTo>
                      <a:pt x="5997" y="25107"/>
                    </a:lnTo>
                    <a:lnTo>
                      <a:pt x="6239" y="24744"/>
                    </a:lnTo>
                    <a:lnTo>
                      <a:pt x="6481" y="24381"/>
                    </a:lnTo>
                    <a:lnTo>
                      <a:pt x="6964" y="23566"/>
                    </a:lnTo>
                    <a:lnTo>
                      <a:pt x="7447" y="22705"/>
                    </a:lnTo>
                    <a:lnTo>
                      <a:pt x="7946" y="21783"/>
                    </a:lnTo>
                    <a:lnTo>
                      <a:pt x="8429" y="20816"/>
                    </a:lnTo>
                    <a:lnTo>
                      <a:pt x="8913" y="19835"/>
                    </a:lnTo>
                    <a:lnTo>
                      <a:pt x="9381" y="18838"/>
                    </a:lnTo>
                    <a:lnTo>
                      <a:pt x="9834" y="17826"/>
                    </a:lnTo>
                    <a:lnTo>
                      <a:pt x="10287" y="16813"/>
                    </a:lnTo>
                    <a:lnTo>
                      <a:pt x="10710" y="15832"/>
                    </a:lnTo>
                    <a:lnTo>
                      <a:pt x="11118" y="14865"/>
                    </a:lnTo>
                    <a:lnTo>
                      <a:pt x="11843" y="13067"/>
                    </a:lnTo>
                    <a:lnTo>
                      <a:pt x="12447" y="11511"/>
                    </a:lnTo>
                    <a:lnTo>
                      <a:pt x="12916" y="10288"/>
                    </a:lnTo>
                    <a:lnTo>
                      <a:pt x="13324" y="9200"/>
                    </a:lnTo>
                    <a:lnTo>
                      <a:pt x="12961" y="8883"/>
                    </a:lnTo>
                    <a:lnTo>
                      <a:pt x="11949" y="8037"/>
                    </a:lnTo>
                    <a:lnTo>
                      <a:pt x="11254" y="7463"/>
                    </a:lnTo>
                    <a:lnTo>
                      <a:pt x="10438" y="6798"/>
                    </a:lnTo>
                    <a:lnTo>
                      <a:pt x="9532" y="6088"/>
                    </a:lnTo>
                    <a:lnTo>
                      <a:pt x="8550" y="5333"/>
                    </a:lnTo>
                    <a:lnTo>
                      <a:pt x="7508" y="4547"/>
                    </a:lnTo>
                    <a:lnTo>
                      <a:pt x="6435" y="3762"/>
                    </a:lnTo>
                    <a:lnTo>
                      <a:pt x="5333" y="2991"/>
                    </a:lnTo>
                    <a:lnTo>
                      <a:pt x="4215" y="2251"/>
                    </a:lnTo>
                    <a:lnTo>
                      <a:pt x="3656" y="1904"/>
                    </a:lnTo>
                    <a:lnTo>
                      <a:pt x="3112" y="1571"/>
                    </a:lnTo>
                    <a:lnTo>
                      <a:pt x="2568" y="1239"/>
                    </a:lnTo>
                    <a:lnTo>
                      <a:pt x="2024" y="952"/>
                    </a:lnTo>
                    <a:lnTo>
                      <a:pt x="1511" y="665"/>
                    </a:lnTo>
                    <a:lnTo>
                      <a:pt x="997" y="423"/>
                    </a:lnTo>
                    <a:lnTo>
                      <a:pt x="499" y="197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23"/>
              <p:cNvSpPr/>
              <p:nvPr/>
            </p:nvSpPr>
            <p:spPr>
              <a:xfrm>
                <a:off x="7114940" y="3333144"/>
                <a:ext cx="885856" cy="959619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56799" extrusionOk="0">
                    <a:moveTo>
                      <a:pt x="17387" y="0"/>
                    </a:moveTo>
                    <a:lnTo>
                      <a:pt x="16979" y="31"/>
                    </a:lnTo>
                    <a:lnTo>
                      <a:pt x="16586" y="61"/>
                    </a:lnTo>
                    <a:lnTo>
                      <a:pt x="16209" y="91"/>
                    </a:lnTo>
                    <a:lnTo>
                      <a:pt x="15846" y="136"/>
                    </a:lnTo>
                    <a:lnTo>
                      <a:pt x="15499" y="197"/>
                    </a:lnTo>
                    <a:lnTo>
                      <a:pt x="15166" y="257"/>
                    </a:lnTo>
                    <a:lnTo>
                      <a:pt x="14849" y="348"/>
                    </a:lnTo>
                    <a:lnTo>
                      <a:pt x="14562" y="423"/>
                    </a:lnTo>
                    <a:lnTo>
                      <a:pt x="14275" y="529"/>
                    </a:lnTo>
                    <a:lnTo>
                      <a:pt x="14018" y="635"/>
                    </a:lnTo>
                    <a:lnTo>
                      <a:pt x="13792" y="756"/>
                    </a:lnTo>
                    <a:lnTo>
                      <a:pt x="13565" y="877"/>
                    </a:lnTo>
                    <a:lnTo>
                      <a:pt x="13384" y="1012"/>
                    </a:lnTo>
                    <a:lnTo>
                      <a:pt x="13218" y="1164"/>
                    </a:lnTo>
                    <a:lnTo>
                      <a:pt x="13067" y="1330"/>
                    </a:lnTo>
                    <a:lnTo>
                      <a:pt x="12946" y="1511"/>
                    </a:lnTo>
                    <a:lnTo>
                      <a:pt x="12855" y="1692"/>
                    </a:lnTo>
                    <a:lnTo>
                      <a:pt x="12659" y="2176"/>
                    </a:lnTo>
                    <a:lnTo>
                      <a:pt x="12417" y="2840"/>
                    </a:lnTo>
                    <a:lnTo>
                      <a:pt x="11752" y="4668"/>
                    </a:lnTo>
                    <a:lnTo>
                      <a:pt x="10922" y="7100"/>
                    </a:lnTo>
                    <a:lnTo>
                      <a:pt x="9955" y="10046"/>
                    </a:lnTo>
                    <a:lnTo>
                      <a:pt x="8882" y="13399"/>
                    </a:lnTo>
                    <a:lnTo>
                      <a:pt x="7719" y="17085"/>
                    </a:lnTo>
                    <a:lnTo>
                      <a:pt x="7130" y="19019"/>
                    </a:lnTo>
                    <a:lnTo>
                      <a:pt x="6541" y="20998"/>
                    </a:lnTo>
                    <a:lnTo>
                      <a:pt x="5952" y="23007"/>
                    </a:lnTo>
                    <a:lnTo>
                      <a:pt x="5348" y="25046"/>
                    </a:lnTo>
                    <a:lnTo>
                      <a:pt x="4774" y="27085"/>
                    </a:lnTo>
                    <a:lnTo>
                      <a:pt x="4200" y="29140"/>
                    </a:lnTo>
                    <a:lnTo>
                      <a:pt x="3656" y="31179"/>
                    </a:lnTo>
                    <a:lnTo>
                      <a:pt x="3127" y="33188"/>
                    </a:lnTo>
                    <a:lnTo>
                      <a:pt x="2613" y="35167"/>
                    </a:lnTo>
                    <a:lnTo>
                      <a:pt x="2145" y="37086"/>
                    </a:lnTo>
                    <a:lnTo>
                      <a:pt x="1707" y="38959"/>
                    </a:lnTo>
                    <a:lnTo>
                      <a:pt x="1314" y="40756"/>
                    </a:lnTo>
                    <a:lnTo>
                      <a:pt x="952" y="42478"/>
                    </a:lnTo>
                    <a:lnTo>
                      <a:pt x="650" y="44110"/>
                    </a:lnTo>
                    <a:lnTo>
                      <a:pt x="514" y="44880"/>
                    </a:lnTo>
                    <a:lnTo>
                      <a:pt x="393" y="45636"/>
                    </a:lnTo>
                    <a:lnTo>
                      <a:pt x="287" y="46345"/>
                    </a:lnTo>
                    <a:lnTo>
                      <a:pt x="196" y="47040"/>
                    </a:lnTo>
                    <a:lnTo>
                      <a:pt x="136" y="47690"/>
                    </a:lnTo>
                    <a:lnTo>
                      <a:pt x="76" y="48324"/>
                    </a:lnTo>
                    <a:lnTo>
                      <a:pt x="30" y="48913"/>
                    </a:lnTo>
                    <a:lnTo>
                      <a:pt x="0" y="49457"/>
                    </a:lnTo>
                    <a:lnTo>
                      <a:pt x="0" y="49971"/>
                    </a:lnTo>
                    <a:lnTo>
                      <a:pt x="0" y="50454"/>
                    </a:lnTo>
                    <a:lnTo>
                      <a:pt x="30" y="50877"/>
                    </a:lnTo>
                    <a:lnTo>
                      <a:pt x="91" y="51270"/>
                    </a:lnTo>
                    <a:lnTo>
                      <a:pt x="151" y="51633"/>
                    </a:lnTo>
                    <a:lnTo>
                      <a:pt x="242" y="51980"/>
                    </a:lnTo>
                    <a:lnTo>
                      <a:pt x="348" y="52327"/>
                    </a:lnTo>
                    <a:lnTo>
                      <a:pt x="468" y="52645"/>
                    </a:lnTo>
                    <a:lnTo>
                      <a:pt x="604" y="52947"/>
                    </a:lnTo>
                    <a:lnTo>
                      <a:pt x="755" y="53234"/>
                    </a:lnTo>
                    <a:lnTo>
                      <a:pt x="922" y="53521"/>
                    </a:lnTo>
                    <a:lnTo>
                      <a:pt x="1118" y="53778"/>
                    </a:lnTo>
                    <a:lnTo>
                      <a:pt x="1314" y="54034"/>
                    </a:lnTo>
                    <a:lnTo>
                      <a:pt x="1526" y="54276"/>
                    </a:lnTo>
                    <a:lnTo>
                      <a:pt x="1752" y="54503"/>
                    </a:lnTo>
                    <a:lnTo>
                      <a:pt x="1994" y="54714"/>
                    </a:lnTo>
                    <a:lnTo>
                      <a:pt x="2236" y="54926"/>
                    </a:lnTo>
                    <a:lnTo>
                      <a:pt x="2508" y="55107"/>
                    </a:lnTo>
                    <a:lnTo>
                      <a:pt x="2780" y="55288"/>
                    </a:lnTo>
                    <a:lnTo>
                      <a:pt x="3051" y="55454"/>
                    </a:lnTo>
                    <a:lnTo>
                      <a:pt x="3354" y="55621"/>
                    </a:lnTo>
                    <a:lnTo>
                      <a:pt x="3656" y="55757"/>
                    </a:lnTo>
                    <a:lnTo>
                      <a:pt x="3973" y="55892"/>
                    </a:lnTo>
                    <a:lnTo>
                      <a:pt x="4290" y="56013"/>
                    </a:lnTo>
                    <a:lnTo>
                      <a:pt x="4622" y="56134"/>
                    </a:lnTo>
                    <a:lnTo>
                      <a:pt x="4955" y="56240"/>
                    </a:lnTo>
                    <a:lnTo>
                      <a:pt x="5302" y="56331"/>
                    </a:lnTo>
                    <a:lnTo>
                      <a:pt x="5650" y="56421"/>
                    </a:lnTo>
                    <a:lnTo>
                      <a:pt x="5997" y="56497"/>
                    </a:lnTo>
                    <a:lnTo>
                      <a:pt x="6360" y="56557"/>
                    </a:lnTo>
                    <a:lnTo>
                      <a:pt x="6722" y="56618"/>
                    </a:lnTo>
                    <a:lnTo>
                      <a:pt x="7100" y="56678"/>
                    </a:lnTo>
                    <a:lnTo>
                      <a:pt x="7840" y="56753"/>
                    </a:lnTo>
                    <a:lnTo>
                      <a:pt x="8595" y="56784"/>
                    </a:lnTo>
                    <a:lnTo>
                      <a:pt x="9366" y="56799"/>
                    </a:lnTo>
                    <a:lnTo>
                      <a:pt x="10121" y="56799"/>
                    </a:lnTo>
                    <a:lnTo>
                      <a:pt x="10876" y="56753"/>
                    </a:lnTo>
                    <a:lnTo>
                      <a:pt x="11632" y="56693"/>
                    </a:lnTo>
                    <a:lnTo>
                      <a:pt x="12372" y="56602"/>
                    </a:lnTo>
                    <a:lnTo>
                      <a:pt x="13097" y="56497"/>
                    </a:lnTo>
                    <a:lnTo>
                      <a:pt x="13792" y="56376"/>
                    </a:lnTo>
                    <a:lnTo>
                      <a:pt x="14472" y="56240"/>
                    </a:lnTo>
                    <a:lnTo>
                      <a:pt x="15106" y="56089"/>
                    </a:lnTo>
                    <a:lnTo>
                      <a:pt x="15725" y="55938"/>
                    </a:lnTo>
                    <a:lnTo>
                      <a:pt x="16299" y="55757"/>
                    </a:lnTo>
                    <a:lnTo>
                      <a:pt x="16828" y="55575"/>
                    </a:lnTo>
                    <a:lnTo>
                      <a:pt x="17296" y="55379"/>
                    </a:lnTo>
                    <a:lnTo>
                      <a:pt x="17734" y="55198"/>
                    </a:lnTo>
                    <a:lnTo>
                      <a:pt x="18097" y="55001"/>
                    </a:lnTo>
                    <a:lnTo>
                      <a:pt x="18414" y="54805"/>
                    </a:lnTo>
                    <a:lnTo>
                      <a:pt x="18626" y="54669"/>
                    </a:lnTo>
                    <a:lnTo>
                      <a:pt x="18943" y="54503"/>
                    </a:lnTo>
                    <a:lnTo>
                      <a:pt x="19351" y="54306"/>
                    </a:lnTo>
                    <a:lnTo>
                      <a:pt x="19834" y="54080"/>
                    </a:lnTo>
                    <a:lnTo>
                      <a:pt x="21028" y="53536"/>
                    </a:lnTo>
                    <a:lnTo>
                      <a:pt x="22463" y="52932"/>
                    </a:lnTo>
                    <a:lnTo>
                      <a:pt x="24109" y="52252"/>
                    </a:lnTo>
                    <a:lnTo>
                      <a:pt x="25892" y="51527"/>
                    </a:lnTo>
                    <a:lnTo>
                      <a:pt x="29653" y="50031"/>
                    </a:lnTo>
                    <a:lnTo>
                      <a:pt x="33339" y="48581"/>
                    </a:lnTo>
                    <a:lnTo>
                      <a:pt x="36511" y="47358"/>
                    </a:lnTo>
                    <a:lnTo>
                      <a:pt x="39562" y="46179"/>
                    </a:lnTo>
                    <a:lnTo>
                      <a:pt x="40167" y="45847"/>
                    </a:lnTo>
                    <a:lnTo>
                      <a:pt x="40831" y="45500"/>
                    </a:lnTo>
                    <a:lnTo>
                      <a:pt x="41617" y="45092"/>
                    </a:lnTo>
                    <a:lnTo>
                      <a:pt x="42040" y="44895"/>
                    </a:lnTo>
                    <a:lnTo>
                      <a:pt x="42478" y="44699"/>
                    </a:lnTo>
                    <a:lnTo>
                      <a:pt x="42916" y="44518"/>
                    </a:lnTo>
                    <a:lnTo>
                      <a:pt x="43339" y="44367"/>
                    </a:lnTo>
                    <a:lnTo>
                      <a:pt x="43732" y="44231"/>
                    </a:lnTo>
                    <a:lnTo>
                      <a:pt x="44109" y="44140"/>
                    </a:lnTo>
                    <a:lnTo>
                      <a:pt x="44275" y="44110"/>
                    </a:lnTo>
                    <a:lnTo>
                      <a:pt x="44442" y="44080"/>
                    </a:lnTo>
                    <a:lnTo>
                      <a:pt x="44593" y="44064"/>
                    </a:lnTo>
                    <a:lnTo>
                      <a:pt x="44865" y="44064"/>
                    </a:lnTo>
                    <a:lnTo>
                      <a:pt x="45001" y="44049"/>
                    </a:lnTo>
                    <a:lnTo>
                      <a:pt x="45152" y="44034"/>
                    </a:lnTo>
                    <a:lnTo>
                      <a:pt x="45303" y="43989"/>
                    </a:lnTo>
                    <a:lnTo>
                      <a:pt x="45454" y="43944"/>
                    </a:lnTo>
                    <a:lnTo>
                      <a:pt x="45605" y="43883"/>
                    </a:lnTo>
                    <a:lnTo>
                      <a:pt x="45907" y="43732"/>
                    </a:lnTo>
                    <a:lnTo>
                      <a:pt x="46224" y="43566"/>
                    </a:lnTo>
                    <a:lnTo>
                      <a:pt x="46541" y="43355"/>
                    </a:lnTo>
                    <a:lnTo>
                      <a:pt x="46844" y="43128"/>
                    </a:lnTo>
                    <a:lnTo>
                      <a:pt x="47146" y="42886"/>
                    </a:lnTo>
                    <a:lnTo>
                      <a:pt x="47448" y="42645"/>
                    </a:lnTo>
                    <a:lnTo>
                      <a:pt x="47720" y="42403"/>
                    </a:lnTo>
                    <a:lnTo>
                      <a:pt x="47976" y="42161"/>
                    </a:lnTo>
                    <a:lnTo>
                      <a:pt x="48203" y="41935"/>
                    </a:lnTo>
                    <a:lnTo>
                      <a:pt x="48581" y="41527"/>
                    </a:lnTo>
                    <a:lnTo>
                      <a:pt x="48807" y="41255"/>
                    </a:lnTo>
                    <a:lnTo>
                      <a:pt x="48853" y="41194"/>
                    </a:lnTo>
                    <a:lnTo>
                      <a:pt x="48913" y="41149"/>
                    </a:lnTo>
                    <a:lnTo>
                      <a:pt x="49064" y="41028"/>
                    </a:lnTo>
                    <a:lnTo>
                      <a:pt x="49276" y="40907"/>
                    </a:lnTo>
                    <a:lnTo>
                      <a:pt x="49517" y="40802"/>
                    </a:lnTo>
                    <a:lnTo>
                      <a:pt x="49804" y="40681"/>
                    </a:lnTo>
                    <a:lnTo>
                      <a:pt x="50091" y="40560"/>
                    </a:lnTo>
                    <a:lnTo>
                      <a:pt x="50711" y="40333"/>
                    </a:lnTo>
                    <a:lnTo>
                      <a:pt x="51315" y="40137"/>
                    </a:lnTo>
                    <a:lnTo>
                      <a:pt x="51844" y="39986"/>
                    </a:lnTo>
                    <a:lnTo>
                      <a:pt x="52327" y="39835"/>
                    </a:lnTo>
                    <a:lnTo>
                      <a:pt x="52387" y="39442"/>
                    </a:lnTo>
                    <a:lnTo>
                      <a:pt x="52418" y="39034"/>
                    </a:lnTo>
                    <a:lnTo>
                      <a:pt x="52433" y="38626"/>
                    </a:lnTo>
                    <a:lnTo>
                      <a:pt x="52418" y="38188"/>
                    </a:lnTo>
                    <a:lnTo>
                      <a:pt x="52387" y="37765"/>
                    </a:lnTo>
                    <a:lnTo>
                      <a:pt x="52327" y="37327"/>
                    </a:lnTo>
                    <a:lnTo>
                      <a:pt x="52251" y="36889"/>
                    </a:lnTo>
                    <a:lnTo>
                      <a:pt x="52146" y="36451"/>
                    </a:lnTo>
                    <a:lnTo>
                      <a:pt x="52040" y="36013"/>
                    </a:lnTo>
                    <a:lnTo>
                      <a:pt x="51919" y="35560"/>
                    </a:lnTo>
                    <a:lnTo>
                      <a:pt x="51783" y="35137"/>
                    </a:lnTo>
                    <a:lnTo>
                      <a:pt x="51632" y="34699"/>
                    </a:lnTo>
                    <a:lnTo>
                      <a:pt x="51466" y="34276"/>
                    </a:lnTo>
                    <a:lnTo>
                      <a:pt x="51300" y="33853"/>
                    </a:lnTo>
                    <a:lnTo>
                      <a:pt x="51118" y="33445"/>
                    </a:lnTo>
                    <a:lnTo>
                      <a:pt x="50937" y="33037"/>
                    </a:lnTo>
                    <a:lnTo>
                      <a:pt x="50575" y="32282"/>
                    </a:lnTo>
                    <a:lnTo>
                      <a:pt x="50197" y="31587"/>
                    </a:lnTo>
                    <a:lnTo>
                      <a:pt x="49819" y="30968"/>
                    </a:lnTo>
                    <a:lnTo>
                      <a:pt x="49472" y="30439"/>
                    </a:lnTo>
                    <a:lnTo>
                      <a:pt x="49155" y="30001"/>
                    </a:lnTo>
                    <a:lnTo>
                      <a:pt x="49004" y="29820"/>
                    </a:lnTo>
                    <a:lnTo>
                      <a:pt x="48868" y="29668"/>
                    </a:lnTo>
                    <a:lnTo>
                      <a:pt x="48747" y="29563"/>
                    </a:lnTo>
                    <a:lnTo>
                      <a:pt x="48656" y="29472"/>
                    </a:lnTo>
                    <a:lnTo>
                      <a:pt x="48566" y="29427"/>
                    </a:lnTo>
                    <a:lnTo>
                      <a:pt x="48490" y="29427"/>
                    </a:lnTo>
                    <a:lnTo>
                      <a:pt x="47720" y="29548"/>
                    </a:lnTo>
                    <a:lnTo>
                      <a:pt x="47161" y="29623"/>
                    </a:lnTo>
                    <a:lnTo>
                      <a:pt x="46511" y="29699"/>
                    </a:lnTo>
                    <a:lnTo>
                      <a:pt x="46179" y="29729"/>
                    </a:lnTo>
                    <a:lnTo>
                      <a:pt x="45816" y="29759"/>
                    </a:lnTo>
                    <a:lnTo>
                      <a:pt x="45106" y="29759"/>
                    </a:lnTo>
                    <a:lnTo>
                      <a:pt x="44744" y="29744"/>
                    </a:lnTo>
                    <a:lnTo>
                      <a:pt x="44396" y="29714"/>
                    </a:lnTo>
                    <a:lnTo>
                      <a:pt x="44049" y="29653"/>
                    </a:lnTo>
                    <a:lnTo>
                      <a:pt x="43717" y="29578"/>
                    </a:lnTo>
                    <a:lnTo>
                      <a:pt x="43566" y="29533"/>
                    </a:lnTo>
                    <a:lnTo>
                      <a:pt x="43414" y="29517"/>
                    </a:lnTo>
                    <a:lnTo>
                      <a:pt x="43263" y="29502"/>
                    </a:lnTo>
                    <a:lnTo>
                      <a:pt x="43127" y="29487"/>
                    </a:lnTo>
                    <a:lnTo>
                      <a:pt x="43007" y="29487"/>
                    </a:lnTo>
                    <a:lnTo>
                      <a:pt x="42886" y="29502"/>
                    </a:lnTo>
                    <a:lnTo>
                      <a:pt x="42765" y="29533"/>
                    </a:lnTo>
                    <a:lnTo>
                      <a:pt x="42659" y="29563"/>
                    </a:lnTo>
                    <a:lnTo>
                      <a:pt x="42553" y="29593"/>
                    </a:lnTo>
                    <a:lnTo>
                      <a:pt x="42448" y="29638"/>
                    </a:lnTo>
                    <a:lnTo>
                      <a:pt x="42251" y="29759"/>
                    </a:lnTo>
                    <a:lnTo>
                      <a:pt x="42085" y="29895"/>
                    </a:lnTo>
                    <a:lnTo>
                      <a:pt x="41919" y="30061"/>
                    </a:lnTo>
                    <a:lnTo>
                      <a:pt x="41753" y="30258"/>
                    </a:lnTo>
                    <a:lnTo>
                      <a:pt x="41602" y="30454"/>
                    </a:lnTo>
                    <a:lnTo>
                      <a:pt x="41300" y="30892"/>
                    </a:lnTo>
                    <a:lnTo>
                      <a:pt x="40967" y="31375"/>
                    </a:lnTo>
                    <a:lnTo>
                      <a:pt x="40786" y="31617"/>
                    </a:lnTo>
                    <a:lnTo>
                      <a:pt x="40590" y="31844"/>
                    </a:lnTo>
                    <a:lnTo>
                      <a:pt x="40469" y="31965"/>
                    </a:lnTo>
                    <a:lnTo>
                      <a:pt x="40363" y="32070"/>
                    </a:lnTo>
                    <a:lnTo>
                      <a:pt x="40227" y="32161"/>
                    </a:lnTo>
                    <a:lnTo>
                      <a:pt x="40091" y="32252"/>
                    </a:lnTo>
                    <a:lnTo>
                      <a:pt x="39940" y="32342"/>
                    </a:lnTo>
                    <a:lnTo>
                      <a:pt x="39789" y="32418"/>
                    </a:lnTo>
                    <a:lnTo>
                      <a:pt x="39472" y="32554"/>
                    </a:lnTo>
                    <a:lnTo>
                      <a:pt x="39139" y="32659"/>
                    </a:lnTo>
                    <a:lnTo>
                      <a:pt x="38807" y="32750"/>
                    </a:lnTo>
                    <a:lnTo>
                      <a:pt x="38460" y="32811"/>
                    </a:lnTo>
                    <a:lnTo>
                      <a:pt x="38112" y="32871"/>
                    </a:lnTo>
                    <a:lnTo>
                      <a:pt x="37795" y="32901"/>
                    </a:lnTo>
                    <a:lnTo>
                      <a:pt x="37493" y="32931"/>
                    </a:lnTo>
                    <a:lnTo>
                      <a:pt x="36964" y="32946"/>
                    </a:lnTo>
                    <a:lnTo>
                      <a:pt x="36481" y="32946"/>
                    </a:lnTo>
                    <a:lnTo>
                      <a:pt x="35922" y="32856"/>
                    </a:lnTo>
                    <a:lnTo>
                      <a:pt x="35363" y="32795"/>
                    </a:lnTo>
                    <a:lnTo>
                      <a:pt x="34789" y="32765"/>
                    </a:lnTo>
                    <a:lnTo>
                      <a:pt x="34200" y="32765"/>
                    </a:lnTo>
                    <a:lnTo>
                      <a:pt x="33596" y="32780"/>
                    </a:lnTo>
                    <a:lnTo>
                      <a:pt x="32991" y="32811"/>
                    </a:lnTo>
                    <a:lnTo>
                      <a:pt x="32372" y="32871"/>
                    </a:lnTo>
                    <a:lnTo>
                      <a:pt x="31753" y="32946"/>
                    </a:lnTo>
                    <a:lnTo>
                      <a:pt x="31133" y="33037"/>
                    </a:lnTo>
                    <a:lnTo>
                      <a:pt x="30529" y="33143"/>
                    </a:lnTo>
                    <a:lnTo>
                      <a:pt x="29910" y="33279"/>
                    </a:lnTo>
                    <a:lnTo>
                      <a:pt x="29306" y="33400"/>
                    </a:lnTo>
                    <a:lnTo>
                      <a:pt x="28716" y="33551"/>
                    </a:lnTo>
                    <a:lnTo>
                      <a:pt x="28127" y="33702"/>
                    </a:lnTo>
                    <a:lnTo>
                      <a:pt x="26979" y="34019"/>
                    </a:lnTo>
                    <a:lnTo>
                      <a:pt x="25922" y="34351"/>
                    </a:lnTo>
                    <a:lnTo>
                      <a:pt x="24940" y="34684"/>
                    </a:lnTo>
                    <a:lnTo>
                      <a:pt x="24049" y="35016"/>
                    </a:lnTo>
                    <a:lnTo>
                      <a:pt x="23293" y="35303"/>
                    </a:lnTo>
                    <a:lnTo>
                      <a:pt x="22674" y="35560"/>
                    </a:lnTo>
                    <a:lnTo>
                      <a:pt x="22206" y="35756"/>
                    </a:lnTo>
                    <a:lnTo>
                      <a:pt x="21813" y="35922"/>
                    </a:lnTo>
                    <a:lnTo>
                      <a:pt x="21934" y="35590"/>
                    </a:lnTo>
                    <a:lnTo>
                      <a:pt x="22085" y="35182"/>
                    </a:lnTo>
                    <a:lnTo>
                      <a:pt x="22296" y="34653"/>
                    </a:lnTo>
                    <a:lnTo>
                      <a:pt x="22583" y="33989"/>
                    </a:lnTo>
                    <a:lnTo>
                      <a:pt x="22931" y="33203"/>
                    </a:lnTo>
                    <a:lnTo>
                      <a:pt x="23354" y="32327"/>
                    </a:lnTo>
                    <a:lnTo>
                      <a:pt x="23837" y="31360"/>
                    </a:lnTo>
                    <a:lnTo>
                      <a:pt x="24381" y="30318"/>
                    </a:lnTo>
                    <a:lnTo>
                      <a:pt x="25015" y="29215"/>
                    </a:lnTo>
                    <a:lnTo>
                      <a:pt x="25348" y="28641"/>
                    </a:lnTo>
                    <a:lnTo>
                      <a:pt x="25710" y="28052"/>
                    </a:lnTo>
                    <a:lnTo>
                      <a:pt x="26088" y="27463"/>
                    </a:lnTo>
                    <a:lnTo>
                      <a:pt x="26481" y="26874"/>
                    </a:lnTo>
                    <a:lnTo>
                      <a:pt x="26889" y="26255"/>
                    </a:lnTo>
                    <a:lnTo>
                      <a:pt x="27327" y="25650"/>
                    </a:lnTo>
                    <a:lnTo>
                      <a:pt x="27780" y="25031"/>
                    </a:lnTo>
                    <a:lnTo>
                      <a:pt x="28248" y="24427"/>
                    </a:lnTo>
                    <a:lnTo>
                      <a:pt x="28732" y="23807"/>
                    </a:lnTo>
                    <a:lnTo>
                      <a:pt x="29245" y="23188"/>
                    </a:lnTo>
                    <a:lnTo>
                      <a:pt x="29774" y="22584"/>
                    </a:lnTo>
                    <a:lnTo>
                      <a:pt x="30318" y="21980"/>
                    </a:lnTo>
                    <a:lnTo>
                      <a:pt x="30861" y="21375"/>
                    </a:lnTo>
                    <a:lnTo>
                      <a:pt x="31375" y="20741"/>
                    </a:lnTo>
                    <a:lnTo>
                      <a:pt x="31843" y="20106"/>
                    </a:lnTo>
                    <a:lnTo>
                      <a:pt x="32297" y="19472"/>
                    </a:lnTo>
                    <a:lnTo>
                      <a:pt x="32704" y="18822"/>
                    </a:lnTo>
                    <a:lnTo>
                      <a:pt x="33097" y="18158"/>
                    </a:lnTo>
                    <a:lnTo>
                      <a:pt x="33460" y="17508"/>
                    </a:lnTo>
                    <a:lnTo>
                      <a:pt x="33792" y="16844"/>
                    </a:lnTo>
                    <a:lnTo>
                      <a:pt x="34109" y="16194"/>
                    </a:lnTo>
                    <a:lnTo>
                      <a:pt x="34381" y="15529"/>
                    </a:lnTo>
                    <a:lnTo>
                      <a:pt x="34653" y="14895"/>
                    </a:lnTo>
                    <a:lnTo>
                      <a:pt x="34880" y="14245"/>
                    </a:lnTo>
                    <a:lnTo>
                      <a:pt x="35106" y="13626"/>
                    </a:lnTo>
                    <a:lnTo>
                      <a:pt x="35303" y="13007"/>
                    </a:lnTo>
                    <a:lnTo>
                      <a:pt x="35469" y="12402"/>
                    </a:lnTo>
                    <a:lnTo>
                      <a:pt x="35635" y="11813"/>
                    </a:lnTo>
                    <a:lnTo>
                      <a:pt x="35771" y="11254"/>
                    </a:lnTo>
                    <a:lnTo>
                      <a:pt x="35892" y="10711"/>
                    </a:lnTo>
                    <a:lnTo>
                      <a:pt x="35997" y="10182"/>
                    </a:lnTo>
                    <a:lnTo>
                      <a:pt x="36103" y="9683"/>
                    </a:lnTo>
                    <a:lnTo>
                      <a:pt x="36254" y="8777"/>
                    </a:lnTo>
                    <a:lnTo>
                      <a:pt x="36345" y="7991"/>
                    </a:lnTo>
                    <a:lnTo>
                      <a:pt x="36420" y="7357"/>
                    </a:lnTo>
                    <a:lnTo>
                      <a:pt x="36451" y="6874"/>
                    </a:lnTo>
                    <a:lnTo>
                      <a:pt x="36481" y="6466"/>
                    </a:lnTo>
                    <a:lnTo>
                      <a:pt x="36360" y="6239"/>
                    </a:lnTo>
                    <a:lnTo>
                      <a:pt x="36224" y="6013"/>
                    </a:lnTo>
                    <a:lnTo>
                      <a:pt x="36073" y="5786"/>
                    </a:lnTo>
                    <a:lnTo>
                      <a:pt x="35892" y="5559"/>
                    </a:lnTo>
                    <a:lnTo>
                      <a:pt x="35680" y="5333"/>
                    </a:lnTo>
                    <a:lnTo>
                      <a:pt x="35454" y="5121"/>
                    </a:lnTo>
                    <a:lnTo>
                      <a:pt x="35212" y="4895"/>
                    </a:lnTo>
                    <a:lnTo>
                      <a:pt x="34940" y="4683"/>
                    </a:lnTo>
                    <a:lnTo>
                      <a:pt x="34653" y="4472"/>
                    </a:lnTo>
                    <a:lnTo>
                      <a:pt x="34336" y="4260"/>
                    </a:lnTo>
                    <a:lnTo>
                      <a:pt x="34019" y="4049"/>
                    </a:lnTo>
                    <a:lnTo>
                      <a:pt x="33671" y="3852"/>
                    </a:lnTo>
                    <a:lnTo>
                      <a:pt x="33309" y="3641"/>
                    </a:lnTo>
                    <a:lnTo>
                      <a:pt x="32946" y="3445"/>
                    </a:lnTo>
                    <a:lnTo>
                      <a:pt x="32553" y="3263"/>
                    </a:lnTo>
                    <a:lnTo>
                      <a:pt x="32145" y="3067"/>
                    </a:lnTo>
                    <a:lnTo>
                      <a:pt x="31315" y="2704"/>
                    </a:lnTo>
                    <a:lnTo>
                      <a:pt x="30423" y="2357"/>
                    </a:lnTo>
                    <a:lnTo>
                      <a:pt x="29502" y="2025"/>
                    </a:lnTo>
                    <a:lnTo>
                      <a:pt x="28550" y="1722"/>
                    </a:lnTo>
                    <a:lnTo>
                      <a:pt x="27568" y="1420"/>
                    </a:lnTo>
                    <a:lnTo>
                      <a:pt x="26571" y="1164"/>
                    </a:lnTo>
                    <a:lnTo>
                      <a:pt x="25559" y="922"/>
                    </a:lnTo>
                    <a:lnTo>
                      <a:pt x="24532" y="695"/>
                    </a:lnTo>
                    <a:lnTo>
                      <a:pt x="23520" y="514"/>
                    </a:lnTo>
                    <a:lnTo>
                      <a:pt x="22508" y="348"/>
                    </a:lnTo>
                    <a:lnTo>
                      <a:pt x="21511" y="212"/>
                    </a:lnTo>
                    <a:lnTo>
                      <a:pt x="20544" y="106"/>
                    </a:lnTo>
                    <a:lnTo>
                      <a:pt x="19592" y="46"/>
                    </a:lnTo>
                    <a:lnTo>
                      <a:pt x="186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23"/>
              <p:cNvSpPr/>
              <p:nvPr/>
            </p:nvSpPr>
            <p:spPr>
              <a:xfrm>
                <a:off x="7173385" y="1524228"/>
                <a:ext cx="347868" cy="725083"/>
              </a:xfrm>
              <a:custGeom>
                <a:avLst/>
                <a:gdLst/>
                <a:ahLst/>
                <a:cxnLst/>
                <a:rect l="l" t="t" r="r" b="b"/>
                <a:pathLst>
                  <a:path w="20590" h="42917" extrusionOk="0">
                    <a:moveTo>
                      <a:pt x="4457" y="0"/>
                    </a:moveTo>
                    <a:lnTo>
                      <a:pt x="0" y="1360"/>
                    </a:lnTo>
                    <a:lnTo>
                      <a:pt x="2357" y="11420"/>
                    </a:lnTo>
                    <a:lnTo>
                      <a:pt x="2372" y="11481"/>
                    </a:lnTo>
                    <a:lnTo>
                      <a:pt x="2402" y="11813"/>
                    </a:lnTo>
                    <a:lnTo>
                      <a:pt x="2508" y="12735"/>
                    </a:lnTo>
                    <a:lnTo>
                      <a:pt x="2599" y="13369"/>
                    </a:lnTo>
                    <a:lnTo>
                      <a:pt x="2719" y="14094"/>
                    </a:lnTo>
                    <a:lnTo>
                      <a:pt x="2855" y="14925"/>
                    </a:lnTo>
                    <a:lnTo>
                      <a:pt x="3037" y="15816"/>
                    </a:lnTo>
                    <a:lnTo>
                      <a:pt x="3263" y="16874"/>
                    </a:lnTo>
                    <a:lnTo>
                      <a:pt x="3399" y="17418"/>
                    </a:lnTo>
                    <a:lnTo>
                      <a:pt x="3550" y="17992"/>
                    </a:lnTo>
                    <a:lnTo>
                      <a:pt x="3701" y="18550"/>
                    </a:lnTo>
                    <a:lnTo>
                      <a:pt x="3867" y="19125"/>
                    </a:lnTo>
                    <a:lnTo>
                      <a:pt x="4049" y="19699"/>
                    </a:lnTo>
                    <a:lnTo>
                      <a:pt x="4245" y="20273"/>
                    </a:lnTo>
                    <a:lnTo>
                      <a:pt x="4457" y="20831"/>
                    </a:lnTo>
                    <a:lnTo>
                      <a:pt x="4683" y="21406"/>
                    </a:lnTo>
                    <a:lnTo>
                      <a:pt x="4925" y="21964"/>
                    </a:lnTo>
                    <a:lnTo>
                      <a:pt x="5167" y="22508"/>
                    </a:lnTo>
                    <a:lnTo>
                      <a:pt x="5438" y="23037"/>
                    </a:lnTo>
                    <a:lnTo>
                      <a:pt x="5725" y="23551"/>
                    </a:lnTo>
                    <a:lnTo>
                      <a:pt x="6012" y="24049"/>
                    </a:lnTo>
                    <a:lnTo>
                      <a:pt x="6330" y="24517"/>
                    </a:lnTo>
                    <a:lnTo>
                      <a:pt x="6526" y="24804"/>
                    </a:lnTo>
                    <a:lnTo>
                      <a:pt x="6738" y="25076"/>
                    </a:lnTo>
                    <a:lnTo>
                      <a:pt x="6949" y="25333"/>
                    </a:lnTo>
                    <a:lnTo>
                      <a:pt x="7176" y="25590"/>
                    </a:lnTo>
                    <a:lnTo>
                      <a:pt x="7432" y="26557"/>
                    </a:lnTo>
                    <a:lnTo>
                      <a:pt x="8127" y="29079"/>
                    </a:lnTo>
                    <a:lnTo>
                      <a:pt x="8596" y="30726"/>
                    </a:lnTo>
                    <a:lnTo>
                      <a:pt x="9124" y="32539"/>
                    </a:lnTo>
                    <a:lnTo>
                      <a:pt x="9683" y="34412"/>
                    </a:lnTo>
                    <a:lnTo>
                      <a:pt x="10287" y="36300"/>
                    </a:lnTo>
                    <a:lnTo>
                      <a:pt x="10635" y="37388"/>
                    </a:lnTo>
                    <a:lnTo>
                      <a:pt x="10997" y="38415"/>
                    </a:lnTo>
                    <a:lnTo>
                      <a:pt x="11360" y="39412"/>
                    </a:lnTo>
                    <a:lnTo>
                      <a:pt x="11707" y="40318"/>
                    </a:lnTo>
                    <a:lnTo>
                      <a:pt x="12040" y="41134"/>
                    </a:lnTo>
                    <a:lnTo>
                      <a:pt x="12372" y="41859"/>
                    </a:lnTo>
                    <a:lnTo>
                      <a:pt x="12523" y="42176"/>
                    </a:lnTo>
                    <a:lnTo>
                      <a:pt x="12674" y="42463"/>
                    </a:lnTo>
                    <a:lnTo>
                      <a:pt x="12825" y="42705"/>
                    </a:lnTo>
                    <a:lnTo>
                      <a:pt x="12976" y="42916"/>
                    </a:lnTo>
                    <a:lnTo>
                      <a:pt x="13384" y="42841"/>
                    </a:lnTo>
                    <a:lnTo>
                      <a:pt x="13837" y="42720"/>
                    </a:lnTo>
                    <a:lnTo>
                      <a:pt x="14426" y="42554"/>
                    </a:lnTo>
                    <a:lnTo>
                      <a:pt x="15121" y="42327"/>
                    </a:lnTo>
                    <a:lnTo>
                      <a:pt x="15484" y="42206"/>
                    </a:lnTo>
                    <a:lnTo>
                      <a:pt x="15877" y="42055"/>
                    </a:lnTo>
                    <a:lnTo>
                      <a:pt x="16269" y="41889"/>
                    </a:lnTo>
                    <a:lnTo>
                      <a:pt x="16662" y="41723"/>
                    </a:lnTo>
                    <a:lnTo>
                      <a:pt x="17055" y="41527"/>
                    </a:lnTo>
                    <a:lnTo>
                      <a:pt x="17463" y="41315"/>
                    </a:lnTo>
                    <a:lnTo>
                      <a:pt x="17856" y="41089"/>
                    </a:lnTo>
                    <a:lnTo>
                      <a:pt x="18233" y="40847"/>
                    </a:lnTo>
                    <a:lnTo>
                      <a:pt x="18596" y="40575"/>
                    </a:lnTo>
                    <a:lnTo>
                      <a:pt x="18943" y="40303"/>
                    </a:lnTo>
                    <a:lnTo>
                      <a:pt x="19260" y="40001"/>
                    </a:lnTo>
                    <a:lnTo>
                      <a:pt x="19562" y="39684"/>
                    </a:lnTo>
                    <a:lnTo>
                      <a:pt x="19698" y="39533"/>
                    </a:lnTo>
                    <a:lnTo>
                      <a:pt x="19834" y="39351"/>
                    </a:lnTo>
                    <a:lnTo>
                      <a:pt x="19955" y="39185"/>
                    </a:lnTo>
                    <a:lnTo>
                      <a:pt x="20061" y="39004"/>
                    </a:lnTo>
                    <a:lnTo>
                      <a:pt x="20167" y="38823"/>
                    </a:lnTo>
                    <a:lnTo>
                      <a:pt x="20257" y="38626"/>
                    </a:lnTo>
                    <a:lnTo>
                      <a:pt x="20333" y="38430"/>
                    </a:lnTo>
                    <a:lnTo>
                      <a:pt x="20408" y="38234"/>
                    </a:lnTo>
                    <a:lnTo>
                      <a:pt x="20469" y="38022"/>
                    </a:lnTo>
                    <a:lnTo>
                      <a:pt x="20514" y="37826"/>
                    </a:lnTo>
                    <a:lnTo>
                      <a:pt x="20559" y="37599"/>
                    </a:lnTo>
                    <a:lnTo>
                      <a:pt x="20575" y="37388"/>
                    </a:lnTo>
                    <a:lnTo>
                      <a:pt x="20590" y="37161"/>
                    </a:lnTo>
                    <a:lnTo>
                      <a:pt x="20575" y="36919"/>
                    </a:lnTo>
                    <a:lnTo>
                      <a:pt x="20559" y="36693"/>
                    </a:lnTo>
                    <a:lnTo>
                      <a:pt x="20529" y="36451"/>
                    </a:lnTo>
                    <a:lnTo>
                      <a:pt x="20484" y="36194"/>
                    </a:lnTo>
                    <a:lnTo>
                      <a:pt x="20408" y="35937"/>
                    </a:lnTo>
                    <a:lnTo>
                      <a:pt x="20333" y="35681"/>
                    </a:lnTo>
                    <a:lnTo>
                      <a:pt x="20227" y="35424"/>
                    </a:lnTo>
                    <a:lnTo>
                      <a:pt x="19683" y="34170"/>
                    </a:lnTo>
                    <a:lnTo>
                      <a:pt x="18294" y="31013"/>
                    </a:lnTo>
                    <a:lnTo>
                      <a:pt x="16405" y="26829"/>
                    </a:lnTo>
                    <a:lnTo>
                      <a:pt x="15408" y="24623"/>
                    </a:lnTo>
                    <a:lnTo>
                      <a:pt x="14426" y="22493"/>
                    </a:lnTo>
                    <a:lnTo>
                      <a:pt x="13701" y="20952"/>
                    </a:lnTo>
                    <a:lnTo>
                      <a:pt x="13037" y="19593"/>
                    </a:lnTo>
                    <a:lnTo>
                      <a:pt x="10121" y="12916"/>
                    </a:lnTo>
                    <a:lnTo>
                      <a:pt x="8716" y="9714"/>
                    </a:lnTo>
                    <a:lnTo>
                      <a:pt x="4457" y="0"/>
                    </a:lnTo>
                    <a:close/>
                  </a:path>
                </a:pathLst>
              </a:custGeom>
              <a:solidFill>
                <a:srgbClr val="F9B5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3"/>
              <p:cNvSpPr/>
              <p:nvPr/>
            </p:nvSpPr>
            <p:spPr>
              <a:xfrm>
                <a:off x="7347201" y="1904290"/>
                <a:ext cx="174069" cy="345063"/>
              </a:xfrm>
              <a:custGeom>
                <a:avLst/>
                <a:gdLst/>
                <a:ahLst/>
                <a:cxnLst/>
                <a:rect l="l" t="t" r="r" b="b"/>
                <a:pathLst>
                  <a:path w="10303" h="20424" extrusionOk="0">
                    <a:moveTo>
                      <a:pt x="4139" y="0"/>
                    </a:moveTo>
                    <a:lnTo>
                      <a:pt x="4260" y="408"/>
                    </a:lnTo>
                    <a:lnTo>
                      <a:pt x="4517" y="1375"/>
                    </a:lnTo>
                    <a:lnTo>
                      <a:pt x="4849" y="2765"/>
                    </a:lnTo>
                    <a:lnTo>
                      <a:pt x="5046" y="3550"/>
                    </a:lnTo>
                    <a:lnTo>
                      <a:pt x="5227" y="4381"/>
                    </a:lnTo>
                    <a:lnTo>
                      <a:pt x="5408" y="5242"/>
                    </a:lnTo>
                    <a:lnTo>
                      <a:pt x="5559" y="6103"/>
                    </a:lnTo>
                    <a:lnTo>
                      <a:pt x="5695" y="6949"/>
                    </a:lnTo>
                    <a:lnTo>
                      <a:pt x="5801" y="7750"/>
                    </a:lnTo>
                    <a:lnTo>
                      <a:pt x="5846" y="8142"/>
                    </a:lnTo>
                    <a:lnTo>
                      <a:pt x="5877" y="8505"/>
                    </a:lnTo>
                    <a:lnTo>
                      <a:pt x="5892" y="8867"/>
                    </a:lnTo>
                    <a:lnTo>
                      <a:pt x="5892" y="9200"/>
                    </a:lnTo>
                    <a:lnTo>
                      <a:pt x="5877" y="9502"/>
                    </a:lnTo>
                    <a:lnTo>
                      <a:pt x="5862" y="9789"/>
                    </a:lnTo>
                    <a:lnTo>
                      <a:pt x="5816" y="10031"/>
                    </a:lnTo>
                    <a:lnTo>
                      <a:pt x="5771" y="10257"/>
                    </a:lnTo>
                    <a:lnTo>
                      <a:pt x="5620" y="10680"/>
                    </a:lnTo>
                    <a:lnTo>
                      <a:pt x="5454" y="11088"/>
                    </a:lnTo>
                    <a:lnTo>
                      <a:pt x="5242" y="11481"/>
                    </a:lnTo>
                    <a:lnTo>
                      <a:pt x="5016" y="11873"/>
                    </a:lnTo>
                    <a:lnTo>
                      <a:pt x="4895" y="12055"/>
                    </a:lnTo>
                    <a:lnTo>
                      <a:pt x="4759" y="12236"/>
                    </a:lnTo>
                    <a:lnTo>
                      <a:pt x="4608" y="12402"/>
                    </a:lnTo>
                    <a:lnTo>
                      <a:pt x="4457" y="12568"/>
                    </a:lnTo>
                    <a:lnTo>
                      <a:pt x="4306" y="12734"/>
                    </a:lnTo>
                    <a:lnTo>
                      <a:pt x="4139" y="12886"/>
                    </a:lnTo>
                    <a:lnTo>
                      <a:pt x="3973" y="13037"/>
                    </a:lnTo>
                    <a:lnTo>
                      <a:pt x="3792" y="13173"/>
                    </a:lnTo>
                    <a:lnTo>
                      <a:pt x="3611" y="13293"/>
                    </a:lnTo>
                    <a:lnTo>
                      <a:pt x="3414" y="13414"/>
                    </a:lnTo>
                    <a:lnTo>
                      <a:pt x="3218" y="13520"/>
                    </a:lnTo>
                    <a:lnTo>
                      <a:pt x="3007" y="13626"/>
                    </a:lnTo>
                    <a:lnTo>
                      <a:pt x="2795" y="13716"/>
                    </a:lnTo>
                    <a:lnTo>
                      <a:pt x="2568" y="13792"/>
                    </a:lnTo>
                    <a:lnTo>
                      <a:pt x="2342" y="13852"/>
                    </a:lnTo>
                    <a:lnTo>
                      <a:pt x="2115" y="13898"/>
                    </a:lnTo>
                    <a:lnTo>
                      <a:pt x="1874" y="13943"/>
                    </a:lnTo>
                    <a:lnTo>
                      <a:pt x="1632" y="13958"/>
                    </a:lnTo>
                    <a:lnTo>
                      <a:pt x="1375" y="13973"/>
                    </a:lnTo>
                    <a:lnTo>
                      <a:pt x="1103" y="13973"/>
                    </a:lnTo>
                    <a:lnTo>
                      <a:pt x="846" y="13958"/>
                    </a:lnTo>
                    <a:lnTo>
                      <a:pt x="559" y="13928"/>
                    </a:lnTo>
                    <a:lnTo>
                      <a:pt x="287" y="13867"/>
                    </a:lnTo>
                    <a:lnTo>
                      <a:pt x="0" y="13807"/>
                    </a:lnTo>
                    <a:lnTo>
                      <a:pt x="0" y="13807"/>
                    </a:lnTo>
                    <a:lnTo>
                      <a:pt x="348" y="14895"/>
                    </a:lnTo>
                    <a:lnTo>
                      <a:pt x="710" y="15922"/>
                    </a:lnTo>
                    <a:lnTo>
                      <a:pt x="1073" y="16919"/>
                    </a:lnTo>
                    <a:lnTo>
                      <a:pt x="1420" y="17825"/>
                    </a:lnTo>
                    <a:lnTo>
                      <a:pt x="1753" y="18641"/>
                    </a:lnTo>
                    <a:lnTo>
                      <a:pt x="2085" y="19366"/>
                    </a:lnTo>
                    <a:lnTo>
                      <a:pt x="2236" y="19683"/>
                    </a:lnTo>
                    <a:lnTo>
                      <a:pt x="2387" y="19970"/>
                    </a:lnTo>
                    <a:lnTo>
                      <a:pt x="2538" y="20212"/>
                    </a:lnTo>
                    <a:lnTo>
                      <a:pt x="2689" y="20423"/>
                    </a:lnTo>
                    <a:lnTo>
                      <a:pt x="3097" y="20348"/>
                    </a:lnTo>
                    <a:lnTo>
                      <a:pt x="3550" y="20227"/>
                    </a:lnTo>
                    <a:lnTo>
                      <a:pt x="4139" y="20061"/>
                    </a:lnTo>
                    <a:lnTo>
                      <a:pt x="4834" y="19834"/>
                    </a:lnTo>
                    <a:lnTo>
                      <a:pt x="5197" y="19713"/>
                    </a:lnTo>
                    <a:lnTo>
                      <a:pt x="5590" y="19562"/>
                    </a:lnTo>
                    <a:lnTo>
                      <a:pt x="5982" y="19396"/>
                    </a:lnTo>
                    <a:lnTo>
                      <a:pt x="6375" y="19230"/>
                    </a:lnTo>
                    <a:lnTo>
                      <a:pt x="6768" y="19034"/>
                    </a:lnTo>
                    <a:lnTo>
                      <a:pt x="7176" y="18822"/>
                    </a:lnTo>
                    <a:lnTo>
                      <a:pt x="7569" y="18596"/>
                    </a:lnTo>
                    <a:lnTo>
                      <a:pt x="7946" y="18354"/>
                    </a:lnTo>
                    <a:lnTo>
                      <a:pt x="8309" y="18082"/>
                    </a:lnTo>
                    <a:lnTo>
                      <a:pt x="8656" y="17810"/>
                    </a:lnTo>
                    <a:lnTo>
                      <a:pt x="8973" y="17508"/>
                    </a:lnTo>
                    <a:lnTo>
                      <a:pt x="9275" y="17191"/>
                    </a:lnTo>
                    <a:lnTo>
                      <a:pt x="9411" y="17040"/>
                    </a:lnTo>
                    <a:lnTo>
                      <a:pt x="9547" y="16858"/>
                    </a:lnTo>
                    <a:lnTo>
                      <a:pt x="9668" y="16692"/>
                    </a:lnTo>
                    <a:lnTo>
                      <a:pt x="9774" y="16511"/>
                    </a:lnTo>
                    <a:lnTo>
                      <a:pt x="9880" y="16330"/>
                    </a:lnTo>
                    <a:lnTo>
                      <a:pt x="9970" y="16133"/>
                    </a:lnTo>
                    <a:lnTo>
                      <a:pt x="10046" y="15937"/>
                    </a:lnTo>
                    <a:lnTo>
                      <a:pt x="10121" y="15741"/>
                    </a:lnTo>
                    <a:lnTo>
                      <a:pt x="10182" y="15529"/>
                    </a:lnTo>
                    <a:lnTo>
                      <a:pt x="10227" y="15333"/>
                    </a:lnTo>
                    <a:lnTo>
                      <a:pt x="10272" y="15106"/>
                    </a:lnTo>
                    <a:lnTo>
                      <a:pt x="10288" y="14895"/>
                    </a:lnTo>
                    <a:lnTo>
                      <a:pt x="10303" y="14668"/>
                    </a:lnTo>
                    <a:lnTo>
                      <a:pt x="10288" y="14426"/>
                    </a:lnTo>
                    <a:lnTo>
                      <a:pt x="10272" y="14200"/>
                    </a:lnTo>
                    <a:lnTo>
                      <a:pt x="10242" y="13958"/>
                    </a:lnTo>
                    <a:lnTo>
                      <a:pt x="10197" y="13701"/>
                    </a:lnTo>
                    <a:lnTo>
                      <a:pt x="10121" y="13444"/>
                    </a:lnTo>
                    <a:lnTo>
                      <a:pt x="10046" y="13188"/>
                    </a:lnTo>
                    <a:lnTo>
                      <a:pt x="9940" y="12931"/>
                    </a:lnTo>
                    <a:lnTo>
                      <a:pt x="9396" y="11677"/>
                    </a:lnTo>
                    <a:lnTo>
                      <a:pt x="8007" y="8520"/>
                    </a:lnTo>
                    <a:lnTo>
                      <a:pt x="6118" y="4336"/>
                    </a:lnTo>
                    <a:lnTo>
                      <a:pt x="5121" y="2130"/>
                    </a:lnTo>
                    <a:lnTo>
                      <a:pt x="4139" y="0"/>
                    </a:lnTo>
                    <a:close/>
                  </a:path>
                </a:pathLst>
              </a:custGeom>
              <a:solidFill>
                <a:srgbClr val="F395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3"/>
              <p:cNvSpPr/>
              <p:nvPr/>
            </p:nvSpPr>
            <p:spPr>
              <a:xfrm>
                <a:off x="7347962" y="2122767"/>
                <a:ext cx="271063" cy="354001"/>
              </a:xfrm>
              <a:custGeom>
                <a:avLst/>
                <a:gdLst/>
                <a:ahLst/>
                <a:cxnLst/>
                <a:rect l="l" t="t" r="r" b="b"/>
                <a:pathLst>
                  <a:path w="16044" h="20953" extrusionOk="0">
                    <a:moveTo>
                      <a:pt x="9895" y="1"/>
                    </a:moveTo>
                    <a:lnTo>
                      <a:pt x="9306" y="182"/>
                    </a:lnTo>
                    <a:lnTo>
                      <a:pt x="8717" y="379"/>
                    </a:lnTo>
                    <a:lnTo>
                      <a:pt x="8128" y="620"/>
                    </a:lnTo>
                    <a:lnTo>
                      <a:pt x="7539" y="877"/>
                    </a:lnTo>
                    <a:lnTo>
                      <a:pt x="6965" y="1149"/>
                    </a:lnTo>
                    <a:lnTo>
                      <a:pt x="6406" y="1436"/>
                    </a:lnTo>
                    <a:lnTo>
                      <a:pt x="5847" y="1738"/>
                    </a:lnTo>
                    <a:lnTo>
                      <a:pt x="5303" y="2055"/>
                    </a:lnTo>
                    <a:lnTo>
                      <a:pt x="4774" y="2388"/>
                    </a:lnTo>
                    <a:lnTo>
                      <a:pt x="4261" y="2705"/>
                    </a:lnTo>
                    <a:lnTo>
                      <a:pt x="3777" y="3037"/>
                    </a:lnTo>
                    <a:lnTo>
                      <a:pt x="3309" y="3369"/>
                    </a:lnTo>
                    <a:lnTo>
                      <a:pt x="2448" y="3989"/>
                    </a:lnTo>
                    <a:lnTo>
                      <a:pt x="1693" y="4578"/>
                    </a:lnTo>
                    <a:lnTo>
                      <a:pt x="1013" y="5122"/>
                    </a:lnTo>
                    <a:lnTo>
                      <a:pt x="499" y="5560"/>
                    </a:lnTo>
                    <a:lnTo>
                      <a:pt x="76" y="5938"/>
                    </a:lnTo>
                    <a:lnTo>
                      <a:pt x="31" y="6406"/>
                    </a:lnTo>
                    <a:lnTo>
                      <a:pt x="1" y="6889"/>
                    </a:lnTo>
                    <a:lnTo>
                      <a:pt x="1" y="7373"/>
                    </a:lnTo>
                    <a:lnTo>
                      <a:pt x="16" y="7871"/>
                    </a:lnTo>
                    <a:lnTo>
                      <a:pt x="61" y="8657"/>
                    </a:lnTo>
                    <a:lnTo>
                      <a:pt x="137" y="9457"/>
                    </a:lnTo>
                    <a:lnTo>
                      <a:pt x="242" y="10273"/>
                    </a:lnTo>
                    <a:lnTo>
                      <a:pt x="394" y="11089"/>
                    </a:lnTo>
                    <a:lnTo>
                      <a:pt x="560" y="11904"/>
                    </a:lnTo>
                    <a:lnTo>
                      <a:pt x="756" y="12735"/>
                    </a:lnTo>
                    <a:lnTo>
                      <a:pt x="983" y="13536"/>
                    </a:lnTo>
                    <a:lnTo>
                      <a:pt x="1239" y="14336"/>
                    </a:lnTo>
                    <a:lnTo>
                      <a:pt x="1511" y="15137"/>
                    </a:lnTo>
                    <a:lnTo>
                      <a:pt x="1798" y="15907"/>
                    </a:lnTo>
                    <a:lnTo>
                      <a:pt x="2100" y="16648"/>
                    </a:lnTo>
                    <a:lnTo>
                      <a:pt x="2433" y="17373"/>
                    </a:lnTo>
                    <a:lnTo>
                      <a:pt x="2765" y="18068"/>
                    </a:lnTo>
                    <a:lnTo>
                      <a:pt x="3113" y="18717"/>
                    </a:lnTo>
                    <a:lnTo>
                      <a:pt x="3475" y="19337"/>
                    </a:lnTo>
                    <a:lnTo>
                      <a:pt x="3838" y="19911"/>
                    </a:lnTo>
                    <a:lnTo>
                      <a:pt x="4064" y="20137"/>
                    </a:lnTo>
                    <a:lnTo>
                      <a:pt x="4306" y="20333"/>
                    </a:lnTo>
                    <a:lnTo>
                      <a:pt x="4548" y="20485"/>
                    </a:lnTo>
                    <a:lnTo>
                      <a:pt x="4789" y="20636"/>
                    </a:lnTo>
                    <a:lnTo>
                      <a:pt x="5046" y="20741"/>
                    </a:lnTo>
                    <a:lnTo>
                      <a:pt x="5303" y="20832"/>
                    </a:lnTo>
                    <a:lnTo>
                      <a:pt x="5560" y="20892"/>
                    </a:lnTo>
                    <a:lnTo>
                      <a:pt x="5817" y="20923"/>
                    </a:lnTo>
                    <a:lnTo>
                      <a:pt x="6088" y="20953"/>
                    </a:lnTo>
                    <a:lnTo>
                      <a:pt x="6360" y="20938"/>
                    </a:lnTo>
                    <a:lnTo>
                      <a:pt x="6647" y="20923"/>
                    </a:lnTo>
                    <a:lnTo>
                      <a:pt x="6919" y="20877"/>
                    </a:lnTo>
                    <a:lnTo>
                      <a:pt x="7206" y="20802"/>
                    </a:lnTo>
                    <a:lnTo>
                      <a:pt x="7478" y="20726"/>
                    </a:lnTo>
                    <a:lnTo>
                      <a:pt x="7765" y="20621"/>
                    </a:lnTo>
                    <a:lnTo>
                      <a:pt x="8052" y="20515"/>
                    </a:lnTo>
                    <a:lnTo>
                      <a:pt x="8415" y="20349"/>
                    </a:lnTo>
                    <a:lnTo>
                      <a:pt x="8777" y="20152"/>
                    </a:lnTo>
                    <a:lnTo>
                      <a:pt x="9140" y="19941"/>
                    </a:lnTo>
                    <a:lnTo>
                      <a:pt x="9517" y="19714"/>
                    </a:lnTo>
                    <a:lnTo>
                      <a:pt x="9865" y="19457"/>
                    </a:lnTo>
                    <a:lnTo>
                      <a:pt x="10227" y="19201"/>
                    </a:lnTo>
                    <a:lnTo>
                      <a:pt x="10590" y="18914"/>
                    </a:lnTo>
                    <a:lnTo>
                      <a:pt x="10937" y="18627"/>
                    </a:lnTo>
                    <a:lnTo>
                      <a:pt x="11285" y="18324"/>
                    </a:lnTo>
                    <a:lnTo>
                      <a:pt x="11632" y="18022"/>
                    </a:lnTo>
                    <a:lnTo>
                      <a:pt x="12282" y="17388"/>
                    </a:lnTo>
                    <a:lnTo>
                      <a:pt x="12916" y="16753"/>
                    </a:lnTo>
                    <a:lnTo>
                      <a:pt x="13505" y="16119"/>
                    </a:lnTo>
                    <a:lnTo>
                      <a:pt x="14049" y="15500"/>
                    </a:lnTo>
                    <a:lnTo>
                      <a:pt x="14533" y="14926"/>
                    </a:lnTo>
                    <a:lnTo>
                      <a:pt x="14971" y="14382"/>
                    </a:lnTo>
                    <a:lnTo>
                      <a:pt x="15333" y="13913"/>
                    </a:lnTo>
                    <a:lnTo>
                      <a:pt x="15862" y="13234"/>
                    </a:lnTo>
                    <a:lnTo>
                      <a:pt x="16043" y="12977"/>
                    </a:lnTo>
                    <a:lnTo>
                      <a:pt x="10454" y="1149"/>
                    </a:lnTo>
                    <a:lnTo>
                      <a:pt x="9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3"/>
              <p:cNvSpPr/>
              <p:nvPr/>
            </p:nvSpPr>
            <p:spPr>
              <a:xfrm>
                <a:off x="7347962" y="2122767"/>
                <a:ext cx="176637" cy="132997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7872" extrusionOk="0">
                    <a:moveTo>
                      <a:pt x="9895" y="1"/>
                    </a:moveTo>
                    <a:lnTo>
                      <a:pt x="9442" y="137"/>
                    </a:lnTo>
                    <a:lnTo>
                      <a:pt x="8989" y="288"/>
                    </a:lnTo>
                    <a:lnTo>
                      <a:pt x="8536" y="454"/>
                    </a:lnTo>
                    <a:lnTo>
                      <a:pt x="8082" y="635"/>
                    </a:lnTo>
                    <a:lnTo>
                      <a:pt x="7629" y="832"/>
                    </a:lnTo>
                    <a:lnTo>
                      <a:pt x="7191" y="1043"/>
                    </a:lnTo>
                    <a:lnTo>
                      <a:pt x="6738" y="1255"/>
                    </a:lnTo>
                    <a:lnTo>
                      <a:pt x="6315" y="1481"/>
                    </a:lnTo>
                    <a:lnTo>
                      <a:pt x="5877" y="1723"/>
                    </a:lnTo>
                    <a:lnTo>
                      <a:pt x="5469" y="1965"/>
                    </a:lnTo>
                    <a:lnTo>
                      <a:pt x="4653" y="2463"/>
                    </a:lnTo>
                    <a:lnTo>
                      <a:pt x="3883" y="2962"/>
                    </a:lnTo>
                    <a:lnTo>
                      <a:pt x="3158" y="3475"/>
                    </a:lnTo>
                    <a:lnTo>
                      <a:pt x="2493" y="3959"/>
                    </a:lnTo>
                    <a:lnTo>
                      <a:pt x="1904" y="4412"/>
                    </a:lnTo>
                    <a:lnTo>
                      <a:pt x="1375" y="4835"/>
                    </a:lnTo>
                    <a:lnTo>
                      <a:pt x="922" y="5197"/>
                    </a:lnTo>
                    <a:lnTo>
                      <a:pt x="288" y="5741"/>
                    </a:lnTo>
                    <a:lnTo>
                      <a:pt x="76" y="5938"/>
                    </a:lnTo>
                    <a:lnTo>
                      <a:pt x="31" y="6406"/>
                    </a:lnTo>
                    <a:lnTo>
                      <a:pt x="1" y="6889"/>
                    </a:lnTo>
                    <a:lnTo>
                      <a:pt x="1" y="7373"/>
                    </a:lnTo>
                    <a:lnTo>
                      <a:pt x="16" y="7871"/>
                    </a:lnTo>
                    <a:lnTo>
                      <a:pt x="273" y="7629"/>
                    </a:lnTo>
                    <a:lnTo>
                      <a:pt x="545" y="7373"/>
                    </a:lnTo>
                    <a:lnTo>
                      <a:pt x="1134" y="6874"/>
                    </a:lnTo>
                    <a:lnTo>
                      <a:pt x="1783" y="6376"/>
                    </a:lnTo>
                    <a:lnTo>
                      <a:pt x="2478" y="5862"/>
                    </a:lnTo>
                    <a:lnTo>
                      <a:pt x="3218" y="5348"/>
                    </a:lnTo>
                    <a:lnTo>
                      <a:pt x="3974" y="4850"/>
                    </a:lnTo>
                    <a:lnTo>
                      <a:pt x="4744" y="4366"/>
                    </a:lnTo>
                    <a:lnTo>
                      <a:pt x="5514" y="3898"/>
                    </a:lnTo>
                    <a:lnTo>
                      <a:pt x="6285" y="3445"/>
                    </a:lnTo>
                    <a:lnTo>
                      <a:pt x="7025" y="3007"/>
                    </a:lnTo>
                    <a:lnTo>
                      <a:pt x="8415" y="2237"/>
                    </a:lnTo>
                    <a:lnTo>
                      <a:pt x="9578" y="1602"/>
                    </a:lnTo>
                    <a:lnTo>
                      <a:pt x="10454" y="1149"/>
                    </a:lnTo>
                    <a:lnTo>
                      <a:pt x="989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3"/>
              <p:cNvSpPr/>
              <p:nvPr/>
            </p:nvSpPr>
            <p:spPr>
              <a:xfrm>
                <a:off x="7133560" y="2311911"/>
                <a:ext cx="1001738" cy="1180639"/>
              </a:xfrm>
              <a:custGeom>
                <a:avLst/>
                <a:gdLst/>
                <a:ahLst/>
                <a:cxnLst/>
                <a:rect l="l" t="t" r="r" b="b"/>
                <a:pathLst>
                  <a:path w="59292" h="69881" extrusionOk="0">
                    <a:moveTo>
                      <a:pt x="26194" y="0"/>
                    </a:moveTo>
                    <a:lnTo>
                      <a:pt x="25832" y="167"/>
                    </a:lnTo>
                    <a:lnTo>
                      <a:pt x="24865" y="605"/>
                    </a:lnTo>
                    <a:lnTo>
                      <a:pt x="24200" y="922"/>
                    </a:lnTo>
                    <a:lnTo>
                      <a:pt x="23460" y="1284"/>
                    </a:lnTo>
                    <a:lnTo>
                      <a:pt x="22645" y="1707"/>
                    </a:lnTo>
                    <a:lnTo>
                      <a:pt x="21768" y="2176"/>
                    </a:lnTo>
                    <a:lnTo>
                      <a:pt x="20877" y="2689"/>
                    </a:lnTo>
                    <a:lnTo>
                      <a:pt x="19971" y="3248"/>
                    </a:lnTo>
                    <a:lnTo>
                      <a:pt x="19533" y="3535"/>
                    </a:lnTo>
                    <a:lnTo>
                      <a:pt x="19095" y="3822"/>
                    </a:lnTo>
                    <a:lnTo>
                      <a:pt x="18657" y="4124"/>
                    </a:lnTo>
                    <a:lnTo>
                      <a:pt x="18234" y="4442"/>
                    </a:lnTo>
                    <a:lnTo>
                      <a:pt x="17826" y="4744"/>
                    </a:lnTo>
                    <a:lnTo>
                      <a:pt x="17448" y="5061"/>
                    </a:lnTo>
                    <a:lnTo>
                      <a:pt x="17070" y="5393"/>
                    </a:lnTo>
                    <a:lnTo>
                      <a:pt x="16723" y="5710"/>
                    </a:lnTo>
                    <a:lnTo>
                      <a:pt x="16391" y="6043"/>
                    </a:lnTo>
                    <a:lnTo>
                      <a:pt x="16104" y="6375"/>
                    </a:lnTo>
                    <a:lnTo>
                      <a:pt x="15832" y="6707"/>
                    </a:lnTo>
                    <a:lnTo>
                      <a:pt x="15590" y="7055"/>
                    </a:lnTo>
                    <a:lnTo>
                      <a:pt x="15364" y="7417"/>
                    </a:lnTo>
                    <a:lnTo>
                      <a:pt x="15122" y="7871"/>
                    </a:lnTo>
                    <a:lnTo>
                      <a:pt x="14850" y="8384"/>
                    </a:lnTo>
                    <a:lnTo>
                      <a:pt x="14578" y="8958"/>
                    </a:lnTo>
                    <a:lnTo>
                      <a:pt x="14291" y="9608"/>
                    </a:lnTo>
                    <a:lnTo>
                      <a:pt x="13989" y="10303"/>
                    </a:lnTo>
                    <a:lnTo>
                      <a:pt x="13687" y="11043"/>
                    </a:lnTo>
                    <a:lnTo>
                      <a:pt x="13354" y="11843"/>
                    </a:lnTo>
                    <a:lnTo>
                      <a:pt x="12705" y="13581"/>
                    </a:lnTo>
                    <a:lnTo>
                      <a:pt x="12025" y="15454"/>
                    </a:lnTo>
                    <a:lnTo>
                      <a:pt x="11330" y="17448"/>
                    </a:lnTo>
                    <a:lnTo>
                      <a:pt x="10635" y="19517"/>
                    </a:lnTo>
                    <a:lnTo>
                      <a:pt x="9940" y="21647"/>
                    </a:lnTo>
                    <a:lnTo>
                      <a:pt x="9276" y="23807"/>
                    </a:lnTo>
                    <a:lnTo>
                      <a:pt x="8626" y="25952"/>
                    </a:lnTo>
                    <a:lnTo>
                      <a:pt x="8022" y="28052"/>
                    </a:lnTo>
                    <a:lnTo>
                      <a:pt x="7463" y="30076"/>
                    </a:lnTo>
                    <a:lnTo>
                      <a:pt x="6965" y="32010"/>
                    </a:lnTo>
                    <a:lnTo>
                      <a:pt x="6542" y="33792"/>
                    </a:lnTo>
                    <a:lnTo>
                      <a:pt x="6360" y="34623"/>
                    </a:lnTo>
                    <a:lnTo>
                      <a:pt x="6194" y="35424"/>
                    </a:lnTo>
                    <a:lnTo>
                      <a:pt x="5786" y="37388"/>
                    </a:lnTo>
                    <a:lnTo>
                      <a:pt x="5363" y="39306"/>
                    </a:lnTo>
                    <a:lnTo>
                      <a:pt x="4956" y="41179"/>
                    </a:lnTo>
                    <a:lnTo>
                      <a:pt x="4533" y="42992"/>
                    </a:lnTo>
                    <a:lnTo>
                      <a:pt x="4110" y="44744"/>
                    </a:lnTo>
                    <a:lnTo>
                      <a:pt x="3702" y="46436"/>
                    </a:lnTo>
                    <a:lnTo>
                      <a:pt x="3294" y="48052"/>
                    </a:lnTo>
                    <a:lnTo>
                      <a:pt x="2901" y="49593"/>
                    </a:lnTo>
                    <a:lnTo>
                      <a:pt x="2161" y="52403"/>
                    </a:lnTo>
                    <a:lnTo>
                      <a:pt x="1481" y="54835"/>
                    </a:lnTo>
                    <a:lnTo>
                      <a:pt x="907" y="56844"/>
                    </a:lnTo>
                    <a:lnTo>
                      <a:pt x="454" y="58385"/>
                    </a:lnTo>
                    <a:lnTo>
                      <a:pt x="1" y="59865"/>
                    </a:lnTo>
                    <a:lnTo>
                      <a:pt x="363" y="60288"/>
                    </a:lnTo>
                    <a:lnTo>
                      <a:pt x="756" y="60711"/>
                    </a:lnTo>
                    <a:lnTo>
                      <a:pt x="1179" y="61119"/>
                    </a:lnTo>
                    <a:lnTo>
                      <a:pt x="1617" y="61527"/>
                    </a:lnTo>
                    <a:lnTo>
                      <a:pt x="2101" y="61905"/>
                    </a:lnTo>
                    <a:lnTo>
                      <a:pt x="2614" y="62282"/>
                    </a:lnTo>
                    <a:lnTo>
                      <a:pt x="3143" y="62645"/>
                    </a:lnTo>
                    <a:lnTo>
                      <a:pt x="3702" y="62992"/>
                    </a:lnTo>
                    <a:lnTo>
                      <a:pt x="4291" y="63340"/>
                    </a:lnTo>
                    <a:lnTo>
                      <a:pt x="4895" y="63657"/>
                    </a:lnTo>
                    <a:lnTo>
                      <a:pt x="5530" y="63974"/>
                    </a:lnTo>
                    <a:lnTo>
                      <a:pt x="6179" y="64276"/>
                    </a:lnTo>
                    <a:lnTo>
                      <a:pt x="6844" y="64578"/>
                    </a:lnTo>
                    <a:lnTo>
                      <a:pt x="7539" y="64865"/>
                    </a:lnTo>
                    <a:lnTo>
                      <a:pt x="8234" y="65137"/>
                    </a:lnTo>
                    <a:lnTo>
                      <a:pt x="8959" y="65394"/>
                    </a:lnTo>
                    <a:lnTo>
                      <a:pt x="9684" y="65651"/>
                    </a:lnTo>
                    <a:lnTo>
                      <a:pt x="10439" y="65893"/>
                    </a:lnTo>
                    <a:lnTo>
                      <a:pt x="11194" y="66134"/>
                    </a:lnTo>
                    <a:lnTo>
                      <a:pt x="11965" y="66361"/>
                    </a:lnTo>
                    <a:lnTo>
                      <a:pt x="12735" y="66572"/>
                    </a:lnTo>
                    <a:lnTo>
                      <a:pt x="13521" y="66784"/>
                    </a:lnTo>
                    <a:lnTo>
                      <a:pt x="14321" y="66980"/>
                    </a:lnTo>
                    <a:lnTo>
                      <a:pt x="15122" y="67177"/>
                    </a:lnTo>
                    <a:lnTo>
                      <a:pt x="16723" y="67524"/>
                    </a:lnTo>
                    <a:lnTo>
                      <a:pt x="18339" y="67856"/>
                    </a:lnTo>
                    <a:lnTo>
                      <a:pt x="19956" y="68143"/>
                    </a:lnTo>
                    <a:lnTo>
                      <a:pt x="21557" y="68400"/>
                    </a:lnTo>
                    <a:lnTo>
                      <a:pt x="23143" y="68642"/>
                    </a:lnTo>
                    <a:lnTo>
                      <a:pt x="24699" y="68853"/>
                    </a:lnTo>
                    <a:lnTo>
                      <a:pt x="26210" y="69035"/>
                    </a:lnTo>
                    <a:lnTo>
                      <a:pt x="27660" y="69201"/>
                    </a:lnTo>
                    <a:lnTo>
                      <a:pt x="29065" y="69337"/>
                    </a:lnTo>
                    <a:lnTo>
                      <a:pt x="30394" y="69458"/>
                    </a:lnTo>
                    <a:lnTo>
                      <a:pt x="31648" y="69563"/>
                    </a:lnTo>
                    <a:lnTo>
                      <a:pt x="32796" y="69639"/>
                    </a:lnTo>
                    <a:lnTo>
                      <a:pt x="34805" y="69775"/>
                    </a:lnTo>
                    <a:lnTo>
                      <a:pt x="36346" y="69835"/>
                    </a:lnTo>
                    <a:lnTo>
                      <a:pt x="37312" y="69881"/>
                    </a:lnTo>
                    <a:lnTo>
                      <a:pt x="37660" y="69881"/>
                    </a:lnTo>
                    <a:lnTo>
                      <a:pt x="37615" y="69337"/>
                    </a:lnTo>
                    <a:lnTo>
                      <a:pt x="37509" y="67841"/>
                    </a:lnTo>
                    <a:lnTo>
                      <a:pt x="37373" y="65621"/>
                    </a:lnTo>
                    <a:lnTo>
                      <a:pt x="37312" y="64291"/>
                    </a:lnTo>
                    <a:lnTo>
                      <a:pt x="37252" y="62887"/>
                    </a:lnTo>
                    <a:lnTo>
                      <a:pt x="37222" y="61391"/>
                    </a:lnTo>
                    <a:lnTo>
                      <a:pt x="37192" y="59850"/>
                    </a:lnTo>
                    <a:lnTo>
                      <a:pt x="37192" y="58309"/>
                    </a:lnTo>
                    <a:lnTo>
                      <a:pt x="37207" y="56754"/>
                    </a:lnTo>
                    <a:lnTo>
                      <a:pt x="37237" y="55998"/>
                    </a:lnTo>
                    <a:lnTo>
                      <a:pt x="37267" y="55258"/>
                    </a:lnTo>
                    <a:lnTo>
                      <a:pt x="37297" y="54533"/>
                    </a:lnTo>
                    <a:lnTo>
                      <a:pt x="37358" y="53823"/>
                    </a:lnTo>
                    <a:lnTo>
                      <a:pt x="37418" y="53128"/>
                    </a:lnTo>
                    <a:lnTo>
                      <a:pt x="37479" y="52463"/>
                    </a:lnTo>
                    <a:lnTo>
                      <a:pt x="37569" y="51844"/>
                    </a:lnTo>
                    <a:lnTo>
                      <a:pt x="37660" y="51240"/>
                    </a:lnTo>
                    <a:lnTo>
                      <a:pt x="37886" y="49941"/>
                    </a:lnTo>
                    <a:lnTo>
                      <a:pt x="38098" y="48566"/>
                    </a:lnTo>
                    <a:lnTo>
                      <a:pt x="38309" y="47176"/>
                    </a:lnTo>
                    <a:lnTo>
                      <a:pt x="38506" y="45756"/>
                    </a:lnTo>
                    <a:lnTo>
                      <a:pt x="38883" y="42962"/>
                    </a:lnTo>
                    <a:lnTo>
                      <a:pt x="39216" y="40318"/>
                    </a:lnTo>
                    <a:lnTo>
                      <a:pt x="39488" y="37992"/>
                    </a:lnTo>
                    <a:lnTo>
                      <a:pt x="39699" y="36149"/>
                    </a:lnTo>
                    <a:lnTo>
                      <a:pt x="39865" y="34487"/>
                    </a:lnTo>
                    <a:lnTo>
                      <a:pt x="40409" y="34880"/>
                    </a:lnTo>
                    <a:lnTo>
                      <a:pt x="40983" y="35318"/>
                    </a:lnTo>
                    <a:lnTo>
                      <a:pt x="42177" y="36285"/>
                    </a:lnTo>
                    <a:lnTo>
                      <a:pt x="43445" y="37327"/>
                    </a:lnTo>
                    <a:lnTo>
                      <a:pt x="44729" y="38430"/>
                    </a:lnTo>
                    <a:lnTo>
                      <a:pt x="45998" y="39533"/>
                    </a:lnTo>
                    <a:lnTo>
                      <a:pt x="47207" y="40590"/>
                    </a:lnTo>
                    <a:lnTo>
                      <a:pt x="49322" y="42493"/>
                    </a:lnTo>
                    <a:lnTo>
                      <a:pt x="50666" y="43732"/>
                    </a:lnTo>
                    <a:lnTo>
                      <a:pt x="51165" y="44200"/>
                    </a:lnTo>
                    <a:lnTo>
                      <a:pt x="51316" y="43551"/>
                    </a:lnTo>
                    <a:lnTo>
                      <a:pt x="51467" y="42916"/>
                    </a:lnTo>
                    <a:lnTo>
                      <a:pt x="51633" y="42312"/>
                    </a:lnTo>
                    <a:lnTo>
                      <a:pt x="51784" y="41723"/>
                    </a:lnTo>
                    <a:lnTo>
                      <a:pt x="51965" y="41149"/>
                    </a:lnTo>
                    <a:lnTo>
                      <a:pt x="52131" y="40605"/>
                    </a:lnTo>
                    <a:lnTo>
                      <a:pt x="52313" y="40077"/>
                    </a:lnTo>
                    <a:lnTo>
                      <a:pt x="52494" y="39563"/>
                    </a:lnTo>
                    <a:lnTo>
                      <a:pt x="52690" y="39064"/>
                    </a:lnTo>
                    <a:lnTo>
                      <a:pt x="52887" y="38581"/>
                    </a:lnTo>
                    <a:lnTo>
                      <a:pt x="53068" y="38113"/>
                    </a:lnTo>
                    <a:lnTo>
                      <a:pt x="53279" y="37675"/>
                    </a:lnTo>
                    <a:lnTo>
                      <a:pt x="53476" y="37237"/>
                    </a:lnTo>
                    <a:lnTo>
                      <a:pt x="53672" y="36829"/>
                    </a:lnTo>
                    <a:lnTo>
                      <a:pt x="54080" y="36043"/>
                    </a:lnTo>
                    <a:lnTo>
                      <a:pt x="54322" y="35635"/>
                    </a:lnTo>
                    <a:lnTo>
                      <a:pt x="54548" y="35243"/>
                    </a:lnTo>
                    <a:lnTo>
                      <a:pt x="54790" y="34865"/>
                    </a:lnTo>
                    <a:lnTo>
                      <a:pt x="55032" y="34502"/>
                    </a:lnTo>
                    <a:lnTo>
                      <a:pt x="55258" y="34170"/>
                    </a:lnTo>
                    <a:lnTo>
                      <a:pt x="55500" y="33838"/>
                    </a:lnTo>
                    <a:lnTo>
                      <a:pt x="55953" y="33249"/>
                    </a:lnTo>
                    <a:lnTo>
                      <a:pt x="56406" y="32735"/>
                    </a:lnTo>
                    <a:lnTo>
                      <a:pt x="56829" y="32267"/>
                    </a:lnTo>
                    <a:lnTo>
                      <a:pt x="57237" y="31859"/>
                    </a:lnTo>
                    <a:lnTo>
                      <a:pt x="57630" y="31511"/>
                    </a:lnTo>
                    <a:lnTo>
                      <a:pt x="57977" y="31224"/>
                    </a:lnTo>
                    <a:lnTo>
                      <a:pt x="58310" y="30983"/>
                    </a:lnTo>
                    <a:lnTo>
                      <a:pt x="58597" y="30786"/>
                    </a:lnTo>
                    <a:lnTo>
                      <a:pt x="58838" y="30635"/>
                    </a:lnTo>
                    <a:lnTo>
                      <a:pt x="59171" y="30439"/>
                    </a:lnTo>
                    <a:lnTo>
                      <a:pt x="59292" y="30378"/>
                    </a:lnTo>
                    <a:lnTo>
                      <a:pt x="58023" y="28717"/>
                    </a:lnTo>
                    <a:lnTo>
                      <a:pt x="48808" y="16677"/>
                    </a:lnTo>
                    <a:lnTo>
                      <a:pt x="38899" y="8460"/>
                    </a:lnTo>
                    <a:lnTo>
                      <a:pt x="37192" y="7055"/>
                    </a:lnTo>
                    <a:lnTo>
                      <a:pt x="29382" y="2055"/>
                    </a:lnTo>
                    <a:lnTo>
                      <a:pt x="2619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3"/>
              <p:cNvSpPr/>
              <p:nvPr/>
            </p:nvSpPr>
            <p:spPr>
              <a:xfrm>
                <a:off x="7575898" y="2319312"/>
                <a:ext cx="201895" cy="168967"/>
              </a:xfrm>
              <a:custGeom>
                <a:avLst/>
                <a:gdLst/>
                <a:ahLst/>
                <a:cxnLst/>
                <a:rect l="l" t="t" r="r" b="b"/>
                <a:pathLst>
                  <a:path w="11950" h="10001" extrusionOk="0">
                    <a:moveTo>
                      <a:pt x="2689" y="0"/>
                    </a:moveTo>
                    <a:lnTo>
                      <a:pt x="2266" y="272"/>
                    </a:lnTo>
                    <a:lnTo>
                      <a:pt x="1828" y="559"/>
                    </a:lnTo>
                    <a:lnTo>
                      <a:pt x="1617" y="726"/>
                    </a:lnTo>
                    <a:lnTo>
                      <a:pt x="1405" y="907"/>
                    </a:lnTo>
                    <a:lnTo>
                      <a:pt x="1209" y="1103"/>
                    </a:lnTo>
                    <a:lnTo>
                      <a:pt x="1012" y="1315"/>
                    </a:lnTo>
                    <a:lnTo>
                      <a:pt x="831" y="1556"/>
                    </a:lnTo>
                    <a:lnTo>
                      <a:pt x="650" y="1828"/>
                    </a:lnTo>
                    <a:lnTo>
                      <a:pt x="499" y="2130"/>
                    </a:lnTo>
                    <a:lnTo>
                      <a:pt x="363" y="2463"/>
                    </a:lnTo>
                    <a:lnTo>
                      <a:pt x="242" y="2825"/>
                    </a:lnTo>
                    <a:lnTo>
                      <a:pt x="136" y="3248"/>
                    </a:lnTo>
                    <a:lnTo>
                      <a:pt x="61" y="3701"/>
                    </a:lnTo>
                    <a:lnTo>
                      <a:pt x="15" y="4200"/>
                    </a:lnTo>
                    <a:lnTo>
                      <a:pt x="0" y="4593"/>
                    </a:lnTo>
                    <a:lnTo>
                      <a:pt x="15" y="4970"/>
                    </a:lnTo>
                    <a:lnTo>
                      <a:pt x="61" y="5333"/>
                    </a:lnTo>
                    <a:lnTo>
                      <a:pt x="121" y="5680"/>
                    </a:lnTo>
                    <a:lnTo>
                      <a:pt x="212" y="6028"/>
                    </a:lnTo>
                    <a:lnTo>
                      <a:pt x="318" y="6360"/>
                    </a:lnTo>
                    <a:lnTo>
                      <a:pt x="454" y="6662"/>
                    </a:lnTo>
                    <a:lnTo>
                      <a:pt x="605" y="6964"/>
                    </a:lnTo>
                    <a:lnTo>
                      <a:pt x="771" y="7251"/>
                    </a:lnTo>
                    <a:lnTo>
                      <a:pt x="967" y="7538"/>
                    </a:lnTo>
                    <a:lnTo>
                      <a:pt x="1179" y="7795"/>
                    </a:lnTo>
                    <a:lnTo>
                      <a:pt x="1405" y="8037"/>
                    </a:lnTo>
                    <a:lnTo>
                      <a:pt x="1647" y="8279"/>
                    </a:lnTo>
                    <a:lnTo>
                      <a:pt x="1904" y="8490"/>
                    </a:lnTo>
                    <a:lnTo>
                      <a:pt x="2176" y="8701"/>
                    </a:lnTo>
                    <a:lnTo>
                      <a:pt x="2448" y="8883"/>
                    </a:lnTo>
                    <a:lnTo>
                      <a:pt x="2750" y="9064"/>
                    </a:lnTo>
                    <a:lnTo>
                      <a:pt x="3052" y="9230"/>
                    </a:lnTo>
                    <a:lnTo>
                      <a:pt x="3369" y="9366"/>
                    </a:lnTo>
                    <a:lnTo>
                      <a:pt x="3686" y="9502"/>
                    </a:lnTo>
                    <a:lnTo>
                      <a:pt x="4019" y="9623"/>
                    </a:lnTo>
                    <a:lnTo>
                      <a:pt x="4351" y="9714"/>
                    </a:lnTo>
                    <a:lnTo>
                      <a:pt x="4698" y="9804"/>
                    </a:lnTo>
                    <a:lnTo>
                      <a:pt x="5046" y="9880"/>
                    </a:lnTo>
                    <a:lnTo>
                      <a:pt x="5393" y="9925"/>
                    </a:lnTo>
                    <a:lnTo>
                      <a:pt x="5756" y="9970"/>
                    </a:lnTo>
                    <a:lnTo>
                      <a:pt x="6103" y="9986"/>
                    </a:lnTo>
                    <a:lnTo>
                      <a:pt x="6451" y="10001"/>
                    </a:lnTo>
                    <a:lnTo>
                      <a:pt x="6813" y="9986"/>
                    </a:lnTo>
                    <a:lnTo>
                      <a:pt x="7161" y="9955"/>
                    </a:lnTo>
                    <a:lnTo>
                      <a:pt x="7523" y="9925"/>
                    </a:lnTo>
                    <a:lnTo>
                      <a:pt x="7855" y="9865"/>
                    </a:lnTo>
                    <a:lnTo>
                      <a:pt x="8188" y="9789"/>
                    </a:lnTo>
                    <a:lnTo>
                      <a:pt x="8505" y="9698"/>
                    </a:lnTo>
                    <a:lnTo>
                      <a:pt x="8792" y="9593"/>
                    </a:lnTo>
                    <a:lnTo>
                      <a:pt x="9064" y="9487"/>
                    </a:lnTo>
                    <a:lnTo>
                      <a:pt x="9336" y="9351"/>
                    </a:lnTo>
                    <a:lnTo>
                      <a:pt x="9593" y="9215"/>
                    </a:lnTo>
                    <a:lnTo>
                      <a:pt x="9834" y="9064"/>
                    </a:lnTo>
                    <a:lnTo>
                      <a:pt x="10061" y="8913"/>
                    </a:lnTo>
                    <a:lnTo>
                      <a:pt x="10529" y="8566"/>
                    </a:lnTo>
                    <a:lnTo>
                      <a:pt x="10982" y="8188"/>
                    </a:lnTo>
                    <a:lnTo>
                      <a:pt x="11451" y="7795"/>
                    </a:lnTo>
                    <a:lnTo>
                      <a:pt x="11949" y="7387"/>
                    </a:lnTo>
                    <a:lnTo>
                      <a:pt x="11013" y="6617"/>
                    </a:lnTo>
                    <a:lnTo>
                      <a:pt x="26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23"/>
              <p:cNvSpPr/>
              <p:nvPr/>
            </p:nvSpPr>
            <p:spPr>
              <a:xfrm>
                <a:off x="7966922" y="2797123"/>
                <a:ext cx="168460" cy="261619"/>
              </a:xfrm>
              <a:custGeom>
                <a:avLst/>
                <a:gdLst/>
                <a:ahLst/>
                <a:cxnLst/>
                <a:rect l="l" t="t" r="r" b="b"/>
                <a:pathLst>
                  <a:path w="9971" h="15485" extrusionOk="0">
                    <a:moveTo>
                      <a:pt x="8702" y="1"/>
                    </a:moveTo>
                    <a:lnTo>
                      <a:pt x="8233" y="348"/>
                    </a:lnTo>
                    <a:lnTo>
                      <a:pt x="7720" y="756"/>
                    </a:lnTo>
                    <a:lnTo>
                      <a:pt x="7176" y="1224"/>
                    </a:lnTo>
                    <a:lnTo>
                      <a:pt x="6587" y="1753"/>
                    </a:lnTo>
                    <a:lnTo>
                      <a:pt x="5967" y="2357"/>
                    </a:lnTo>
                    <a:lnTo>
                      <a:pt x="5650" y="2690"/>
                    </a:lnTo>
                    <a:lnTo>
                      <a:pt x="5333" y="3022"/>
                    </a:lnTo>
                    <a:lnTo>
                      <a:pt x="5016" y="3385"/>
                    </a:lnTo>
                    <a:lnTo>
                      <a:pt x="4699" y="3762"/>
                    </a:lnTo>
                    <a:lnTo>
                      <a:pt x="4381" y="4170"/>
                    </a:lnTo>
                    <a:lnTo>
                      <a:pt x="4064" y="4578"/>
                    </a:lnTo>
                    <a:lnTo>
                      <a:pt x="3747" y="5016"/>
                    </a:lnTo>
                    <a:lnTo>
                      <a:pt x="3430" y="5469"/>
                    </a:lnTo>
                    <a:lnTo>
                      <a:pt x="3128" y="5937"/>
                    </a:lnTo>
                    <a:lnTo>
                      <a:pt x="2825" y="6421"/>
                    </a:lnTo>
                    <a:lnTo>
                      <a:pt x="2523" y="6934"/>
                    </a:lnTo>
                    <a:lnTo>
                      <a:pt x="2236" y="7448"/>
                    </a:lnTo>
                    <a:lnTo>
                      <a:pt x="1949" y="7992"/>
                    </a:lnTo>
                    <a:lnTo>
                      <a:pt x="1677" y="8566"/>
                    </a:lnTo>
                    <a:lnTo>
                      <a:pt x="1421" y="9140"/>
                    </a:lnTo>
                    <a:lnTo>
                      <a:pt x="1179" y="9744"/>
                    </a:lnTo>
                    <a:lnTo>
                      <a:pt x="937" y="10364"/>
                    </a:lnTo>
                    <a:lnTo>
                      <a:pt x="711" y="11013"/>
                    </a:lnTo>
                    <a:lnTo>
                      <a:pt x="514" y="11663"/>
                    </a:lnTo>
                    <a:lnTo>
                      <a:pt x="318" y="12358"/>
                    </a:lnTo>
                    <a:lnTo>
                      <a:pt x="152" y="13052"/>
                    </a:lnTo>
                    <a:lnTo>
                      <a:pt x="1" y="13777"/>
                    </a:lnTo>
                    <a:lnTo>
                      <a:pt x="1345" y="15016"/>
                    </a:lnTo>
                    <a:lnTo>
                      <a:pt x="1844" y="15484"/>
                    </a:lnTo>
                    <a:lnTo>
                      <a:pt x="2085" y="14427"/>
                    </a:lnTo>
                    <a:lnTo>
                      <a:pt x="2342" y="13430"/>
                    </a:lnTo>
                    <a:lnTo>
                      <a:pt x="2629" y="12493"/>
                    </a:lnTo>
                    <a:lnTo>
                      <a:pt x="2916" y="11602"/>
                    </a:lnTo>
                    <a:lnTo>
                      <a:pt x="3218" y="10756"/>
                    </a:lnTo>
                    <a:lnTo>
                      <a:pt x="3520" y="9956"/>
                    </a:lnTo>
                    <a:lnTo>
                      <a:pt x="3838" y="9200"/>
                    </a:lnTo>
                    <a:lnTo>
                      <a:pt x="4170" y="8490"/>
                    </a:lnTo>
                    <a:lnTo>
                      <a:pt x="4502" y="7826"/>
                    </a:lnTo>
                    <a:lnTo>
                      <a:pt x="4834" y="7206"/>
                    </a:lnTo>
                    <a:lnTo>
                      <a:pt x="5167" y="6617"/>
                    </a:lnTo>
                    <a:lnTo>
                      <a:pt x="5514" y="6073"/>
                    </a:lnTo>
                    <a:lnTo>
                      <a:pt x="5847" y="5575"/>
                    </a:lnTo>
                    <a:lnTo>
                      <a:pt x="6194" y="5107"/>
                    </a:lnTo>
                    <a:lnTo>
                      <a:pt x="6526" y="4684"/>
                    </a:lnTo>
                    <a:lnTo>
                      <a:pt x="6844" y="4276"/>
                    </a:lnTo>
                    <a:lnTo>
                      <a:pt x="7161" y="3913"/>
                    </a:lnTo>
                    <a:lnTo>
                      <a:pt x="7478" y="3581"/>
                    </a:lnTo>
                    <a:lnTo>
                      <a:pt x="7780" y="3294"/>
                    </a:lnTo>
                    <a:lnTo>
                      <a:pt x="8067" y="3022"/>
                    </a:lnTo>
                    <a:lnTo>
                      <a:pt x="8339" y="2780"/>
                    </a:lnTo>
                    <a:lnTo>
                      <a:pt x="8596" y="2569"/>
                    </a:lnTo>
                    <a:lnTo>
                      <a:pt x="8838" y="2372"/>
                    </a:lnTo>
                    <a:lnTo>
                      <a:pt x="9049" y="2206"/>
                    </a:lnTo>
                    <a:lnTo>
                      <a:pt x="9442" y="1965"/>
                    </a:lnTo>
                    <a:lnTo>
                      <a:pt x="9729" y="1783"/>
                    </a:lnTo>
                    <a:lnTo>
                      <a:pt x="9910" y="1693"/>
                    </a:lnTo>
                    <a:lnTo>
                      <a:pt x="9971" y="1662"/>
                    </a:lnTo>
                    <a:lnTo>
                      <a:pt x="870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3"/>
              <p:cNvSpPr/>
              <p:nvPr/>
            </p:nvSpPr>
            <p:spPr>
              <a:xfrm>
                <a:off x="7781869" y="2266982"/>
                <a:ext cx="85522" cy="92922"/>
              </a:xfrm>
              <a:custGeom>
                <a:avLst/>
                <a:gdLst/>
                <a:ahLst/>
                <a:cxnLst/>
                <a:rect l="l" t="t" r="r" b="b"/>
                <a:pathLst>
                  <a:path w="5062" h="5500" extrusionOk="0">
                    <a:moveTo>
                      <a:pt x="4714" y="1"/>
                    </a:moveTo>
                    <a:lnTo>
                      <a:pt x="4397" y="16"/>
                    </a:lnTo>
                    <a:lnTo>
                      <a:pt x="4079" y="61"/>
                    </a:lnTo>
                    <a:lnTo>
                      <a:pt x="3762" y="137"/>
                    </a:lnTo>
                    <a:lnTo>
                      <a:pt x="3475" y="227"/>
                    </a:lnTo>
                    <a:lnTo>
                      <a:pt x="3203" y="363"/>
                    </a:lnTo>
                    <a:lnTo>
                      <a:pt x="2946" y="514"/>
                    </a:lnTo>
                    <a:lnTo>
                      <a:pt x="2690" y="696"/>
                    </a:lnTo>
                    <a:lnTo>
                      <a:pt x="2448" y="877"/>
                    </a:lnTo>
                    <a:lnTo>
                      <a:pt x="2221" y="1088"/>
                    </a:lnTo>
                    <a:lnTo>
                      <a:pt x="2010" y="1315"/>
                    </a:lnTo>
                    <a:lnTo>
                      <a:pt x="1814" y="1557"/>
                    </a:lnTo>
                    <a:lnTo>
                      <a:pt x="1617" y="1798"/>
                    </a:lnTo>
                    <a:lnTo>
                      <a:pt x="1451" y="2055"/>
                    </a:lnTo>
                    <a:lnTo>
                      <a:pt x="1270" y="2327"/>
                    </a:lnTo>
                    <a:lnTo>
                      <a:pt x="1119" y="2584"/>
                    </a:lnTo>
                    <a:lnTo>
                      <a:pt x="983" y="2856"/>
                    </a:lnTo>
                    <a:lnTo>
                      <a:pt x="847" y="3128"/>
                    </a:lnTo>
                    <a:lnTo>
                      <a:pt x="605" y="3641"/>
                    </a:lnTo>
                    <a:lnTo>
                      <a:pt x="409" y="4140"/>
                    </a:lnTo>
                    <a:lnTo>
                      <a:pt x="258" y="4578"/>
                    </a:lnTo>
                    <a:lnTo>
                      <a:pt x="137" y="4955"/>
                    </a:lnTo>
                    <a:lnTo>
                      <a:pt x="61" y="5243"/>
                    </a:lnTo>
                    <a:lnTo>
                      <a:pt x="1" y="5499"/>
                    </a:lnTo>
                    <a:lnTo>
                      <a:pt x="469" y="5409"/>
                    </a:lnTo>
                    <a:lnTo>
                      <a:pt x="922" y="5288"/>
                    </a:lnTo>
                    <a:lnTo>
                      <a:pt x="1330" y="5152"/>
                    </a:lnTo>
                    <a:lnTo>
                      <a:pt x="1723" y="5001"/>
                    </a:lnTo>
                    <a:lnTo>
                      <a:pt x="2070" y="4835"/>
                    </a:lnTo>
                    <a:lnTo>
                      <a:pt x="2403" y="4653"/>
                    </a:lnTo>
                    <a:lnTo>
                      <a:pt x="2720" y="4457"/>
                    </a:lnTo>
                    <a:lnTo>
                      <a:pt x="2992" y="4261"/>
                    </a:lnTo>
                    <a:lnTo>
                      <a:pt x="3249" y="4049"/>
                    </a:lnTo>
                    <a:lnTo>
                      <a:pt x="3490" y="3823"/>
                    </a:lnTo>
                    <a:lnTo>
                      <a:pt x="3702" y="3596"/>
                    </a:lnTo>
                    <a:lnTo>
                      <a:pt x="3898" y="3369"/>
                    </a:lnTo>
                    <a:lnTo>
                      <a:pt x="4079" y="3128"/>
                    </a:lnTo>
                    <a:lnTo>
                      <a:pt x="4230" y="2886"/>
                    </a:lnTo>
                    <a:lnTo>
                      <a:pt x="4366" y="2659"/>
                    </a:lnTo>
                    <a:lnTo>
                      <a:pt x="4487" y="2418"/>
                    </a:lnTo>
                    <a:lnTo>
                      <a:pt x="4608" y="2191"/>
                    </a:lnTo>
                    <a:lnTo>
                      <a:pt x="4699" y="1949"/>
                    </a:lnTo>
                    <a:lnTo>
                      <a:pt x="4774" y="1738"/>
                    </a:lnTo>
                    <a:lnTo>
                      <a:pt x="4835" y="1511"/>
                    </a:lnTo>
                    <a:lnTo>
                      <a:pt x="4940" y="1119"/>
                    </a:lnTo>
                    <a:lnTo>
                      <a:pt x="5016" y="756"/>
                    </a:lnTo>
                    <a:lnTo>
                      <a:pt x="5046" y="454"/>
                    </a:lnTo>
                    <a:lnTo>
                      <a:pt x="5061" y="227"/>
                    </a:lnTo>
                    <a:lnTo>
                      <a:pt x="5061" y="31"/>
                    </a:lnTo>
                    <a:lnTo>
                      <a:pt x="4714" y="1"/>
                    </a:lnTo>
                    <a:close/>
                  </a:path>
                </a:pathLst>
              </a:custGeom>
              <a:solidFill>
                <a:srgbClr val="2C2A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3"/>
              <p:cNvSpPr/>
              <p:nvPr/>
            </p:nvSpPr>
            <p:spPr>
              <a:xfrm>
                <a:off x="7681317" y="1888458"/>
                <a:ext cx="316731" cy="372636"/>
              </a:xfrm>
              <a:custGeom>
                <a:avLst/>
                <a:gdLst/>
                <a:ahLst/>
                <a:cxnLst/>
                <a:rect l="l" t="t" r="r" b="b"/>
                <a:pathLst>
                  <a:path w="18747" h="22056" extrusionOk="0">
                    <a:moveTo>
                      <a:pt x="6677" y="1"/>
                    </a:moveTo>
                    <a:lnTo>
                      <a:pt x="6194" y="31"/>
                    </a:lnTo>
                    <a:lnTo>
                      <a:pt x="5740" y="76"/>
                    </a:lnTo>
                    <a:lnTo>
                      <a:pt x="5302" y="137"/>
                    </a:lnTo>
                    <a:lnTo>
                      <a:pt x="4879" y="197"/>
                    </a:lnTo>
                    <a:lnTo>
                      <a:pt x="4471" y="272"/>
                    </a:lnTo>
                    <a:lnTo>
                      <a:pt x="4094" y="363"/>
                    </a:lnTo>
                    <a:lnTo>
                      <a:pt x="3731" y="439"/>
                    </a:lnTo>
                    <a:lnTo>
                      <a:pt x="3112" y="620"/>
                    </a:lnTo>
                    <a:lnTo>
                      <a:pt x="2598" y="786"/>
                    </a:lnTo>
                    <a:lnTo>
                      <a:pt x="2206" y="937"/>
                    </a:lnTo>
                    <a:lnTo>
                      <a:pt x="1888" y="1073"/>
                    </a:lnTo>
                    <a:lnTo>
                      <a:pt x="1601" y="1375"/>
                    </a:lnTo>
                    <a:lnTo>
                      <a:pt x="1345" y="1692"/>
                    </a:lnTo>
                    <a:lnTo>
                      <a:pt x="1103" y="2025"/>
                    </a:lnTo>
                    <a:lnTo>
                      <a:pt x="891" y="2342"/>
                    </a:lnTo>
                    <a:lnTo>
                      <a:pt x="710" y="2689"/>
                    </a:lnTo>
                    <a:lnTo>
                      <a:pt x="544" y="3022"/>
                    </a:lnTo>
                    <a:lnTo>
                      <a:pt x="408" y="3369"/>
                    </a:lnTo>
                    <a:lnTo>
                      <a:pt x="287" y="3717"/>
                    </a:lnTo>
                    <a:lnTo>
                      <a:pt x="196" y="4064"/>
                    </a:lnTo>
                    <a:lnTo>
                      <a:pt x="121" y="4427"/>
                    </a:lnTo>
                    <a:lnTo>
                      <a:pt x="61" y="4789"/>
                    </a:lnTo>
                    <a:lnTo>
                      <a:pt x="15" y="5152"/>
                    </a:lnTo>
                    <a:lnTo>
                      <a:pt x="0" y="5529"/>
                    </a:lnTo>
                    <a:lnTo>
                      <a:pt x="0" y="5892"/>
                    </a:lnTo>
                    <a:lnTo>
                      <a:pt x="15" y="6270"/>
                    </a:lnTo>
                    <a:lnTo>
                      <a:pt x="61" y="6647"/>
                    </a:lnTo>
                    <a:lnTo>
                      <a:pt x="106" y="7025"/>
                    </a:lnTo>
                    <a:lnTo>
                      <a:pt x="166" y="7403"/>
                    </a:lnTo>
                    <a:lnTo>
                      <a:pt x="257" y="7780"/>
                    </a:lnTo>
                    <a:lnTo>
                      <a:pt x="348" y="8158"/>
                    </a:lnTo>
                    <a:lnTo>
                      <a:pt x="468" y="8535"/>
                    </a:lnTo>
                    <a:lnTo>
                      <a:pt x="589" y="8928"/>
                    </a:lnTo>
                    <a:lnTo>
                      <a:pt x="725" y="9306"/>
                    </a:lnTo>
                    <a:lnTo>
                      <a:pt x="876" y="9684"/>
                    </a:lnTo>
                    <a:lnTo>
                      <a:pt x="1042" y="10076"/>
                    </a:lnTo>
                    <a:lnTo>
                      <a:pt x="1209" y="10454"/>
                    </a:lnTo>
                    <a:lnTo>
                      <a:pt x="1390" y="10832"/>
                    </a:lnTo>
                    <a:lnTo>
                      <a:pt x="1586" y="11209"/>
                    </a:lnTo>
                    <a:lnTo>
                      <a:pt x="1994" y="11965"/>
                    </a:lnTo>
                    <a:lnTo>
                      <a:pt x="2447" y="12705"/>
                    </a:lnTo>
                    <a:lnTo>
                      <a:pt x="2749" y="13173"/>
                    </a:lnTo>
                    <a:lnTo>
                      <a:pt x="3051" y="13641"/>
                    </a:lnTo>
                    <a:lnTo>
                      <a:pt x="3369" y="14110"/>
                    </a:lnTo>
                    <a:lnTo>
                      <a:pt x="3701" y="14563"/>
                    </a:lnTo>
                    <a:lnTo>
                      <a:pt x="4381" y="15454"/>
                    </a:lnTo>
                    <a:lnTo>
                      <a:pt x="5061" y="16315"/>
                    </a:lnTo>
                    <a:lnTo>
                      <a:pt x="5755" y="17131"/>
                    </a:lnTo>
                    <a:lnTo>
                      <a:pt x="6450" y="17901"/>
                    </a:lnTo>
                    <a:lnTo>
                      <a:pt x="7115" y="18626"/>
                    </a:lnTo>
                    <a:lnTo>
                      <a:pt x="7765" y="19291"/>
                    </a:lnTo>
                    <a:lnTo>
                      <a:pt x="8369" y="19895"/>
                    </a:lnTo>
                    <a:lnTo>
                      <a:pt x="8928" y="20439"/>
                    </a:lnTo>
                    <a:lnTo>
                      <a:pt x="9426" y="20907"/>
                    </a:lnTo>
                    <a:lnTo>
                      <a:pt x="9864" y="21315"/>
                    </a:lnTo>
                    <a:lnTo>
                      <a:pt x="10484" y="21859"/>
                    </a:lnTo>
                    <a:lnTo>
                      <a:pt x="10710" y="22055"/>
                    </a:lnTo>
                    <a:lnTo>
                      <a:pt x="10831" y="21995"/>
                    </a:lnTo>
                    <a:lnTo>
                      <a:pt x="11163" y="21814"/>
                    </a:lnTo>
                    <a:lnTo>
                      <a:pt x="11692" y="21511"/>
                    </a:lnTo>
                    <a:lnTo>
                      <a:pt x="12357" y="21104"/>
                    </a:lnTo>
                    <a:lnTo>
                      <a:pt x="12734" y="20847"/>
                    </a:lnTo>
                    <a:lnTo>
                      <a:pt x="13127" y="20575"/>
                    </a:lnTo>
                    <a:lnTo>
                      <a:pt x="13535" y="20273"/>
                    </a:lnTo>
                    <a:lnTo>
                      <a:pt x="13973" y="19940"/>
                    </a:lnTo>
                    <a:lnTo>
                      <a:pt x="14411" y="19578"/>
                    </a:lnTo>
                    <a:lnTo>
                      <a:pt x="14849" y="19200"/>
                    </a:lnTo>
                    <a:lnTo>
                      <a:pt x="15272" y="18777"/>
                    </a:lnTo>
                    <a:lnTo>
                      <a:pt x="15710" y="18339"/>
                    </a:lnTo>
                    <a:lnTo>
                      <a:pt x="16133" y="17886"/>
                    </a:lnTo>
                    <a:lnTo>
                      <a:pt x="16541" y="17403"/>
                    </a:lnTo>
                    <a:lnTo>
                      <a:pt x="16919" y="16889"/>
                    </a:lnTo>
                    <a:lnTo>
                      <a:pt x="17115" y="16617"/>
                    </a:lnTo>
                    <a:lnTo>
                      <a:pt x="17281" y="16345"/>
                    </a:lnTo>
                    <a:lnTo>
                      <a:pt x="17463" y="16073"/>
                    </a:lnTo>
                    <a:lnTo>
                      <a:pt x="17614" y="15786"/>
                    </a:lnTo>
                    <a:lnTo>
                      <a:pt x="17765" y="15499"/>
                    </a:lnTo>
                    <a:lnTo>
                      <a:pt x="17916" y="15212"/>
                    </a:lnTo>
                    <a:lnTo>
                      <a:pt x="18052" y="14910"/>
                    </a:lnTo>
                    <a:lnTo>
                      <a:pt x="18173" y="14593"/>
                    </a:lnTo>
                    <a:lnTo>
                      <a:pt x="18293" y="14291"/>
                    </a:lnTo>
                    <a:lnTo>
                      <a:pt x="18399" y="13974"/>
                    </a:lnTo>
                    <a:lnTo>
                      <a:pt x="18490" y="13641"/>
                    </a:lnTo>
                    <a:lnTo>
                      <a:pt x="18565" y="13309"/>
                    </a:lnTo>
                    <a:lnTo>
                      <a:pt x="18626" y="12977"/>
                    </a:lnTo>
                    <a:lnTo>
                      <a:pt x="18686" y="12644"/>
                    </a:lnTo>
                    <a:lnTo>
                      <a:pt x="18716" y="12297"/>
                    </a:lnTo>
                    <a:lnTo>
                      <a:pt x="18747" y="11949"/>
                    </a:lnTo>
                    <a:lnTo>
                      <a:pt x="18747" y="11587"/>
                    </a:lnTo>
                    <a:lnTo>
                      <a:pt x="18747" y="11224"/>
                    </a:lnTo>
                    <a:lnTo>
                      <a:pt x="18716" y="10862"/>
                    </a:lnTo>
                    <a:lnTo>
                      <a:pt x="18671" y="10484"/>
                    </a:lnTo>
                    <a:lnTo>
                      <a:pt x="18611" y="10106"/>
                    </a:lnTo>
                    <a:lnTo>
                      <a:pt x="18535" y="9729"/>
                    </a:lnTo>
                    <a:lnTo>
                      <a:pt x="18444" y="9336"/>
                    </a:lnTo>
                    <a:lnTo>
                      <a:pt x="18324" y="8943"/>
                    </a:lnTo>
                    <a:lnTo>
                      <a:pt x="18188" y="8551"/>
                    </a:lnTo>
                    <a:lnTo>
                      <a:pt x="18021" y="8143"/>
                    </a:lnTo>
                    <a:lnTo>
                      <a:pt x="17840" y="7720"/>
                    </a:lnTo>
                    <a:lnTo>
                      <a:pt x="17659" y="7312"/>
                    </a:lnTo>
                    <a:lnTo>
                      <a:pt x="17463" y="6904"/>
                    </a:lnTo>
                    <a:lnTo>
                      <a:pt x="17266" y="6526"/>
                    </a:lnTo>
                    <a:lnTo>
                      <a:pt x="17070" y="6149"/>
                    </a:lnTo>
                    <a:lnTo>
                      <a:pt x="16858" y="5786"/>
                    </a:lnTo>
                    <a:lnTo>
                      <a:pt x="16647" y="5454"/>
                    </a:lnTo>
                    <a:lnTo>
                      <a:pt x="16435" y="5122"/>
                    </a:lnTo>
                    <a:lnTo>
                      <a:pt x="16224" y="4789"/>
                    </a:lnTo>
                    <a:lnTo>
                      <a:pt x="15997" y="4487"/>
                    </a:lnTo>
                    <a:lnTo>
                      <a:pt x="15771" y="4200"/>
                    </a:lnTo>
                    <a:lnTo>
                      <a:pt x="15544" y="3913"/>
                    </a:lnTo>
                    <a:lnTo>
                      <a:pt x="15317" y="3641"/>
                    </a:lnTo>
                    <a:lnTo>
                      <a:pt x="15076" y="3384"/>
                    </a:lnTo>
                    <a:lnTo>
                      <a:pt x="14849" y="3143"/>
                    </a:lnTo>
                    <a:lnTo>
                      <a:pt x="14608" y="2916"/>
                    </a:lnTo>
                    <a:lnTo>
                      <a:pt x="14608" y="2901"/>
                    </a:lnTo>
                    <a:lnTo>
                      <a:pt x="14351" y="2674"/>
                    </a:lnTo>
                    <a:lnTo>
                      <a:pt x="14094" y="2448"/>
                    </a:lnTo>
                    <a:lnTo>
                      <a:pt x="13822" y="2236"/>
                    </a:lnTo>
                    <a:lnTo>
                      <a:pt x="13565" y="2025"/>
                    </a:lnTo>
                    <a:lnTo>
                      <a:pt x="13293" y="1844"/>
                    </a:lnTo>
                    <a:lnTo>
                      <a:pt x="13036" y="1662"/>
                    </a:lnTo>
                    <a:lnTo>
                      <a:pt x="12765" y="1496"/>
                    </a:lnTo>
                    <a:lnTo>
                      <a:pt x="12493" y="1330"/>
                    </a:lnTo>
                    <a:lnTo>
                      <a:pt x="12221" y="1194"/>
                    </a:lnTo>
                    <a:lnTo>
                      <a:pt x="11949" y="1043"/>
                    </a:lnTo>
                    <a:lnTo>
                      <a:pt x="11405" y="801"/>
                    </a:lnTo>
                    <a:lnTo>
                      <a:pt x="10861" y="590"/>
                    </a:lnTo>
                    <a:lnTo>
                      <a:pt x="10317" y="424"/>
                    </a:lnTo>
                    <a:lnTo>
                      <a:pt x="9774" y="288"/>
                    </a:lnTo>
                    <a:lnTo>
                      <a:pt x="9245" y="167"/>
                    </a:lnTo>
                    <a:lnTo>
                      <a:pt x="8701" y="91"/>
                    </a:lnTo>
                    <a:lnTo>
                      <a:pt x="8187" y="31"/>
                    </a:lnTo>
                    <a:lnTo>
                      <a:pt x="76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23"/>
              <p:cNvSpPr/>
              <p:nvPr/>
            </p:nvSpPr>
            <p:spPr>
              <a:xfrm>
                <a:off x="7928127" y="1937459"/>
                <a:ext cx="17" cy="287"/>
              </a:xfrm>
              <a:custGeom>
                <a:avLst/>
                <a:gdLst/>
                <a:ahLst/>
                <a:cxnLst/>
                <a:rect l="l" t="t" r="r" b="b"/>
                <a:pathLst>
                  <a:path w="1" h="17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6"/>
                    </a:ln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86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23"/>
              <p:cNvSpPr/>
              <p:nvPr/>
            </p:nvSpPr>
            <p:spPr>
              <a:xfrm>
                <a:off x="7585597" y="1826176"/>
                <a:ext cx="275642" cy="243237"/>
              </a:xfrm>
              <a:custGeom>
                <a:avLst/>
                <a:gdLst/>
                <a:ahLst/>
                <a:cxnLst/>
                <a:rect l="l" t="t" r="r" b="b"/>
                <a:pathLst>
                  <a:path w="16315" h="14397" extrusionOk="0">
                    <a:moveTo>
                      <a:pt x="4774" y="1"/>
                    </a:moveTo>
                    <a:lnTo>
                      <a:pt x="4351" y="16"/>
                    </a:lnTo>
                    <a:lnTo>
                      <a:pt x="3958" y="46"/>
                    </a:lnTo>
                    <a:lnTo>
                      <a:pt x="3596" y="106"/>
                    </a:lnTo>
                    <a:lnTo>
                      <a:pt x="3248" y="167"/>
                    </a:lnTo>
                    <a:lnTo>
                      <a:pt x="2916" y="258"/>
                    </a:lnTo>
                    <a:lnTo>
                      <a:pt x="2614" y="348"/>
                    </a:lnTo>
                    <a:lnTo>
                      <a:pt x="2327" y="454"/>
                    </a:lnTo>
                    <a:lnTo>
                      <a:pt x="2055" y="575"/>
                    </a:lnTo>
                    <a:lnTo>
                      <a:pt x="1813" y="711"/>
                    </a:lnTo>
                    <a:lnTo>
                      <a:pt x="1586" y="847"/>
                    </a:lnTo>
                    <a:lnTo>
                      <a:pt x="1375" y="1013"/>
                    </a:lnTo>
                    <a:lnTo>
                      <a:pt x="1179" y="1179"/>
                    </a:lnTo>
                    <a:lnTo>
                      <a:pt x="997" y="1345"/>
                    </a:lnTo>
                    <a:lnTo>
                      <a:pt x="846" y="1526"/>
                    </a:lnTo>
                    <a:lnTo>
                      <a:pt x="695" y="1723"/>
                    </a:lnTo>
                    <a:lnTo>
                      <a:pt x="559" y="1934"/>
                    </a:lnTo>
                    <a:lnTo>
                      <a:pt x="454" y="2146"/>
                    </a:lnTo>
                    <a:lnTo>
                      <a:pt x="348" y="2357"/>
                    </a:lnTo>
                    <a:lnTo>
                      <a:pt x="257" y="2584"/>
                    </a:lnTo>
                    <a:lnTo>
                      <a:pt x="182" y="2826"/>
                    </a:lnTo>
                    <a:lnTo>
                      <a:pt x="121" y="3052"/>
                    </a:lnTo>
                    <a:lnTo>
                      <a:pt x="76" y="3309"/>
                    </a:lnTo>
                    <a:lnTo>
                      <a:pt x="46" y="3551"/>
                    </a:lnTo>
                    <a:lnTo>
                      <a:pt x="15" y="3807"/>
                    </a:lnTo>
                    <a:lnTo>
                      <a:pt x="0" y="4064"/>
                    </a:lnTo>
                    <a:lnTo>
                      <a:pt x="0" y="4321"/>
                    </a:lnTo>
                    <a:lnTo>
                      <a:pt x="0" y="4593"/>
                    </a:lnTo>
                    <a:lnTo>
                      <a:pt x="31" y="5122"/>
                    </a:lnTo>
                    <a:lnTo>
                      <a:pt x="106" y="5665"/>
                    </a:lnTo>
                    <a:lnTo>
                      <a:pt x="197" y="6209"/>
                    </a:lnTo>
                    <a:lnTo>
                      <a:pt x="333" y="6753"/>
                    </a:lnTo>
                    <a:lnTo>
                      <a:pt x="469" y="7297"/>
                    </a:lnTo>
                    <a:lnTo>
                      <a:pt x="635" y="7826"/>
                    </a:lnTo>
                    <a:lnTo>
                      <a:pt x="801" y="8339"/>
                    </a:lnTo>
                    <a:lnTo>
                      <a:pt x="997" y="8823"/>
                    </a:lnTo>
                    <a:lnTo>
                      <a:pt x="1179" y="9306"/>
                    </a:lnTo>
                    <a:lnTo>
                      <a:pt x="1375" y="9744"/>
                    </a:lnTo>
                    <a:lnTo>
                      <a:pt x="1556" y="10167"/>
                    </a:lnTo>
                    <a:lnTo>
                      <a:pt x="1904" y="10892"/>
                    </a:lnTo>
                    <a:lnTo>
                      <a:pt x="2191" y="11451"/>
                    </a:lnTo>
                    <a:lnTo>
                      <a:pt x="2463" y="11934"/>
                    </a:lnTo>
                    <a:lnTo>
                      <a:pt x="2991" y="12086"/>
                    </a:lnTo>
                    <a:lnTo>
                      <a:pt x="4411" y="12463"/>
                    </a:lnTo>
                    <a:lnTo>
                      <a:pt x="5363" y="12720"/>
                    </a:lnTo>
                    <a:lnTo>
                      <a:pt x="6435" y="12977"/>
                    </a:lnTo>
                    <a:lnTo>
                      <a:pt x="7599" y="13264"/>
                    </a:lnTo>
                    <a:lnTo>
                      <a:pt x="8822" y="13521"/>
                    </a:lnTo>
                    <a:lnTo>
                      <a:pt x="10046" y="13777"/>
                    </a:lnTo>
                    <a:lnTo>
                      <a:pt x="11254" y="14004"/>
                    </a:lnTo>
                    <a:lnTo>
                      <a:pt x="11843" y="14110"/>
                    </a:lnTo>
                    <a:lnTo>
                      <a:pt x="12417" y="14200"/>
                    </a:lnTo>
                    <a:lnTo>
                      <a:pt x="12976" y="14276"/>
                    </a:lnTo>
                    <a:lnTo>
                      <a:pt x="13505" y="14336"/>
                    </a:lnTo>
                    <a:lnTo>
                      <a:pt x="14004" y="14367"/>
                    </a:lnTo>
                    <a:lnTo>
                      <a:pt x="14472" y="14397"/>
                    </a:lnTo>
                    <a:lnTo>
                      <a:pt x="14895" y="14397"/>
                    </a:lnTo>
                    <a:lnTo>
                      <a:pt x="15288" y="14382"/>
                    </a:lnTo>
                    <a:lnTo>
                      <a:pt x="15620" y="14351"/>
                    </a:lnTo>
                    <a:lnTo>
                      <a:pt x="15907" y="14291"/>
                    </a:lnTo>
                    <a:lnTo>
                      <a:pt x="16028" y="14246"/>
                    </a:lnTo>
                    <a:lnTo>
                      <a:pt x="16133" y="14200"/>
                    </a:lnTo>
                    <a:lnTo>
                      <a:pt x="16239" y="14140"/>
                    </a:lnTo>
                    <a:lnTo>
                      <a:pt x="16315" y="14079"/>
                    </a:lnTo>
                    <a:lnTo>
                      <a:pt x="16285" y="13913"/>
                    </a:lnTo>
                    <a:lnTo>
                      <a:pt x="16179" y="13445"/>
                    </a:lnTo>
                    <a:lnTo>
                      <a:pt x="15998" y="12735"/>
                    </a:lnTo>
                    <a:lnTo>
                      <a:pt x="15726" y="11798"/>
                    </a:lnTo>
                    <a:lnTo>
                      <a:pt x="15559" y="11255"/>
                    </a:lnTo>
                    <a:lnTo>
                      <a:pt x="15378" y="10681"/>
                    </a:lnTo>
                    <a:lnTo>
                      <a:pt x="15167" y="10076"/>
                    </a:lnTo>
                    <a:lnTo>
                      <a:pt x="14925" y="9457"/>
                    </a:lnTo>
                    <a:lnTo>
                      <a:pt x="14668" y="8808"/>
                    </a:lnTo>
                    <a:lnTo>
                      <a:pt x="14396" y="8143"/>
                    </a:lnTo>
                    <a:lnTo>
                      <a:pt x="14079" y="7478"/>
                    </a:lnTo>
                    <a:lnTo>
                      <a:pt x="13747" y="6798"/>
                    </a:lnTo>
                    <a:lnTo>
                      <a:pt x="13384" y="6119"/>
                    </a:lnTo>
                    <a:lnTo>
                      <a:pt x="13007" y="5454"/>
                    </a:lnTo>
                    <a:lnTo>
                      <a:pt x="12584" y="4804"/>
                    </a:lnTo>
                    <a:lnTo>
                      <a:pt x="12372" y="4487"/>
                    </a:lnTo>
                    <a:lnTo>
                      <a:pt x="12146" y="4170"/>
                    </a:lnTo>
                    <a:lnTo>
                      <a:pt x="11904" y="3868"/>
                    </a:lnTo>
                    <a:lnTo>
                      <a:pt x="11662" y="3566"/>
                    </a:lnTo>
                    <a:lnTo>
                      <a:pt x="11420" y="3264"/>
                    </a:lnTo>
                    <a:lnTo>
                      <a:pt x="11164" y="2977"/>
                    </a:lnTo>
                    <a:lnTo>
                      <a:pt x="10907" y="2705"/>
                    </a:lnTo>
                    <a:lnTo>
                      <a:pt x="10635" y="2433"/>
                    </a:lnTo>
                    <a:lnTo>
                      <a:pt x="10348" y="2176"/>
                    </a:lnTo>
                    <a:lnTo>
                      <a:pt x="10061" y="1934"/>
                    </a:lnTo>
                    <a:lnTo>
                      <a:pt x="9774" y="1693"/>
                    </a:lnTo>
                    <a:lnTo>
                      <a:pt x="9472" y="1466"/>
                    </a:lnTo>
                    <a:lnTo>
                      <a:pt x="9155" y="1255"/>
                    </a:lnTo>
                    <a:lnTo>
                      <a:pt x="8837" y="1058"/>
                    </a:lnTo>
                    <a:lnTo>
                      <a:pt x="8505" y="877"/>
                    </a:lnTo>
                    <a:lnTo>
                      <a:pt x="8173" y="711"/>
                    </a:lnTo>
                    <a:lnTo>
                      <a:pt x="7825" y="560"/>
                    </a:lnTo>
                    <a:lnTo>
                      <a:pt x="7478" y="424"/>
                    </a:lnTo>
                    <a:lnTo>
                      <a:pt x="7115" y="303"/>
                    </a:lnTo>
                    <a:lnTo>
                      <a:pt x="6753" y="212"/>
                    </a:lnTo>
                    <a:lnTo>
                      <a:pt x="6375" y="122"/>
                    </a:lnTo>
                    <a:lnTo>
                      <a:pt x="5982" y="61"/>
                    </a:lnTo>
                    <a:lnTo>
                      <a:pt x="5590" y="16"/>
                    </a:lnTo>
                    <a:lnTo>
                      <a:pt x="518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23"/>
              <p:cNvSpPr/>
              <p:nvPr/>
            </p:nvSpPr>
            <p:spPr>
              <a:xfrm>
                <a:off x="7610604" y="1976001"/>
                <a:ext cx="60248" cy="74034"/>
              </a:xfrm>
              <a:custGeom>
                <a:avLst/>
                <a:gdLst/>
                <a:ahLst/>
                <a:cxnLst/>
                <a:rect l="l" t="t" r="r" b="b"/>
                <a:pathLst>
                  <a:path w="3566" h="4382" extrusionOk="0">
                    <a:moveTo>
                      <a:pt x="3566" y="1"/>
                    </a:moveTo>
                    <a:lnTo>
                      <a:pt x="3400" y="46"/>
                    </a:lnTo>
                    <a:lnTo>
                      <a:pt x="3203" y="92"/>
                    </a:lnTo>
                    <a:lnTo>
                      <a:pt x="2962" y="182"/>
                    </a:lnTo>
                    <a:lnTo>
                      <a:pt x="2674" y="288"/>
                    </a:lnTo>
                    <a:lnTo>
                      <a:pt x="2342" y="439"/>
                    </a:lnTo>
                    <a:lnTo>
                      <a:pt x="2010" y="620"/>
                    </a:lnTo>
                    <a:lnTo>
                      <a:pt x="1647" y="847"/>
                    </a:lnTo>
                    <a:lnTo>
                      <a:pt x="1481" y="968"/>
                    </a:lnTo>
                    <a:lnTo>
                      <a:pt x="1315" y="1104"/>
                    </a:lnTo>
                    <a:lnTo>
                      <a:pt x="1149" y="1255"/>
                    </a:lnTo>
                    <a:lnTo>
                      <a:pt x="983" y="1421"/>
                    </a:lnTo>
                    <a:lnTo>
                      <a:pt x="832" y="1587"/>
                    </a:lnTo>
                    <a:lnTo>
                      <a:pt x="681" y="1768"/>
                    </a:lnTo>
                    <a:lnTo>
                      <a:pt x="545" y="1965"/>
                    </a:lnTo>
                    <a:lnTo>
                      <a:pt x="424" y="2176"/>
                    </a:lnTo>
                    <a:lnTo>
                      <a:pt x="303" y="2403"/>
                    </a:lnTo>
                    <a:lnTo>
                      <a:pt x="212" y="2644"/>
                    </a:lnTo>
                    <a:lnTo>
                      <a:pt x="122" y="2901"/>
                    </a:lnTo>
                    <a:lnTo>
                      <a:pt x="61" y="3158"/>
                    </a:lnTo>
                    <a:lnTo>
                      <a:pt x="16" y="3445"/>
                    </a:lnTo>
                    <a:lnTo>
                      <a:pt x="1" y="3747"/>
                    </a:lnTo>
                    <a:lnTo>
                      <a:pt x="1" y="4049"/>
                    </a:lnTo>
                    <a:lnTo>
                      <a:pt x="16" y="4382"/>
                    </a:lnTo>
                    <a:lnTo>
                      <a:pt x="167" y="4291"/>
                    </a:lnTo>
                    <a:lnTo>
                      <a:pt x="545" y="4034"/>
                    </a:lnTo>
                    <a:lnTo>
                      <a:pt x="801" y="3853"/>
                    </a:lnTo>
                    <a:lnTo>
                      <a:pt x="1073" y="3641"/>
                    </a:lnTo>
                    <a:lnTo>
                      <a:pt x="1390" y="3385"/>
                    </a:lnTo>
                    <a:lnTo>
                      <a:pt x="1708" y="3098"/>
                    </a:lnTo>
                    <a:lnTo>
                      <a:pt x="2025" y="2796"/>
                    </a:lnTo>
                    <a:lnTo>
                      <a:pt x="2342" y="2448"/>
                    </a:lnTo>
                    <a:lnTo>
                      <a:pt x="2644" y="2086"/>
                    </a:lnTo>
                    <a:lnTo>
                      <a:pt x="2780" y="1904"/>
                    </a:lnTo>
                    <a:lnTo>
                      <a:pt x="2916" y="1708"/>
                    </a:lnTo>
                    <a:lnTo>
                      <a:pt x="3037" y="1512"/>
                    </a:lnTo>
                    <a:lnTo>
                      <a:pt x="3158" y="1300"/>
                    </a:lnTo>
                    <a:lnTo>
                      <a:pt x="3249" y="1104"/>
                    </a:lnTo>
                    <a:lnTo>
                      <a:pt x="3339" y="892"/>
                    </a:lnTo>
                    <a:lnTo>
                      <a:pt x="3430" y="666"/>
                    </a:lnTo>
                    <a:lnTo>
                      <a:pt x="3490" y="454"/>
                    </a:lnTo>
                    <a:lnTo>
                      <a:pt x="3536" y="228"/>
                    </a:lnTo>
                    <a:lnTo>
                      <a:pt x="3566" y="1"/>
                    </a:lnTo>
                    <a:close/>
                  </a:path>
                </a:pathLst>
              </a:custGeom>
              <a:solidFill>
                <a:srgbClr val="2C2A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3"/>
              <p:cNvSpPr/>
              <p:nvPr/>
            </p:nvSpPr>
            <p:spPr>
              <a:xfrm>
                <a:off x="7598101" y="2213385"/>
                <a:ext cx="280491" cy="245282"/>
              </a:xfrm>
              <a:custGeom>
                <a:avLst/>
                <a:gdLst/>
                <a:ahLst/>
                <a:cxnLst/>
                <a:rect l="l" t="t" r="r" b="b"/>
                <a:pathLst>
                  <a:path w="16602" h="14518" extrusionOk="0">
                    <a:moveTo>
                      <a:pt x="16602" y="0"/>
                    </a:moveTo>
                    <a:lnTo>
                      <a:pt x="16481" y="242"/>
                    </a:lnTo>
                    <a:lnTo>
                      <a:pt x="16345" y="484"/>
                    </a:lnTo>
                    <a:lnTo>
                      <a:pt x="16194" y="726"/>
                    </a:lnTo>
                    <a:lnTo>
                      <a:pt x="16028" y="952"/>
                    </a:lnTo>
                    <a:lnTo>
                      <a:pt x="15847" y="1194"/>
                    </a:lnTo>
                    <a:lnTo>
                      <a:pt x="15650" y="1420"/>
                    </a:lnTo>
                    <a:lnTo>
                      <a:pt x="15439" y="1647"/>
                    </a:lnTo>
                    <a:lnTo>
                      <a:pt x="15227" y="1874"/>
                    </a:lnTo>
                    <a:lnTo>
                      <a:pt x="15001" y="2100"/>
                    </a:lnTo>
                    <a:lnTo>
                      <a:pt x="14759" y="2327"/>
                    </a:lnTo>
                    <a:lnTo>
                      <a:pt x="14245" y="2780"/>
                    </a:lnTo>
                    <a:lnTo>
                      <a:pt x="13687" y="3203"/>
                    </a:lnTo>
                    <a:lnTo>
                      <a:pt x="13097" y="3641"/>
                    </a:lnTo>
                    <a:lnTo>
                      <a:pt x="12493" y="4049"/>
                    </a:lnTo>
                    <a:lnTo>
                      <a:pt x="11844" y="4457"/>
                    </a:lnTo>
                    <a:lnTo>
                      <a:pt x="11194" y="4849"/>
                    </a:lnTo>
                    <a:lnTo>
                      <a:pt x="10514" y="5242"/>
                    </a:lnTo>
                    <a:lnTo>
                      <a:pt x="9819" y="5605"/>
                    </a:lnTo>
                    <a:lnTo>
                      <a:pt x="9125" y="5967"/>
                    </a:lnTo>
                    <a:lnTo>
                      <a:pt x="8415" y="6315"/>
                    </a:lnTo>
                    <a:lnTo>
                      <a:pt x="7720" y="6647"/>
                    </a:lnTo>
                    <a:lnTo>
                      <a:pt x="7025" y="6964"/>
                    </a:lnTo>
                    <a:lnTo>
                      <a:pt x="6330" y="7282"/>
                    </a:lnTo>
                    <a:lnTo>
                      <a:pt x="5001" y="7840"/>
                    </a:lnTo>
                    <a:lnTo>
                      <a:pt x="3762" y="8339"/>
                    </a:lnTo>
                    <a:lnTo>
                      <a:pt x="2644" y="8762"/>
                    </a:lnTo>
                    <a:lnTo>
                      <a:pt x="1677" y="9109"/>
                    </a:lnTo>
                    <a:lnTo>
                      <a:pt x="907" y="9381"/>
                    </a:lnTo>
                    <a:lnTo>
                      <a:pt x="76" y="9668"/>
                    </a:lnTo>
                    <a:lnTo>
                      <a:pt x="31" y="9819"/>
                    </a:lnTo>
                    <a:lnTo>
                      <a:pt x="1" y="9986"/>
                    </a:lnTo>
                    <a:lnTo>
                      <a:pt x="1" y="10167"/>
                    </a:lnTo>
                    <a:lnTo>
                      <a:pt x="16" y="10363"/>
                    </a:lnTo>
                    <a:lnTo>
                      <a:pt x="46" y="10560"/>
                    </a:lnTo>
                    <a:lnTo>
                      <a:pt x="106" y="10771"/>
                    </a:lnTo>
                    <a:lnTo>
                      <a:pt x="167" y="10998"/>
                    </a:lnTo>
                    <a:lnTo>
                      <a:pt x="272" y="11224"/>
                    </a:lnTo>
                    <a:lnTo>
                      <a:pt x="378" y="11451"/>
                    </a:lnTo>
                    <a:lnTo>
                      <a:pt x="514" y="11677"/>
                    </a:lnTo>
                    <a:lnTo>
                      <a:pt x="665" y="11919"/>
                    </a:lnTo>
                    <a:lnTo>
                      <a:pt x="846" y="12146"/>
                    </a:lnTo>
                    <a:lnTo>
                      <a:pt x="1028" y="12372"/>
                    </a:lnTo>
                    <a:lnTo>
                      <a:pt x="1239" y="12599"/>
                    </a:lnTo>
                    <a:lnTo>
                      <a:pt x="1466" y="12825"/>
                    </a:lnTo>
                    <a:lnTo>
                      <a:pt x="1723" y="13037"/>
                    </a:lnTo>
                    <a:lnTo>
                      <a:pt x="1995" y="13248"/>
                    </a:lnTo>
                    <a:lnTo>
                      <a:pt x="2282" y="13445"/>
                    </a:lnTo>
                    <a:lnTo>
                      <a:pt x="2584" y="13626"/>
                    </a:lnTo>
                    <a:lnTo>
                      <a:pt x="2916" y="13807"/>
                    </a:lnTo>
                    <a:lnTo>
                      <a:pt x="3263" y="13958"/>
                    </a:lnTo>
                    <a:lnTo>
                      <a:pt x="3626" y="14094"/>
                    </a:lnTo>
                    <a:lnTo>
                      <a:pt x="4019" y="14230"/>
                    </a:lnTo>
                    <a:lnTo>
                      <a:pt x="4411" y="14321"/>
                    </a:lnTo>
                    <a:lnTo>
                      <a:pt x="4834" y="14412"/>
                    </a:lnTo>
                    <a:lnTo>
                      <a:pt x="5273" y="14472"/>
                    </a:lnTo>
                    <a:lnTo>
                      <a:pt x="5741" y="14502"/>
                    </a:lnTo>
                    <a:lnTo>
                      <a:pt x="6209" y="14517"/>
                    </a:lnTo>
                    <a:lnTo>
                      <a:pt x="6708" y="14502"/>
                    </a:lnTo>
                    <a:lnTo>
                      <a:pt x="7221" y="14457"/>
                    </a:lnTo>
                    <a:lnTo>
                      <a:pt x="7765" y="14381"/>
                    </a:lnTo>
                    <a:lnTo>
                      <a:pt x="8309" y="14276"/>
                    </a:lnTo>
                    <a:lnTo>
                      <a:pt x="8445" y="14245"/>
                    </a:lnTo>
                    <a:lnTo>
                      <a:pt x="8566" y="14200"/>
                    </a:lnTo>
                    <a:lnTo>
                      <a:pt x="8686" y="14155"/>
                    </a:lnTo>
                    <a:lnTo>
                      <a:pt x="8792" y="14094"/>
                    </a:lnTo>
                    <a:lnTo>
                      <a:pt x="8913" y="14019"/>
                    </a:lnTo>
                    <a:lnTo>
                      <a:pt x="9019" y="13943"/>
                    </a:lnTo>
                    <a:lnTo>
                      <a:pt x="9200" y="13777"/>
                    </a:lnTo>
                    <a:lnTo>
                      <a:pt x="9366" y="13581"/>
                    </a:lnTo>
                    <a:lnTo>
                      <a:pt x="9442" y="13475"/>
                    </a:lnTo>
                    <a:lnTo>
                      <a:pt x="9517" y="13369"/>
                    </a:lnTo>
                    <a:lnTo>
                      <a:pt x="9563" y="13248"/>
                    </a:lnTo>
                    <a:lnTo>
                      <a:pt x="9623" y="13128"/>
                    </a:lnTo>
                    <a:lnTo>
                      <a:pt x="9653" y="13007"/>
                    </a:lnTo>
                    <a:lnTo>
                      <a:pt x="9699" y="12886"/>
                    </a:lnTo>
                    <a:lnTo>
                      <a:pt x="11119" y="7780"/>
                    </a:lnTo>
                    <a:lnTo>
                      <a:pt x="11541" y="7478"/>
                    </a:lnTo>
                    <a:lnTo>
                      <a:pt x="11949" y="7161"/>
                    </a:lnTo>
                    <a:lnTo>
                      <a:pt x="12327" y="6843"/>
                    </a:lnTo>
                    <a:lnTo>
                      <a:pt x="12690" y="6526"/>
                    </a:lnTo>
                    <a:lnTo>
                      <a:pt x="13022" y="6194"/>
                    </a:lnTo>
                    <a:lnTo>
                      <a:pt x="13354" y="5877"/>
                    </a:lnTo>
                    <a:lnTo>
                      <a:pt x="13656" y="5544"/>
                    </a:lnTo>
                    <a:lnTo>
                      <a:pt x="13928" y="5212"/>
                    </a:lnTo>
                    <a:lnTo>
                      <a:pt x="14200" y="4880"/>
                    </a:lnTo>
                    <a:lnTo>
                      <a:pt x="14442" y="4562"/>
                    </a:lnTo>
                    <a:lnTo>
                      <a:pt x="14668" y="4230"/>
                    </a:lnTo>
                    <a:lnTo>
                      <a:pt x="14895" y="3913"/>
                    </a:lnTo>
                    <a:lnTo>
                      <a:pt x="15091" y="3596"/>
                    </a:lnTo>
                    <a:lnTo>
                      <a:pt x="15273" y="3294"/>
                    </a:lnTo>
                    <a:lnTo>
                      <a:pt x="15590" y="2689"/>
                    </a:lnTo>
                    <a:lnTo>
                      <a:pt x="15862" y="2130"/>
                    </a:lnTo>
                    <a:lnTo>
                      <a:pt x="16088" y="1617"/>
                    </a:lnTo>
                    <a:lnTo>
                      <a:pt x="16255" y="1164"/>
                    </a:lnTo>
                    <a:lnTo>
                      <a:pt x="16390" y="771"/>
                    </a:lnTo>
                    <a:lnTo>
                      <a:pt x="16496" y="454"/>
                    </a:lnTo>
                    <a:lnTo>
                      <a:pt x="16557" y="212"/>
                    </a:lnTo>
                    <a:lnTo>
                      <a:pt x="16602" y="0"/>
                    </a:lnTo>
                    <a:close/>
                  </a:path>
                </a:pathLst>
              </a:custGeom>
              <a:solidFill>
                <a:srgbClr val="F9B5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23"/>
              <p:cNvSpPr/>
              <p:nvPr/>
            </p:nvSpPr>
            <p:spPr>
              <a:xfrm>
                <a:off x="7565946" y="1973449"/>
                <a:ext cx="311882" cy="385916"/>
              </a:xfrm>
              <a:custGeom>
                <a:avLst/>
                <a:gdLst/>
                <a:ahLst/>
                <a:cxnLst/>
                <a:rect l="l" t="t" r="r" b="b"/>
                <a:pathLst>
                  <a:path w="18460" h="22842" extrusionOk="0">
                    <a:moveTo>
                      <a:pt x="7024" y="1"/>
                    </a:moveTo>
                    <a:lnTo>
                      <a:pt x="6813" y="16"/>
                    </a:lnTo>
                    <a:lnTo>
                      <a:pt x="6602" y="46"/>
                    </a:lnTo>
                    <a:lnTo>
                      <a:pt x="6405" y="92"/>
                    </a:lnTo>
                    <a:lnTo>
                      <a:pt x="6209" y="152"/>
                    </a:lnTo>
                    <a:lnTo>
                      <a:pt x="6012" y="227"/>
                    </a:lnTo>
                    <a:lnTo>
                      <a:pt x="5831" y="318"/>
                    </a:lnTo>
                    <a:lnTo>
                      <a:pt x="5650" y="409"/>
                    </a:lnTo>
                    <a:lnTo>
                      <a:pt x="5469" y="514"/>
                    </a:lnTo>
                    <a:lnTo>
                      <a:pt x="5302" y="635"/>
                    </a:lnTo>
                    <a:lnTo>
                      <a:pt x="5151" y="771"/>
                    </a:lnTo>
                    <a:lnTo>
                      <a:pt x="5000" y="922"/>
                    </a:lnTo>
                    <a:lnTo>
                      <a:pt x="4864" y="1073"/>
                    </a:lnTo>
                    <a:lnTo>
                      <a:pt x="4728" y="1240"/>
                    </a:lnTo>
                    <a:lnTo>
                      <a:pt x="4608" y="1421"/>
                    </a:lnTo>
                    <a:lnTo>
                      <a:pt x="3611" y="3052"/>
                    </a:lnTo>
                    <a:lnTo>
                      <a:pt x="2946" y="4140"/>
                    </a:lnTo>
                    <a:lnTo>
                      <a:pt x="2749" y="4502"/>
                    </a:lnTo>
                    <a:lnTo>
                      <a:pt x="2553" y="4865"/>
                    </a:lnTo>
                    <a:lnTo>
                      <a:pt x="2417" y="5182"/>
                    </a:lnTo>
                    <a:lnTo>
                      <a:pt x="2296" y="5499"/>
                    </a:lnTo>
                    <a:lnTo>
                      <a:pt x="2191" y="5817"/>
                    </a:lnTo>
                    <a:lnTo>
                      <a:pt x="2085" y="6149"/>
                    </a:lnTo>
                    <a:lnTo>
                      <a:pt x="2009" y="6481"/>
                    </a:lnTo>
                    <a:lnTo>
                      <a:pt x="1949" y="6829"/>
                    </a:lnTo>
                    <a:lnTo>
                      <a:pt x="1904" y="7161"/>
                    </a:lnTo>
                    <a:lnTo>
                      <a:pt x="1858" y="7509"/>
                    </a:lnTo>
                    <a:lnTo>
                      <a:pt x="1783" y="8581"/>
                    </a:lnTo>
                    <a:lnTo>
                      <a:pt x="1601" y="8823"/>
                    </a:lnTo>
                    <a:lnTo>
                      <a:pt x="1420" y="9080"/>
                    </a:lnTo>
                    <a:lnTo>
                      <a:pt x="1254" y="9351"/>
                    </a:lnTo>
                    <a:lnTo>
                      <a:pt x="1103" y="9623"/>
                    </a:lnTo>
                    <a:lnTo>
                      <a:pt x="952" y="9895"/>
                    </a:lnTo>
                    <a:lnTo>
                      <a:pt x="831" y="10182"/>
                    </a:lnTo>
                    <a:lnTo>
                      <a:pt x="710" y="10469"/>
                    </a:lnTo>
                    <a:lnTo>
                      <a:pt x="604" y="10756"/>
                    </a:lnTo>
                    <a:lnTo>
                      <a:pt x="529" y="11013"/>
                    </a:lnTo>
                    <a:lnTo>
                      <a:pt x="453" y="11270"/>
                    </a:lnTo>
                    <a:lnTo>
                      <a:pt x="378" y="11527"/>
                    </a:lnTo>
                    <a:lnTo>
                      <a:pt x="333" y="11799"/>
                    </a:lnTo>
                    <a:lnTo>
                      <a:pt x="287" y="12055"/>
                    </a:lnTo>
                    <a:lnTo>
                      <a:pt x="242" y="12327"/>
                    </a:lnTo>
                    <a:lnTo>
                      <a:pt x="227" y="12599"/>
                    </a:lnTo>
                    <a:lnTo>
                      <a:pt x="197" y="12871"/>
                    </a:lnTo>
                    <a:lnTo>
                      <a:pt x="0" y="17675"/>
                    </a:lnTo>
                    <a:lnTo>
                      <a:pt x="0" y="18022"/>
                    </a:lnTo>
                    <a:lnTo>
                      <a:pt x="15" y="18340"/>
                    </a:lnTo>
                    <a:lnTo>
                      <a:pt x="76" y="18672"/>
                    </a:lnTo>
                    <a:lnTo>
                      <a:pt x="151" y="18989"/>
                    </a:lnTo>
                    <a:lnTo>
                      <a:pt x="242" y="19291"/>
                    </a:lnTo>
                    <a:lnTo>
                      <a:pt x="363" y="19593"/>
                    </a:lnTo>
                    <a:lnTo>
                      <a:pt x="514" y="19880"/>
                    </a:lnTo>
                    <a:lnTo>
                      <a:pt x="680" y="20152"/>
                    </a:lnTo>
                    <a:lnTo>
                      <a:pt x="861" y="20409"/>
                    </a:lnTo>
                    <a:lnTo>
                      <a:pt x="1058" y="20651"/>
                    </a:lnTo>
                    <a:lnTo>
                      <a:pt x="1284" y="20892"/>
                    </a:lnTo>
                    <a:lnTo>
                      <a:pt x="1526" y="21104"/>
                    </a:lnTo>
                    <a:lnTo>
                      <a:pt x="1783" y="21300"/>
                    </a:lnTo>
                    <a:lnTo>
                      <a:pt x="2070" y="21466"/>
                    </a:lnTo>
                    <a:lnTo>
                      <a:pt x="2357" y="21618"/>
                    </a:lnTo>
                    <a:lnTo>
                      <a:pt x="2659" y="21753"/>
                    </a:lnTo>
                    <a:lnTo>
                      <a:pt x="3037" y="21889"/>
                    </a:lnTo>
                    <a:lnTo>
                      <a:pt x="3414" y="22025"/>
                    </a:lnTo>
                    <a:lnTo>
                      <a:pt x="3822" y="22161"/>
                    </a:lnTo>
                    <a:lnTo>
                      <a:pt x="4230" y="22282"/>
                    </a:lnTo>
                    <a:lnTo>
                      <a:pt x="4668" y="22388"/>
                    </a:lnTo>
                    <a:lnTo>
                      <a:pt x="5121" y="22494"/>
                    </a:lnTo>
                    <a:lnTo>
                      <a:pt x="5574" y="22599"/>
                    </a:lnTo>
                    <a:lnTo>
                      <a:pt x="6043" y="22675"/>
                    </a:lnTo>
                    <a:lnTo>
                      <a:pt x="6526" y="22735"/>
                    </a:lnTo>
                    <a:lnTo>
                      <a:pt x="7009" y="22796"/>
                    </a:lnTo>
                    <a:lnTo>
                      <a:pt x="7508" y="22826"/>
                    </a:lnTo>
                    <a:lnTo>
                      <a:pt x="8006" y="22841"/>
                    </a:lnTo>
                    <a:lnTo>
                      <a:pt x="8520" y="22826"/>
                    </a:lnTo>
                    <a:lnTo>
                      <a:pt x="9049" y="22796"/>
                    </a:lnTo>
                    <a:lnTo>
                      <a:pt x="9562" y="22750"/>
                    </a:lnTo>
                    <a:lnTo>
                      <a:pt x="10091" y="22660"/>
                    </a:lnTo>
                    <a:lnTo>
                      <a:pt x="10574" y="22554"/>
                    </a:lnTo>
                    <a:lnTo>
                      <a:pt x="11058" y="22433"/>
                    </a:lnTo>
                    <a:lnTo>
                      <a:pt x="11511" y="22267"/>
                    </a:lnTo>
                    <a:lnTo>
                      <a:pt x="11964" y="22086"/>
                    </a:lnTo>
                    <a:lnTo>
                      <a:pt x="12387" y="21874"/>
                    </a:lnTo>
                    <a:lnTo>
                      <a:pt x="12795" y="21648"/>
                    </a:lnTo>
                    <a:lnTo>
                      <a:pt x="13203" y="21406"/>
                    </a:lnTo>
                    <a:lnTo>
                      <a:pt x="13580" y="21134"/>
                    </a:lnTo>
                    <a:lnTo>
                      <a:pt x="13958" y="20862"/>
                    </a:lnTo>
                    <a:lnTo>
                      <a:pt x="14306" y="20575"/>
                    </a:lnTo>
                    <a:lnTo>
                      <a:pt x="14653" y="20273"/>
                    </a:lnTo>
                    <a:lnTo>
                      <a:pt x="14970" y="19971"/>
                    </a:lnTo>
                    <a:lnTo>
                      <a:pt x="15272" y="19654"/>
                    </a:lnTo>
                    <a:lnTo>
                      <a:pt x="15574" y="19337"/>
                    </a:lnTo>
                    <a:lnTo>
                      <a:pt x="15846" y="19019"/>
                    </a:lnTo>
                    <a:lnTo>
                      <a:pt x="16103" y="18702"/>
                    </a:lnTo>
                    <a:lnTo>
                      <a:pt x="16360" y="18385"/>
                    </a:lnTo>
                    <a:lnTo>
                      <a:pt x="16587" y="18083"/>
                    </a:lnTo>
                    <a:lnTo>
                      <a:pt x="16994" y="17478"/>
                    </a:lnTo>
                    <a:lnTo>
                      <a:pt x="17342" y="16935"/>
                    </a:lnTo>
                    <a:lnTo>
                      <a:pt x="17644" y="16451"/>
                    </a:lnTo>
                    <a:lnTo>
                      <a:pt x="17855" y="16028"/>
                    </a:lnTo>
                    <a:lnTo>
                      <a:pt x="18022" y="15726"/>
                    </a:lnTo>
                    <a:lnTo>
                      <a:pt x="18158" y="15454"/>
                    </a:lnTo>
                    <a:lnTo>
                      <a:pt x="18188" y="15258"/>
                    </a:lnTo>
                    <a:lnTo>
                      <a:pt x="18263" y="14714"/>
                    </a:lnTo>
                    <a:lnTo>
                      <a:pt x="18324" y="14336"/>
                    </a:lnTo>
                    <a:lnTo>
                      <a:pt x="18369" y="13898"/>
                    </a:lnTo>
                    <a:lnTo>
                      <a:pt x="18414" y="13385"/>
                    </a:lnTo>
                    <a:lnTo>
                      <a:pt x="18445" y="12826"/>
                    </a:lnTo>
                    <a:lnTo>
                      <a:pt x="18460" y="12222"/>
                    </a:lnTo>
                    <a:lnTo>
                      <a:pt x="18460" y="11572"/>
                    </a:lnTo>
                    <a:lnTo>
                      <a:pt x="18445" y="10892"/>
                    </a:lnTo>
                    <a:lnTo>
                      <a:pt x="18399" y="10197"/>
                    </a:lnTo>
                    <a:lnTo>
                      <a:pt x="18309" y="9472"/>
                    </a:lnTo>
                    <a:lnTo>
                      <a:pt x="18263" y="9095"/>
                    </a:lnTo>
                    <a:lnTo>
                      <a:pt x="18203" y="8732"/>
                    </a:lnTo>
                    <a:lnTo>
                      <a:pt x="18127" y="8354"/>
                    </a:lnTo>
                    <a:lnTo>
                      <a:pt x="18052" y="7992"/>
                    </a:lnTo>
                    <a:lnTo>
                      <a:pt x="17946" y="7614"/>
                    </a:lnTo>
                    <a:lnTo>
                      <a:pt x="17840" y="7252"/>
                    </a:lnTo>
                    <a:lnTo>
                      <a:pt x="17719" y="6844"/>
                    </a:lnTo>
                    <a:lnTo>
                      <a:pt x="17568" y="6451"/>
                    </a:lnTo>
                    <a:lnTo>
                      <a:pt x="17417" y="6058"/>
                    </a:lnTo>
                    <a:lnTo>
                      <a:pt x="17236" y="5681"/>
                    </a:lnTo>
                    <a:lnTo>
                      <a:pt x="17055" y="5288"/>
                    </a:lnTo>
                    <a:lnTo>
                      <a:pt x="16843" y="4925"/>
                    </a:lnTo>
                    <a:lnTo>
                      <a:pt x="16602" y="4563"/>
                    </a:lnTo>
                    <a:lnTo>
                      <a:pt x="16360" y="4200"/>
                    </a:lnTo>
                    <a:lnTo>
                      <a:pt x="16118" y="3898"/>
                    </a:lnTo>
                    <a:lnTo>
                      <a:pt x="15877" y="3611"/>
                    </a:lnTo>
                    <a:lnTo>
                      <a:pt x="15620" y="3324"/>
                    </a:lnTo>
                    <a:lnTo>
                      <a:pt x="15348" y="3067"/>
                    </a:lnTo>
                    <a:lnTo>
                      <a:pt x="15091" y="2811"/>
                    </a:lnTo>
                    <a:lnTo>
                      <a:pt x="14804" y="2584"/>
                    </a:lnTo>
                    <a:lnTo>
                      <a:pt x="14517" y="2357"/>
                    </a:lnTo>
                    <a:lnTo>
                      <a:pt x="14230" y="2161"/>
                    </a:lnTo>
                    <a:lnTo>
                      <a:pt x="13943" y="1965"/>
                    </a:lnTo>
                    <a:lnTo>
                      <a:pt x="13641" y="1783"/>
                    </a:lnTo>
                    <a:lnTo>
                      <a:pt x="13339" y="1617"/>
                    </a:lnTo>
                    <a:lnTo>
                      <a:pt x="13037" y="1451"/>
                    </a:lnTo>
                    <a:lnTo>
                      <a:pt x="12735" y="1300"/>
                    </a:lnTo>
                    <a:lnTo>
                      <a:pt x="12432" y="1164"/>
                    </a:lnTo>
                    <a:lnTo>
                      <a:pt x="12130" y="1043"/>
                    </a:lnTo>
                    <a:lnTo>
                      <a:pt x="11813" y="922"/>
                    </a:lnTo>
                    <a:lnTo>
                      <a:pt x="11209" y="726"/>
                    </a:lnTo>
                    <a:lnTo>
                      <a:pt x="10605" y="545"/>
                    </a:lnTo>
                    <a:lnTo>
                      <a:pt x="10015" y="409"/>
                    </a:lnTo>
                    <a:lnTo>
                      <a:pt x="9441" y="288"/>
                    </a:lnTo>
                    <a:lnTo>
                      <a:pt x="8898" y="197"/>
                    </a:lnTo>
                    <a:lnTo>
                      <a:pt x="8369" y="122"/>
                    </a:lnTo>
                    <a:lnTo>
                      <a:pt x="7886" y="61"/>
                    </a:lnTo>
                    <a:lnTo>
                      <a:pt x="7447" y="16"/>
                    </a:lnTo>
                    <a:lnTo>
                      <a:pt x="7221" y="1"/>
                    </a:lnTo>
                    <a:close/>
                  </a:path>
                </a:pathLst>
              </a:custGeom>
              <a:solidFill>
                <a:srgbClr val="F9B5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23"/>
              <p:cNvSpPr/>
              <p:nvPr/>
            </p:nvSpPr>
            <p:spPr>
              <a:xfrm>
                <a:off x="7700714" y="2064321"/>
                <a:ext cx="89848" cy="46985"/>
              </a:xfrm>
              <a:custGeom>
                <a:avLst/>
                <a:gdLst/>
                <a:ahLst/>
                <a:cxnLst/>
                <a:rect l="l" t="t" r="r" b="b"/>
                <a:pathLst>
                  <a:path w="5318" h="2781" extrusionOk="0">
                    <a:moveTo>
                      <a:pt x="2190" y="1"/>
                    </a:moveTo>
                    <a:lnTo>
                      <a:pt x="1979" y="16"/>
                    </a:lnTo>
                    <a:lnTo>
                      <a:pt x="1556" y="46"/>
                    </a:lnTo>
                    <a:lnTo>
                      <a:pt x="1178" y="106"/>
                    </a:lnTo>
                    <a:lnTo>
                      <a:pt x="846" y="182"/>
                    </a:lnTo>
                    <a:lnTo>
                      <a:pt x="574" y="242"/>
                    </a:lnTo>
                    <a:lnTo>
                      <a:pt x="348" y="303"/>
                    </a:lnTo>
                    <a:lnTo>
                      <a:pt x="166" y="378"/>
                    </a:lnTo>
                    <a:lnTo>
                      <a:pt x="0" y="1285"/>
                    </a:lnTo>
                    <a:lnTo>
                      <a:pt x="302" y="1179"/>
                    </a:lnTo>
                    <a:lnTo>
                      <a:pt x="604" y="1103"/>
                    </a:lnTo>
                    <a:lnTo>
                      <a:pt x="891" y="1043"/>
                    </a:lnTo>
                    <a:lnTo>
                      <a:pt x="1163" y="998"/>
                    </a:lnTo>
                    <a:lnTo>
                      <a:pt x="1435" y="982"/>
                    </a:lnTo>
                    <a:lnTo>
                      <a:pt x="1919" y="982"/>
                    </a:lnTo>
                    <a:lnTo>
                      <a:pt x="2145" y="1013"/>
                    </a:lnTo>
                    <a:lnTo>
                      <a:pt x="2372" y="1043"/>
                    </a:lnTo>
                    <a:lnTo>
                      <a:pt x="2568" y="1103"/>
                    </a:lnTo>
                    <a:lnTo>
                      <a:pt x="2765" y="1164"/>
                    </a:lnTo>
                    <a:lnTo>
                      <a:pt x="2961" y="1224"/>
                    </a:lnTo>
                    <a:lnTo>
                      <a:pt x="3127" y="1315"/>
                    </a:lnTo>
                    <a:lnTo>
                      <a:pt x="3293" y="1390"/>
                    </a:lnTo>
                    <a:lnTo>
                      <a:pt x="3444" y="1481"/>
                    </a:lnTo>
                    <a:lnTo>
                      <a:pt x="3595" y="1587"/>
                    </a:lnTo>
                    <a:lnTo>
                      <a:pt x="3852" y="1783"/>
                    </a:lnTo>
                    <a:lnTo>
                      <a:pt x="4079" y="1995"/>
                    </a:lnTo>
                    <a:lnTo>
                      <a:pt x="4260" y="2191"/>
                    </a:lnTo>
                    <a:lnTo>
                      <a:pt x="4396" y="2387"/>
                    </a:lnTo>
                    <a:lnTo>
                      <a:pt x="4517" y="2538"/>
                    </a:lnTo>
                    <a:lnTo>
                      <a:pt x="4592" y="2674"/>
                    </a:lnTo>
                    <a:lnTo>
                      <a:pt x="4653" y="2780"/>
                    </a:lnTo>
                    <a:lnTo>
                      <a:pt x="5317" y="2282"/>
                    </a:lnTo>
                    <a:lnTo>
                      <a:pt x="5227" y="1964"/>
                    </a:lnTo>
                    <a:lnTo>
                      <a:pt x="5106" y="1677"/>
                    </a:lnTo>
                    <a:lnTo>
                      <a:pt x="4985" y="1421"/>
                    </a:lnTo>
                    <a:lnTo>
                      <a:pt x="4834" y="1194"/>
                    </a:lnTo>
                    <a:lnTo>
                      <a:pt x="4683" y="982"/>
                    </a:lnTo>
                    <a:lnTo>
                      <a:pt x="4502" y="801"/>
                    </a:lnTo>
                    <a:lnTo>
                      <a:pt x="4320" y="635"/>
                    </a:lnTo>
                    <a:lnTo>
                      <a:pt x="4139" y="499"/>
                    </a:lnTo>
                    <a:lnTo>
                      <a:pt x="3928" y="378"/>
                    </a:lnTo>
                    <a:lnTo>
                      <a:pt x="3716" y="288"/>
                    </a:lnTo>
                    <a:lnTo>
                      <a:pt x="3505" y="197"/>
                    </a:lnTo>
                    <a:lnTo>
                      <a:pt x="3293" y="137"/>
                    </a:lnTo>
                    <a:lnTo>
                      <a:pt x="3067" y="76"/>
                    </a:lnTo>
                    <a:lnTo>
                      <a:pt x="2855" y="46"/>
                    </a:lnTo>
                    <a:lnTo>
                      <a:pt x="2629" y="16"/>
                    </a:lnTo>
                    <a:lnTo>
                      <a:pt x="2402" y="16"/>
                    </a:lnTo>
                    <a:lnTo>
                      <a:pt x="2190" y="1"/>
                    </a:lnTo>
                    <a:close/>
                  </a:path>
                </a:pathLst>
              </a:custGeom>
              <a:solidFill>
                <a:srgbClr val="2C2A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23"/>
              <p:cNvSpPr/>
              <p:nvPr/>
            </p:nvSpPr>
            <p:spPr>
              <a:xfrm>
                <a:off x="7576152" y="2055636"/>
                <a:ext cx="79643" cy="124820"/>
              </a:xfrm>
              <a:custGeom>
                <a:avLst/>
                <a:gdLst/>
                <a:ahLst/>
                <a:cxnLst/>
                <a:rect l="l" t="t" r="r" b="b"/>
                <a:pathLst>
                  <a:path w="4714" h="7388" extrusionOk="0">
                    <a:moveTo>
                      <a:pt x="1949" y="1"/>
                    </a:moveTo>
                    <a:lnTo>
                      <a:pt x="1813" y="318"/>
                    </a:lnTo>
                    <a:lnTo>
                      <a:pt x="1692" y="635"/>
                    </a:lnTo>
                    <a:lnTo>
                      <a:pt x="1587" y="953"/>
                    </a:lnTo>
                    <a:lnTo>
                      <a:pt x="1481" y="1285"/>
                    </a:lnTo>
                    <a:lnTo>
                      <a:pt x="1405" y="1617"/>
                    </a:lnTo>
                    <a:lnTo>
                      <a:pt x="1345" y="1965"/>
                    </a:lnTo>
                    <a:lnTo>
                      <a:pt x="1300" y="2297"/>
                    </a:lnTo>
                    <a:lnTo>
                      <a:pt x="1254" y="2645"/>
                    </a:lnTo>
                    <a:lnTo>
                      <a:pt x="1179" y="3717"/>
                    </a:lnTo>
                    <a:lnTo>
                      <a:pt x="997" y="3959"/>
                    </a:lnTo>
                    <a:lnTo>
                      <a:pt x="816" y="4216"/>
                    </a:lnTo>
                    <a:lnTo>
                      <a:pt x="650" y="4487"/>
                    </a:lnTo>
                    <a:lnTo>
                      <a:pt x="499" y="4759"/>
                    </a:lnTo>
                    <a:lnTo>
                      <a:pt x="363" y="5031"/>
                    </a:lnTo>
                    <a:lnTo>
                      <a:pt x="227" y="5318"/>
                    </a:lnTo>
                    <a:lnTo>
                      <a:pt x="106" y="5605"/>
                    </a:lnTo>
                    <a:lnTo>
                      <a:pt x="0" y="5892"/>
                    </a:lnTo>
                    <a:lnTo>
                      <a:pt x="0" y="5892"/>
                    </a:lnTo>
                    <a:lnTo>
                      <a:pt x="167" y="5862"/>
                    </a:lnTo>
                    <a:lnTo>
                      <a:pt x="348" y="5847"/>
                    </a:lnTo>
                    <a:lnTo>
                      <a:pt x="544" y="5832"/>
                    </a:lnTo>
                    <a:lnTo>
                      <a:pt x="741" y="5847"/>
                    </a:lnTo>
                    <a:lnTo>
                      <a:pt x="967" y="5862"/>
                    </a:lnTo>
                    <a:lnTo>
                      <a:pt x="1224" y="5892"/>
                    </a:lnTo>
                    <a:lnTo>
                      <a:pt x="1481" y="5953"/>
                    </a:lnTo>
                    <a:lnTo>
                      <a:pt x="1753" y="6013"/>
                    </a:lnTo>
                    <a:lnTo>
                      <a:pt x="2055" y="6104"/>
                    </a:lnTo>
                    <a:lnTo>
                      <a:pt x="2372" y="6210"/>
                    </a:lnTo>
                    <a:lnTo>
                      <a:pt x="2720" y="6346"/>
                    </a:lnTo>
                    <a:lnTo>
                      <a:pt x="3067" y="6497"/>
                    </a:lnTo>
                    <a:lnTo>
                      <a:pt x="3445" y="6678"/>
                    </a:lnTo>
                    <a:lnTo>
                      <a:pt x="3852" y="6889"/>
                    </a:lnTo>
                    <a:lnTo>
                      <a:pt x="4275" y="7116"/>
                    </a:lnTo>
                    <a:lnTo>
                      <a:pt x="4713" y="7388"/>
                    </a:lnTo>
                    <a:lnTo>
                      <a:pt x="4713" y="7388"/>
                    </a:lnTo>
                    <a:lnTo>
                      <a:pt x="4547" y="7101"/>
                    </a:lnTo>
                    <a:lnTo>
                      <a:pt x="4366" y="6799"/>
                    </a:lnTo>
                    <a:lnTo>
                      <a:pt x="4094" y="6436"/>
                    </a:lnTo>
                    <a:lnTo>
                      <a:pt x="3943" y="6240"/>
                    </a:lnTo>
                    <a:lnTo>
                      <a:pt x="3762" y="6043"/>
                    </a:lnTo>
                    <a:lnTo>
                      <a:pt x="3581" y="5847"/>
                    </a:lnTo>
                    <a:lnTo>
                      <a:pt x="3384" y="5651"/>
                    </a:lnTo>
                    <a:lnTo>
                      <a:pt x="3173" y="5469"/>
                    </a:lnTo>
                    <a:lnTo>
                      <a:pt x="2946" y="5303"/>
                    </a:lnTo>
                    <a:lnTo>
                      <a:pt x="2704" y="5152"/>
                    </a:lnTo>
                    <a:lnTo>
                      <a:pt x="2448" y="5016"/>
                    </a:lnTo>
                    <a:lnTo>
                      <a:pt x="2387" y="4986"/>
                    </a:lnTo>
                    <a:lnTo>
                      <a:pt x="2327" y="4941"/>
                    </a:lnTo>
                    <a:lnTo>
                      <a:pt x="2221" y="4850"/>
                    </a:lnTo>
                    <a:lnTo>
                      <a:pt x="2145" y="4729"/>
                    </a:lnTo>
                    <a:lnTo>
                      <a:pt x="2115" y="4593"/>
                    </a:lnTo>
                    <a:lnTo>
                      <a:pt x="2100" y="4457"/>
                    </a:lnTo>
                    <a:lnTo>
                      <a:pt x="2115" y="4321"/>
                    </a:lnTo>
                    <a:lnTo>
                      <a:pt x="2161" y="4185"/>
                    </a:lnTo>
                    <a:lnTo>
                      <a:pt x="2206" y="4125"/>
                    </a:lnTo>
                    <a:lnTo>
                      <a:pt x="2251" y="4065"/>
                    </a:lnTo>
                    <a:lnTo>
                      <a:pt x="4049" y="2040"/>
                    </a:lnTo>
                    <a:lnTo>
                      <a:pt x="4034" y="1950"/>
                    </a:lnTo>
                    <a:lnTo>
                      <a:pt x="4004" y="1829"/>
                    </a:lnTo>
                    <a:lnTo>
                      <a:pt x="3958" y="1693"/>
                    </a:lnTo>
                    <a:lnTo>
                      <a:pt x="3883" y="1527"/>
                    </a:lnTo>
                    <a:lnTo>
                      <a:pt x="3777" y="1361"/>
                    </a:lnTo>
                    <a:lnTo>
                      <a:pt x="3641" y="1179"/>
                    </a:lnTo>
                    <a:lnTo>
                      <a:pt x="3565" y="1104"/>
                    </a:lnTo>
                    <a:lnTo>
                      <a:pt x="3475" y="1013"/>
                    </a:lnTo>
                    <a:lnTo>
                      <a:pt x="3188" y="787"/>
                    </a:lnTo>
                    <a:lnTo>
                      <a:pt x="2810" y="530"/>
                    </a:lnTo>
                    <a:lnTo>
                      <a:pt x="2387" y="258"/>
                    </a:lnTo>
                    <a:lnTo>
                      <a:pt x="1949" y="1"/>
                    </a:lnTo>
                    <a:close/>
                  </a:path>
                </a:pathLst>
              </a:custGeom>
              <a:solidFill>
                <a:srgbClr val="F395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23"/>
              <p:cNvSpPr/>
              <p:nvPr/>
            </p:nvSpPr>
            <p:spPr>
              <a:xfrm>
                <a:off x="7604994" y="2043656"/>
                <a:ext cx="39568" cy="33959"/>
              </a:xfrm>
              <a:custGeom>
                <a:avLst/>
                <a:gdLst/>
                <a:ahLst/>
                <a:cxnLst/>
                <a:rect l="l" t="t" r="r" b="b"/>
                <a:pathLst>
                  <a:path w="2342" h="2010" extrusionOk="0">
                    <a:moveTo>
                      <a:pt x="408" y="0"/>
                    </a:moveTo>
                    <a:lnTo>
                      <a:pt x="318" y="15"/>
                    </a:lnTo>
                    <a:lnTo>
                      <a:pt x="242" y="45"/>
                    </a:lnTo>
                    <a:lnTo>
                      <a:pt x="167" y="91"/>
                    </a:lnTo>
                    <a:lnTo>
                      <a:pt x="106" y="151"/>
                    </a:lnTo>
                    <a:lnTo>
                      <a:pt x="46" y="227"/>
                    </a:lnTo>
                    <a:lnTo>
                      <a:pt x="16" y="317"/>
                    </a:lnTo>
                    <a:lnTo>
                      <a:pt x="0" y="423"/>
                    </a:lnTo>
                    <a:lnTo>
                      <a:pt x="16" y="514"/>
                    </a:lnTo>
                    <a:lnTo>
                      <a:pt x="46" y="604"/>
                    </a:lnTo>
                    <a:lnTo>
                      <a:pt x="91" y="695"/>
                    </a:lnTo>
                    <a:lnTo>
                      <a:pt x="151" y="770"/>
                    </a:lnTo>
                    <a:lnTo>
                      <a:pt x="242" y="831"/>
                    </a:lnTo>
                    <a:lnTo>
                      <a:pt x="333" y="876"/>
                    </a:lnTo>
                    <a:lnTo>
                      <a:pt x="544" y="967"/>
                    </a:lnTo>
                    <a:lnTo>
                      <a:pt x="756" y="1073"/>
                    </a:lnTo>
                    <a:lnTo>
                      <a:pt x="982" y="1193"/>
                    </a:lnTo>
                    <a:lnTo>
                      <a:pt x="1194" y="1314"/>
                    </a:lnTo>
                    <a:lnTo>
                      <a:pt x="1420" y="1465"/>
                    </a:lnTo>
                    <a:lnTo>
                      <a:pt x="1647" y="1631"/>
                    </a:lnTo>
                    <a:lnTo>
                      <a:pt x="1874" y="1813"/>
                    </a:lnTo>
                    <a:lnTo>
                      <a:pt x="2100" y="2009"/>
                    </a:lnTo>
                    <a:lnTo>
                      <a:pt x="2342" y="1193"/>
                    </a:lnTo>
                    <a:lnTo>
                      <a:pt x="2221" y="1088"/>
                    </a:lnTo>
                    <a:lnTo>
                      <a:pt x="1889" y="816"/>
                    </a:lnTo>
                    <a:lnTo>
                      <a:pt x="1647" y="634"/>
                    </a:lnTo>
                    <a:lnTo>
                      <a:pt x="1360" y="453"/>
                    </a:lnTo>
                    <a:lnTo>
                      <a:pt x="1043" y="257"/>
                    </a:lnTo>
                    <a:lnTo>
                      <a:pt x="695" y="60"/>
                    </a:lnTo>
                    <a:lnTo>
                      <a:pt x="590" y="15"/>
                    </a:lnTo>
                    <a:lnTo>
                      <a:pt x="499" y="0"/>
                    </a:lnTo>
                    <a:close/>
                  </a:path>
                </a:pathLst>
              </a:custGeom>
              <a:solidFill>
                <a:srgbClr val="2C2A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23"/>
              <p:cNvSpPr/>
              <p:nvPr/>
            </p:nvSpPr>
            <p:spPr>
              <a:xfrm>
                <a:off x="7579987" y="2189392"/>
                <a:ext cx="133234" cy="78106"/>
              </a:xfrm>
              <a:custGeom>
                <a:avLst/>
                <a:gdLst/>
                <a:ahLst/>
                <a:cxnLst/>
                <a:rect l="l" t="t" r="r" b="b"/>
                <a:pathLst>
                  <a:path w="7886" h="4623" extrusionOk="0">
                    <a:moveTo>
                      <a:pt x="529" y="1"/>
                    </a:moveTo>
                    <a:lnTo>
                      <a:pt x="453" y="121"/>
                    </a:lnTo>
                    <a:lnTo>
                      <a:pt x="378" y="257"/>
                    </a:lnTo>
                    <a:lnTo>
                      <a:pt x="302" y="454"/>
                    </a:lnTo>
                    <a:lnTo>
                      <a:pt x="212" y="680"/>
                    </a:lnTo>
                    <a:lnTo>
                      <a:pt x="121" y="952"/>
                    </a:lnTo>
                    <a:lnTo>
                      <a:pt x="60" y="1239"/>
                    </a:lnTo>
                    <a:lnTo>
                      <a:pt x="15" y="1556"/>
                    </a:lnTo>
                    <a:lnTo>
                      <a:pt x="0" y="1723"/>
                    </a:lnTo>
                    <a:lnTo>
                      <a:pt x="0" y="1889"/>
                    </a:lnTo>
                    <a:lnTo>
                      <a:pt x="15" y="2055"/>
                    </a:lnTo>
                    <a:lnTo>
                      <a:pt x="45" y="2221"/>
                    </a:lnTo>
                    <a:lnTo>
                      <a:pt x="76" y="2402"/>
                    </a:lnTo>
                    <a:lnTo>
                      <a:pt x="136" y="2569"/>
                    </a:lnTo>
                    <a:lnTo>
                      <a:pt x="196" y="2750"/>
                    </a:lnTo>
                    <a:lnTo>
                      <a:pt x="287" y="2916"/>
                    </a:lnTo>
                    <a:lnTo>
                      <a:pt x="378" y="3082"/>
                    </a:lnTo>
                    <a:lnTo>
                      <a:pt x="499" y="3248"/>
                    </a:lnTo>
                    <a:lnTo>
                      <a:pt x="650" y="3414"/>
                    </a:lnTo>
                    <a:lnTo>
                      <a:pt x="801" y="3566"/>
                    </a:lnTo>
                    <a:lnTo>
                      <a:pt x="997" y="3717"/>
                    </a:lnTo>
                    <a:lnTo>
                      <a:pt x="1193" y="3868"/>
                    </a:lnTo>
                    <a:lnTo>
                      <a:pt x="1435" y="4004"/>
                    </a:lnTo>
                    <a:lnTo>
                      <a:pt x="1692" y="4140"/>
                    </a:lnTo>
                    <a:lnTo>
                      <a:pt x="2039" y="4291"/>
                    </a:lnTo>
                    <a:lnTo>
                      <a:pt x="2372" y="4396"/>
                    </a:lnTo>
                    <a:lnTo>
                      <a:pt x="2704" y="4502"/>
                    </a:lnTo>
                    <a:lnTo>
                      <a:pt x="3021" y="4563"/>
                    </a:lnTo>
                    <a:lnTo>
                      <a:pt x="3338" y="4608"/>
                    </a:lnTo>
                    <a:lnTo>
                      <a:pt x="3641" y="4623"/>
                    </a:lnTo>
                    <a:lnTo>
                      <a:pt x="3943" y="4623"/>
                    </a:lnTo>
                    <a:lnTo>
                      <a:pt x="4230" y="4608"/>
                    </a:lnTo>
                    <a:lnTo>
                      <a:pt x="4502" y="4563"/>
                    </a:lnTo>
                    <a:lnTo>
                      <a:pt x="4774" y="4502"/>
                    </a:lnTo>
                    <a:lnTo>
                      <a:pt x="5030" y="4442"/>
                    </a:lnTo>
                    <a:lnTo>
                      <a:pt x="5287" y="4351"/>
                    </a:lnTo>
                    <a:lnTo>
                      <a:pt x="5529" y="4260"/>
                    </a:lnTo>
                    <a:lnTo>
                      <a:pt x="5755" y="4155"/>
                    </a:lnTo>
                    <a:lnTo>
                      <a:pt x="5967" y="4049"/>
                    </a:lnTo>
                    <a:lnTo>
                      <a:pt x="6178" y="3928"/>
                    </a:lnTo>
                    <a:lnTo>
                      <a:pt x="6375" y="3807"/>
                    </a:lnTo>
                    <a:lnTo>
                      <a:pt x="6571" y="3671"/>
                    </a:lnTo>
                    <a:lnTo>
                      <a:pt x="6903" y="3414"/>
                    </a:lnTo>
                    <a:lnTo>
                      <a:pt x="7190" y="3158"/>
                    </a:lnTo>
                    <a:lnTo>
                      <a:pt x="7432" y="2931"/>
                    </a:lnTo>
                    <a:lnTo>
                      <a:pt x="7629" y="2720"/>
                    </a:lnTo>
                    <a:lnTo>
                      <a:pt x="7764" y="2553"/>
                    </a:lnTo>
                    <a:lnTo>
                      <a:pt x="7885" y="2417"/>
                    </a:lnTo>
                    <a:lnTo>
                      <a:pt x="52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23"/>
              <p:cNvSpPr/>
              <p:nvPr/>
            </p:nvSpPr>
            <p:spPr>
              <a:xfrm>
                <a:off x="7599385" y="2279486"/>
                <a:ext cx="182483" cy="117167"/>
              </a:xfrm>
              <a:custGeom>
                <a:avLst/>
                <a:gdLst/>
                <a:ahLst/>
                <a:cxnLst/>
                <a:rect l="l" t="t" r="r" b="b"/>
                <a:pathLst>
                  <a:path w="10801" h="6935" extrusionOk="0">
                    <a:moveTo>
                      <a:pt x="10801" y="1"/>
                    </a:moveTo>
                    <a:lnTo>
                      <a:pt x="10333" y="454"/>
                    </a:lnTo>
                    <a:lnTo>
                      <a:pt x="9864" y="877"/>
                    </a:lnTo>
                    <a:lnTo>
                      <a:pt x="9396" y="1255"/>
                    </a:lnTo>
                    <a:lnTo>
                      <a:pt x="8943" y="1617"/>
                    </a:lnTo>
                    <a:lnTo>
                      <a:pt x="8490" y="1934"/>
                    </a:lnTo>
                    <a:lnTo>
                      <a:pt x="8036" y="2222"/>
                    </a:lnTo>
                    <a:lnTo>
                      <a:pt x="7598" y="2478"/>
                    </a:lnTo>
                    <a:lnTo>
                      <a:pt x="7175" y="2720"/>
                    </a:lnTo>
                    <a:lnTo>
                      <a:pt x="6752" y="2916"/>
                    </a:lnTo>
                    <a:lnTo>
                      <a:pt x="6345" y="3098"/>
                    </a:lnTo>
                    <a:lnTo>
                      <a:pt x="5937" y="3264"/>
                    </a:lnTo>
                    <a:lnTo>
                      <a:pt x="5544" y="3400"/>
                    </a:lnTo>
                    <a:lnTo>
                      <a:pt x="5166" y="3521"/>
                    </a:lnTo>
                    <a:lnTo>
                      <a:pt x="4789" y="3611"/>
                    </a:lnTo>
                    <a:lnTo>
                      <a:pt x="4441" y="3687"/>
                    </a:lnTo>
                    <a:lnTo>
                      <a:pt x="4094" y="3747"/>
                    </a:lnTo>
                    <a:lnTo>
                      <a:pt x="3761" y="3793"/>
                    </a:lnTo>
                    <a:lnTo>
                      <a:pt x="3459" y="3838"/>
                    </a:lnTo>
                    <a:lnTo>
                      <a:pt x="3157" y="3853"/>
                    </a:lnTo>
                    <a:lnTo>
                      <a:pt x="2885" y="3868"/>
                    </a:lnTo>
                    <a:lnTo>
                      <a:pt x="2387" y="3868"/>
                    </a:lnTo>
                    <a:lnTo>
                      <a:pt x="1964" y="3838"/>
                    </a:lnTo>
                    <a:lnTo>
                      <a:pt x="1616" y="3793"/>
                    </a:lnTo>
                    <a:lnTo>
                      <a:pt x="1360" y="3747"/>
                    </a:lnTo>
                    <a:lnTo>
                      <a:pt x="1163" y="3702"/>
                    </a:lnTo>
                    <a:lnTo>
                      <a:pt x="106" y="5484"/>
                    </a:lnTo>
                    <a:lnTo>
                      <a:pt x="61" y="5575"/>
                    </a:lnTo>
                    <a:lnTo>
                      <a:pt x="30" y="5666"/>
                    </a:lnTo>
                    <a:lnTo>
                      <a:pt x="15" y="5771"/>
                    </a:lnTo>
                    <a:lnTo>
                      <a:pt x="0" y="5862"/>
                    </a:lnTo>
                    <a:lnTo>
                      <a:pt x="0" y="5968"/>
                    </a:lnTo>
                    <a:lnTo>
                      <a:pt x="15" y="6058"/>
                    </a:lnTo>
                    <a:lnTo>
                      <a:pt x="45" y="6149"/>
                    </a:lnTo>
                    <a:lnTo>
                      <a:pt x="76" y="6240"/>
                    </a:lnTo>
                    <a:lnTo>
                      <a:pt x="121" y="6330"/>
                    </a:lnTo>
                    <a:lnTo>
                      <a:pt x="181" y="6406"/>
                    </a:lnTo>
                    <a:lnTo>
                      <a:pt x="242" y="6466"/>
                    </a:lnTo>
                    <a:lnTo>
                      <a:pt x="317" y="6542"/>
                    </a:lnTo>
                    <a:lnTo>
                      <a:pt x="393" y="6587"/>
                    </a:lnTo>
                    <a:lnTo>
                      <a:pt x="483" y="6632"/>
                    </a:lnTo>
                    <a:lnTo>
                      <a:pt x="574" y="6678"/>
                    </a:lnTo>
                    <a:lnTo>
                      <a:pt x="680" y="6693"/>
                    </a:lnTo>
                    <a:lnTo>
                      <a:pt x="1058" y="6753"/>
                    </a:lnTo>
                    <a:lnTo>
                      <a:pt x="1465" y="6814"/>
                    </a:lnTo>
                    <a:lnTo>
                      <a:pt x="1903" y="6859"/>
                    </a:lnTo>
                    <a:lnTo>
                      <a:pt x="2372" y="6904"/>
                    </a:lnTo>
                    <a:lnTo>
                      <a:pt x="2855" y="6935"/>
                    </a:lnTo>
                    <a:lnTo>
                      <a:pt x="3882" y="6935"/>
                    </a:lnTo>
                    <a:lnTo>
                      <a:pt x="4411" y="6889"/>
                    </a:lnTo>
                    <a:lnTo>
                      <a:pt x="4940" y="6829"/>
                    </a:lnTo>
                    <a:lnTo>
                      <a:pt x="5468" y="6753"/>
                    </a:lnTo>
                    <a:lnTo>
                      <a:pt x="5725" y="6693"/>
                    </a:lnTo>
                    <a:lnTo>
                      <a:pt x="5982" y="6617"/>
                    </a:lnTo>
                    <a:lnTo>
                      <a:pt x="6224" y="6542"/>
                    </a:lnTo>
                    <a:lnTo>
                      <a:pt x="6481" y="6466"/>
                    </a:lnTo>
                    <a:lnTo>
                      <a:pt x="6722" y="6376"/>
                    </a:lnTo>
                    <a:lnTo>
                      <a:pt x="6949" y="6270"/>
                    </a:lnTo>
                    <a:lnTo>
                      <a:pt x="7175" y="6149"/>
                    </a:lnTo>
                    <a:lnTo>
                      <a:pt x="7402" y="6028"/>
                    </a:lnTo>
                    <a:lnTo>
                      <a:pt x="7613" y="5877"/>
                    </a:lnTo>
                    <a:lnTo>
                      <a:pt x="7825" y="5741"/>
                    </a:lnTo>
                    <a:lnTo>
                      <a:pt x="8021" y="5575"/>
                    </a:lnTo>
                    <a:lnTo>
                      <a:pt x="8218" y="5394"/>
                    </a:lnTo>
                    <a:lnTo>
                      <a:pt x="8459" y="5152"/>
                    </a:lnTo>
                    <a:lnTo>
                      <a:pt x="8686" y="4895"/>
                    </a:lnTo>
                    <a:lnTo>
                      <a:pt x="8897" y="4638"/>
                    </a:lnTo>
                    <a:lnTo>
                      <a:pt x="9094" y="4397"/>
                    </a:lnTo>
                    <a:lnTo>
                      <a:pt x="9275" y="4155"/>
                    </a:lnTo>
                    <a:lnTo>
                      <a:pt x="9456" y="3898"/>
                    </a:lnTo>
                    <a:lnTo>
                      <a:pt x="9607" y="3657"/>
                    </a:lnTo>
                    <a:lnTo>
                      <a:pt x="9759" y="3430"/>
                    </a:lnTo>
                    <a:lnTo>
                      <a:pt x="10000" y="2962"/>
                    </a:lnTo>
                    <a:lnTo>
                      <a:pt x="10212" y="2509"/>
                    </a:lnTo>
                    <a:lnTo>
                      <a:pt x="10378" y="2086"/>
                    </a:lnTo>
                    <a:lnTo>
                      <a:pt x="10514" y="1693"/>
                    </a:lnTo>
                    <a:lnTo>
                      <a:pt x="10620" y="1330"/>
                    </a:lnTo>
                    <a:lnTo>
                      <a:pt x="10695" y="998"/>
                    </a:lnTo>
                    <a:lnTo>
                      <a:pt x="10740" y="711"/>
                    </a:lnTo>
                    <a:lnTo>
                      <a:pt x="10771" y="469"/>
                    </a:lnTo>
                    <a:lnTo>
                      <a:pt x="10801" y="122"/>
                    </a:lnTo>
                    <a:lnTo>
                      <a:pt x="10801" y="1"/>
                    </a:lnTo>
                    <a:close/>
                  </a:path>
                </a:pathLst>
              </a:custGeom>
              <a:solidFill>
                <a:srgbClr val="F395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23"/>
              <p:cNvSpPr/>
              <p:nvPr/>
            </p:nvSpPr>
            <p:spPr>
              <a:xfrm>
                <a:off x="7823739" y="2189138"/>
                <a:ext cx="96994" cy="108990"/>
              </a:xfrm>
              <a:custGeom>
                <a:avLst/>
                <a:gdLst/>
                <a:ahLst/>
                <a:cxnLst/>
                <a:rect l="l" t="t" r="r" b="b"/>
                <a:pathLst>
                  <a:path w="5741" h="6451" extrusionOk="0">
                    <a:moveTo>
                      <a:pt x="3550" y="0"/>
                    </a:moveTo>
                    <a:lnTo>
                      <a:pt x="3384" y="16"/>
                    </a:lnTo>
                    <a:lnTo>
                      <a:pt x="3233" y="46"/>
                    </a:lnTo>
                    <a:lnTo>
                      <a:pt x="2931" y="121"/>
                    </a:lnTo>
                    <a:lnTo>
                      <a:pt x="2644" y="227"/>
                    </a:lnTo>
                    <a:lnTo>
                      <a:pt x="2372" y="348"/>
                    </a:lnTo>
                    <a:lnTo>
                      <a:pt x="2130" y="469"/>
                    </a:lnTo>
                    <a:lnTo>
                      <a:pt x="1934" y="574"/>
                    </a:lnTo>
                    <a:lnTo>
                      <a:pt x="1632" y="771"/>
                    </a:lnTo>
                    <a:lnTo>
                      <a:pt x="1526" y="861"/>
                    </a:lnTo>
                    <a:lnTo>
                      <a:pt x="1405" y="982"/>
                    </a:lnTo>
                    <a:lnTo>
                      <a:pt x="1269" y="1118"/>
                    </a:lnTo>
                    <a:lnTo>
                      <a:pt x="1103" y="1315"/>
                    </a:lnTo>
                    <a:lnTo>
                      <a:pt x="907" y="1556"/>
                    </a:lnTo>
                    <a:lnTo>
                      <a:pt x="710" y="1828"/>
                    </a:lnTo>
                    <a:lnTo>
                      <a:pt x="514" y="2145"/>
                    </a:lnTo>
                    <a:lnTo>
                      <a:pt x="333" y="2493"/>
                    </a:lnTo>
                    <a:lnTo>
                      <a:pt x="257" y="2689"/>
                    </a:lnTo>
                    <a:lnTo>
                      <a:pt x="181" y="2871"/>
                    </a:lnTo>
                    <a:lnTo>
                      <a:pt x="121" y="3067"/>
                    </a:lnTo>
                    <a:lnTo>
                      <a:pt x="61" y="3278"/>
                    </a:lnTo>
                    <a:lnTo>
                      <a:pt x="30" y="3475"/>
                    </a:lnTo>
                    <a:lnTo>
                      <a:pt x="0" y="3686"/>
                    </a:lnTo>
                    <a:lnTo>
                      <a:pt x="0" y="3898"/>
                    </a:lnTo>
                    <a:lnTo>
                      <a:pt x="0" y="4124"/>
                    </a:lnTo>
                    <a:lnTo>
                      <a:pt x="30" y="4336"/>
                    </a:lnTo>
                    <a:lnTo>
                      <a:pt x="91" y="4562"/>
                    </a:lnTo>
                    <a:lnTo>
                      <a:pt x="151" y="4774"/>
                    </a:lnTo>
                    <a:lnTo>
                      <a:pt x="257" y="5000"/>
                    </a:lnTo>
                    <a:lnTo>
                      <a:pt x="378" y="5227"/>
                    </a:lnTo>
                    <a:lnTo>
                      <a:pt x="514" y="5439"/>
                    </a:lnTo>
                    <a:lnTo>
                      <a:pt x="695" y="5665"/>
                    </a:lnTo>
                    <a:lnTo>
                      <a:pt x="891" y="5877"/>
                    </a:lnTo>
                    <a:lnTo>
                      <a:pt x="1012" y="5982"/>
                    </a:lnTo>
                    <a:lnTo>
                      <a:pt x="1118" y="6073"/>
                    </a:lnTo>
                    <a:lnTo>
                      <a:pt x="1239" y="6149"/>
                    </a:lnTo>
                    <a:lnTo>
                      <a:pt x="1345" y="6224"/>
                    </a:lnTo>
                    <a:lnTo>
                      <a:pt x="1465" y="6284"/>
                    </a:lnTo>
                    <a:lnTo>
                      <a:pt x="1586" y="6345"/>
                    </a:lnTo>
                    <a:lnTo>
                      <a:pt x="1707" y="6375"/>
                    </a:lnTo>
                    <a:lnTo>
                      <a:pt x="1828" y="6405"/>
                    </a:lnTo>
                    <a:lnTo>
                      <a:pt x="2070" y="6451"/>
                    </a:lnTo>
                    <a:lnTo>
                      <a:pt x="2311" y="6451"/>
                    </a:lnTo>
                    <a:lnTo>
                      <a:pt x="2553" y="6420"/>
                    </a:lnTo>
                    <a:lnTo>
                      <a:pt x="2795" y="6360"/>
                    </a:lnTo>
                    <a:lnTo>
                      <a:pt x="3036" y="6269"/>
                    </a:lnTo>
                    <a:lnTo>
                      <a:pt x="3278" y="6149"/>
                    </a:lnTo>
                    <a:lnTo>
                      <a:pt x="3505" y="6013"/>
                    </a:lnTo>
                    <a:lnTo>
                      <a:pt x="3731" y="5846"/>
                    </a:lnTo>
                    <a:lnTo>
                      <a:pt x="3958" y="5665"/>
                    </a:lnTo>
                    <a:lnTo>
                      <a:pt x="4169" y="5454"/>
                    </a:lnTo>
                    <a:lnTo>
                      <a:pt x="4381" y="5227"/>
                    </a:lnTo>
                    <a:lnTo>
                      <a:pt x="4577" y="5000"/>
                    </a:lnTo>
                    <a:lnTo>
                      <a:pt x="4759" y="4759"/>
                    </a:lnTo>
                    <a:lnTo>
                      <a:pt x="4925" y="4487"/>
                    </a:lnTo>
                    <a:lnTo>
                      <a:pt x="5091" y="4230"/>
                    </a:lnTo>
                    <a:lnTo>
                      <a:pt x="5242" y="3958"/>
                    </a:lnTo>
                    <a:lnTo>
                      <a:pt x="5363" y="3671"/>
                    </a:lnTo>
                    <a:lnTo>
                      <a:pt x="5469" y="3399"/>
                    </a:lnTo>
                    <a:lnTo>
                      <a:pt x="5574" y="3112"/>
                    </a:lnTo>
                    <a:lnTo>
                      <a:pt x="5650" y="2840"/>
                    </a:lnTo>
                    <a:lnTo>
                      <a:pt x="5695" y="2553"/>
                    </a:lnTo>
                    <a:lnTo>
                      <a:pt x="5725" y="2281"/>
                    </a:lnTo>
                    <a:lnTo>
                      <a:pt x="5740" y="2025"/>
                    </a:lnTo>
                    <a:lnTo>
                      <a:pt x="5725" y="1768"/>
                    </a:lnTo>
                    <a:lnTo>
                      <a:pt x="5695" y="1526"/>
                    </a:lnTo>
                    <a:lnTo>
                      <a:pt x="5620" y="1300"/>
                    </a:lnTo>
                    <a:lnTo>
                      <a:pt x="5529" y="1088"/>
                    </a:lnTo>
                    <a:lnTo>
                      <a:pt x="5408" y="892"/>
                    </a:lnTo>
                    <a:lnTo>
                      <a:pt x="5272" y="710"/>
                    </a:lnTo>
                    <a:lnTo>
                      <a:pt x="5136" y="559"/>
                    </a:lnTo>
                    <a:lnTo>
                      <a:pt x="4985" y="423"/>
                    </a:lnTo>
                    <a:lnTo>
                      <a:pt x="4834" y="318"/>
                    </a:lnTo>
                    <a:lnTo>
                      <a:pt x="4668" y="227"/>
                    </a:lnTo>
                    <a:lnTo>
                      <a:pt x="4517" y="151"/>
                    </a:lnTo>
                    <a:lnTo>
                      <a:pt x="4351" y="91"/>
                    </a:lnTo>
                    <a:lnTo>
                      <a:pt x="4200" y="46"/>
                    </a:lnTo>
                    <a:lnTo>
                      <a:pt x="4033" y="16"/>
                    </a:lnTo>
                    <a:lnTo>
                      <a:pt x="3867" y="0"/>
                    </a:lnTo>
                    <a:close/>
                  </a:path>
                </a:pathLst>
              </a:custGeom>
              <a:solidFill>
                <a:srgbClr val="F9B5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23"/>
              <p:cNvSpPr/>
              <p:nvPr/>
            </p:nvSpPr>
            <p:spPr>
              <a:xfrm>
                <a:off x="7701981" y="2102609"/>
                <a:ext cx="58727" cy="40092"/>
              </a:xfrm>
              <a:custGeom>
                <a:avLst/>
                <a:gdLst/>
                <a:ahLst/>
                <a:cxnLst/>
                <a:rect l="l" t="t" r="r" b="b"/>
                <a:pathLst>
                  <a:path w="3476" h="2373" extrusionOk="0">
                    <a:moveTo>
                      <a:pt x="1481" y="0"/>
                    </a:moveTo>
                    <a:lnTo>
                      <a:pt x="1285" y="16"/>
                    </a:lnTo>
                    <a:lnTo>
                      <a:pt x="1103" y="61"/>
                    </a:lnTo>
                    <a:lnTo>
                      <a:pt x="937" y="106"/>
                    </a:lnTo>
                    <a:lnTo>
                      <a:pt x="771" y="167"/>
                    </a:lnTo>
                    <a:lnTo>
                      <a:pt x="620" y="242"/>
                    </a:lnTo>
                    <a:lnTo>
                      <a:pt x="484" y="333"/>
                    </a:lnTo>
                    <a:lnTo>
                      <a:pt x="363" y="408"/>
                    </a:lnTo>
                    <a:lnTo>
                      <a:pt x="167" y="559"/>
                    </a:lnTo>
                    <a:lnTo>
                      <a:pt x="46" y="680"/>
                    </a:lnTo>
                    <a:lnTo>
                      <a:pt x="1" y="726"/>
                    </a:lnTo>
                    <a:lnTo>
                      <a:pt x="1" y="726"/>
                    </a:lnTo>
                    <a:lnTo>
                      <a:pt x="257" y="620"/>
                    </a:lnTo>
                    <a:lnTo>
                      <a:pt x="499" y="544"/>
                    </a:lnTo>
                    <a:lnTo>
                      <a:pt x="726" y="484"/>
                    </a:lnTo>
                    <a:lnTo>
                      <a:pt x="952" y="439"/>
                    </a:lnTo>
                    <a:lnTo>
                      <a:pt x="1164" y="423"/>
                    </a:lnTo>
                    <a:lnTo>
                      <a:pt x="1360" y="408"/>
                    </a:lnTo>
                    <a:lnTo>
                      <a:pt x="1541" y="423"/>
                    </a:lnTo>
                    <a:lnTo>
                      <a:pt x="1723" y="454"/>
                    </a:lnTo>
                    <a:lnTo>
                      <a:pt x="1889" y="499"/>
                    </a:lnTo>
                    <a:lnTo>
                      <a:pt x="2040" y="559"/>
                    </a:lnTo>
                    <a:lnTo>
                      <a:pt x="2191" y="620"/>
                    </a:lnTo>
                    <a:lnTo>
                      <a:pt x="2327" y="695"/>
                    </a:lnTo>
                    <a:lnTo>
                      <a:pt x="2448" y="786"/>
                    </a:lnTo>
                    <a:lnTo>
                      <a:pt x="2569" y="877"/>
                    </a:lnTo>
                    <a:lnTo>
                      <a:pt x="2674" y="982"/>
                    </a:lnTo>
                    <a:lnTo>
                      <a:pt x="2780" y="1088"/>
                    </a:lnTo>
                    <a:lnTo>
                      <a:pt x="2946" y="1300"/>
                    </a:lnTo>
                    <a:lnTo>
                      <a:pt x="3097" y="1526"/>
                    </a:lnTo>
                    <a:lnTo>
                      <a:pt x="3218" y="1738"/>
                    </a:lnTo>
                    <a:lnTo>
                      <a:pt x="3309" y="1949"/>
                    </a:lnTo>
                    <a:lnTo>
                      <a:pt x="3369" y="2115"/>
                    </a:lnTo>
                    <a:lnTo>
                      <a:pt x="3415" y="2251"/>
                    </a:lnTo>
                    <a:lnTo>
                      <a:pt x="3445" y="2372"/>
                    </a:lnTo>
                    <a:lnTo>
                      <a:pt x="3460" y="2312"/>
                    </a:lnTo>
                    <a:lnTo>
                      <a:pt x="3475" y="2130"/>
                    </a:lnTo>
                    <a:lnTo>
                      <a:pt x="3460" y="1994"/>
                    </a:lnTo>
                    <a:lnTo>
                      <a:pt x="3460" y="1859"/>
                    </a:lnTo>
                    <a:lnTo>
                      <a:pt x="3430" y="1692"/>
                    </a:lnTo>
                    <a:lnTo>
                      <a:pt x="3384" y="1526"/>
                    </a:lnTo>
                    <a:lnTo>
                      <a:pt x="3324" y="1345"/>
                    </a:lnTo>
                    <a:lnTo>
                      <a:pt x="3248" y="1149"/>
                    </a:lnTo>
                    <a:lnTo>
                      <a:pt x="3143" y="967"/>
                    </a:lnTo>
                    <a:lnTo>
                      <a:pt x="2992" y="786"/>
                    </a:lnTo>
                    <a:lnTo>
                      <a:pt x="2825" y="605"/>
                    </a:lnTo>
                    <a:lnTo>
                      <a:pt x="2629" y="439"/>
                    </a:lnTo>
                    <a:lnTo>
                      <a:pt x="2372" y="272"/>
                    </a:lnTo>
                    <a:lnTo>
                      <a:pt x="2085" y="136"/>
                    </a:lnTo>
                    <a:lnTo>
                      <a:pt x="1874" y="61"/>
                    </a:lnTo>
                    <a:lnTo>
                      <a:pt x="1677" y="16"/>
                    </a:lnTo>
                    <a:lnTo>
                      <a:pt x="1481" y="0"/>
                    </a:lnTo>
                    <a:close/>
                  </a:path>
                </a:pathLst>
              </a:custGeom>
              <a:solidFill>
                <a:srgbClr val="2C2A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3"/>
              <p:cNvSpPr/>
              <p:nvPr/>
            </p:nvSpPr>
            <p:spPr>
              <a:xfrm>
                <a:off x="7600145" y="2085763"/>
                <a:ext cx="32675" cy="16608"/>
              </a:xfrm>
              <a:custGeom>
                <a:avLst/>
                <a:gdLst/>
                <a:ahLst/>
                <a:cxnLst/>
                <a:rect l="l" t="t" r="r" b="b"/>
                <a:pathLst>
                  <a:path w="1934" h="983" extrusionOk="0">
                    <a:moveTo>
                      <a:pt x="801" y="0"/>
                    </a:moveTo>
                    <a:lnTo>
                      <a:pt x="695" y="31"/>
                    </a:lnTo>
                    <a:lnTo>
                      <a:pt x="590" y="61"/>
                    </a:lnTo>
                    <a:lnTo>
                      <a:pt x="484" y="121"/>
                    </a:lnTo>
                    <a:lnTo>
                      <a:pt x="363" y="182"/>
                    </a:lnTo>
                    <a:lnTo>
                      <a:pt x="257" y="272"/>
                    </a:lnTo>
                    <a:lnTo>
                      <a:pt x="121" y="363"/>
                    </a:lnTo>
                    <a:lnTo>
                      <a:pt x="0" y="484"/>
                    </a:lnTo>
                    <a:lnTo>
                      <a:pt x="61" y="454"/>
                    </a:lnTo>
                    <a:lnTo>
                      <a:pt x="197" y="393"/>
                    </a:lnTo>
                    <a:lnTo>
                      <a:pt x="423" y="318"/>
                    </a:lnTo>
                    <a:lnTo>
                      <a:pt x="559" y="288"/>
                    </a:lnTo>
                    <a:lnTo>
                      <a:pt x="695" y="272"/>
                    </a:lnTo>
                    <a:lnTo>
                      <a:pt x="846" y="272"/>
                    </a:lnTo>
                    <a:lnTo>
                      <a:pt x="1013" y="288"/>
                    </a:lnTo>
                    <a:lnTo>
                      <a:pt x="1164" y="333"/>
                    </a:lnTo>
                    <a:lnTo>
                      <a:pt x="1330" y="393"/>
                    </a:lnTo>
                    <a:lnTo>
                      <a:pt x="1496" y="484"/>
                    </a:lnTo>
                    <a:lnTo>
                      <a:pt x="1647" y="620"/>
                    </a:lnTo>
                    <a:lnTo>
                      <a:pt x="1798" y="771"/>
                    </a:lnTo>
                    <a:lnTo>
                      <a:pt x="1934" y="982"/>
                    </a:lnTo>
                    <a:lnTo>
                      <a:pt x="1904" y="907"/>
                    </a:lnTo>
                    <a:lnTo>
                      <a:pt x="1828" y="710"/>
                    </a:lnTo>
                    <a:lnTo>
                      <a:pt x="1768" y="605"/>
                    </a:lnTo>
                    <a:lnTo>
                      <a:pt x="1692" y="469"/>
                    </a:lnTo>
                    <a:lnTo>
                      <a:pt x="1602" y="348"/>
                    </a:lnTo>
                    <a:lnTo>
                      <a:pt x="1481" y="227"/>
                    </a:lnTo>
                    <a:lnTo>
                      <a:pt x="1360" y="121"/>
                    </a:lnTo>
                    <a:lnTo>
                      <a:pt x="1224" y="46"/>
                    </a:lnTo>
                    <a:lnTo>
                      <a:pt x="1148" y="31"/>
                    </a:lnTo>
                    <a:lnTo>
                      <a:pt x="1058" y="0"/>
                    </a:lnTo>
                    <a:close/>
                  </a:path>
                </a:pathLst>
              </a:custGeom>
              <a:solidFill>
                <a:srgbClr val="2C2A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23"/>
              <p:cNvSpPr/>
              <p:nvPr/>
            </p:nvSpPr>
            <p:spPr>
              <a:xfrm>
                <a:off x="7624138" y="1973449"/>
                <a:ext cx="243237" cy="144469"/>
              </a:xfrm>
              <a:custGeom>
                <a:avLst/>
                <a:gdLst/>
                <a:ahLst/>
                <a:cxnLst/>
                <a:rect l="l" t="t" r="r" b="b"/>
                <a:pathLst>
                  <a:path w="14397" h="8551" extrusionOk="0">
                    <a:moveTo>
                      <a:pt x="3580" y="1"/>
                    </a:moveTo>
                    <a:lnTo>
                      <a:pt x="3369" y="16"/>
                    </a:lnTo>
                    <a:lnTo>
                      <a:pt x="3158" y="46"/>
                    </a:lnTo>
                    <a:lnTo>
                      <a:pt x="2961" y="92"/>
                    </a:lnTo>
                    <a:lnTo>
                      <a:pt x="2765" y="152"/>
                    </a:lnTo>
                    <a:lnTo>
                      <a:pt x="2568" y="227"/>
                    </a:lnTo>
                    <a:lnTo>
                      <a:pt x="2387" y="318"/>
                    </a:lnTo>
                    <a:lnTo>
                      <a:pt x="2206" y="409"/>
                    </a:lnTo>
                    <a:lnTo>
                      <a:pt x="2025" y="514"/>
                    </a:lnTo>
                    <a:lnTo>
                      <a:pt x="1858" y="635"/>
                    </a:lnTo>
                    <a:lnTo>
                      <a:pt x="1707" y="771"/>
                    </a:lnTo>
                    <a:lnTo>
                      <a:pt x="1556" y="922"/>
                    </a:lnTo>
                    <a:lnTo>
                      <a:pt x="1420" y="1073"/>
                    </a:lnTo>
                    <a:lnTo>
                      <a:pt x="1284" y="1240"/>
                    </a:lnTo>
                    <a:lnTo>
                      <a:pt x="1164" y="1421"/>
                    </a:lnTo>
                    <a:lnTo>
                      <a:pt x="121" y="3022"/>
                    </a:lnTo>
                    <a:lnTo>
                      <a:pt x="91" y="3098"/>
                    </a:lnTo>
                    <a:lnTo>
                      <a:pt x="61" y="3188"/>
                    </a:lnTo>
                    <a:lnTo>
                      <a:pt x="15" y="3279"/>
                    </a:lnTo>
                    <a:lnTo>
                      <a:pt x="0" y="3339"/>
                    </a:lnTo>
                    <a:lnTo>
                      <a:pt x="106" y="3264"/>
                    </a:lnTo>
                    <a:lnTo>
                      <a:pt x="242" y="3173"/>
                    </a:lnTo>
                    <a:lnTo>
                      <a:pt x="438" y="3052"/>
                    </a:lnTo>
                    <a:lnTo>
                      <a:pt x="680" y="2931"/>
                    </a:lnTo>
                    <a:lnTo>
                      <a:pt x="967" y="2795"/>
                    </a:lnTo>
                    <a:lnTo>
                      <a:pt x="1315" y="2675"/>
                    </a:lnTo>
                    <a:lnTo>
                      <a:pt x="1707" y="2554"/>
                    </a:lnTo>
                    <a:lnTo>
                      <a:pt x="2145" y="2448"/>
                    </a:lnTo>
                    <a:lnTo>
                      <a:pt x="2387" y="2403"/>
                    </a:lnTo>
                    <a:lnTo>
                      <a:pt x="2644" y="2373"/>
                    </a:lnTo>
                    <a:lnTo>
                      <a:pt x="2916" y="2357"/>
                    </a:lnTo>
                    <a:lnTo>
                      <a:pt x="3188" y="2342"/>
                    </a:lnTo>
                    <a:lnTo>
                      <a:pt x="3777" y="2342"/>
                    </a:lnTo>
                    <a:lnTo>
                      <a:pt x="4079" y="2373"/>
                    </a:lnTo>
                    <a:lnTo>
                      <a:pt x="4396" y="2403"/>
                    </a:lnTo>
                    <a:lnTo>
                      <a:pt x="4744" y="2448"/>
                    </a:lnTo>
                    <a:lnTo>
                      <a:pt x="5076" y="2524"/>
                    </a:lnTo>
                    <a:lnTo>
                      <a:pt x="5438" y="2599"/>
                    </a:lnTo>
                    <a:lnTo>
                      <a:pt x="5801" y="2705"/>
                    </a:lnTo>
                    <a:lnTo>
                      <a:pt x="6179" y="2826"/>
                    </a:lnTo>
                    <a:lnTo>
                      <a:pt x="6571" y="2977"/>
                    </a:lnTo>
                    <a:lnTo>
                      <a:pt x="6949" y="3128"/>
                    </a:lnTo>
                    <a:lnTo>
                      <a:pt x="7327" y="3294"/>
                    </a:lnTo>
                    <a:lnTo>
                      <a:pt x="7689" y="3475"/>
                    </a:lnTo>
                    <a:lnTo>
                      <a:pt x="8037" y="3672"/>
                    </a:lnTo>
                    <a:lnTo>
                      <a:pt x="8369" y="3883"/>
                    </a:lnTo>
                    <a:lnTo>
                      <a:pt x="8701" y="4079"/>
                    </a:lnTo>
                    <a:lnTo>
                      <a:pt x="9019" y="4306"/>
                    </a:lnTo>
                    <a:lnTo>
                      <a:pt x="9306" y="4533"/>
                    </a:lnTo>
                    <a:lnTo>
                      <a:pt x="9593" y="4759"/>
                    </a:lnTo>
                    <a:lnTo>
                      <a:pt x="9880" y="4986"/>
                    </a:lnTo>
                    <a:lnTo>
                      <a:pt x="10136" y="5212"/>
                    </a:lnTo>
                    <a:lnTo>
                      <a:pt x="10378" y="5454"/>
                    </a:lnTo>
                    <a:lnTo>
                      <a:pt x="10846" y="5907"/>
                    </a:lnTo>
                    <a:lnTo>
                      <a:pt x="11254" y="6376"/>
                    </a:lnTo>
                    <a:lnTo>
                      <a:pt x="11632" y="6814"/>
                    </a:lnTo>
                    <a:lnTo>
                      <a:pt x="11934" y="7222"/>
                    </a:lnTo>
                    <a:lnTo>
                      <a:pt x="12206" y="7584"/>
                    </a:lnTo>
                    <a:lnTo>
                      <a:pt x="12433" y="7916"/>
                    </a:lnTo>
                    <a:lnTo>
                      <a:pt x="12720" y="8385"/>
                    </a:lnTo>
                    <a:lnTo>
                      <a:pt x="12810" y="8551"/>
                    </a:lnTo>
                    <a:lnTo>
                      <a:pt x="14396" y="7252"/>
                    </a:lnTo>
                    <a:lnTo>
                      <a:pt x="14275" y="6844"/>
                    </a:lnTo>
                    <a:lnTo>
                      <a:pt x="14124" y="6451"/>
                    </a:lnTo>
                    <a:lnTo>
                      <a:pt x="13973" y="6058"/>
                    </a:lnTo>
                    <a:lnTo>
                      <a:pt x="13792" y="5681"/>
                    </a:lnTo>
                    <a:lnTo>
                      <a:pt x="13611" y="5288"/>
                    </a:lnTo>
                    <a:lnTo>
                      <a:pt x="13399" y="4925"/>
                    </a:lnTo>
                    <a:lnTo>
                      <a:pt x="13158" y="4563"/>
                    </a:lnTo>
                    <a:lnTo>
                      <a:pt x="12916" y="4200"/>
                    </a:lnTo>
                    <a:lnTo>
                      <a:pt x="12674" y="3898"/>
                    </a:lnTo>
                    <a:lnTo>
                      <a:pt x="12433" y="3611"/>
                    </a:lnTo>
                    <a:lnTo>
                      <a:pt x="12176" y="3324"/>
                    </a:lnTo>
                    <a:lnTo>
                      <a:pt x="11904" y="3067"/>
                    </a:lnTo>
                    <a:lnTo>
                      <a:pt x="11647" y="2811"/>
                    </a:lnTo>
                    <a:lnTo>
                      <a:pt x="11360" y="2584"/>
                    </a:lnTo>
                    <a:lnTo>
                      <a:pt x="11073" y="2357"/>
                    </a:lnTo>
                    <a:lnTo>
                      <a:pt x="10786" y="2161"/>
                    </a:lnTo>
                    <a:lnTo>
                      <a:pt x="10499" y="1965"/>
                    </a:lnTo>
                    <a:lnTo>
                      <a:pt x="10197" y="1783"/>
                    </a:lnTo>
                    <a:lnTo>
                      <a:pt x="9895" y="1617"/>
                    </a:lnTo>
                    <a:lnTo>
                      <a:pt x="9593" y="1451"/>
                    </a:lnTo>
                    <a:lnTo>
                      <a:pt x="9291" y="1300"/>
                    </a:lnTo>
                    <a:lnTo>
                      <a:pt x="8988" y="1164"/>
                    </a:lnTo>
                    <a:lnTo>
                      <a:pt x="8686" y="1043"/>
                    </a:lnTo>
                    <a:lnTo>
                      <a:pt x="8369" y="922"/>
                    </a:lnTo>
                    <a:lnTo>
                      <a:pt x="7765" y="726"/>
                    </a:lnTo>
                    <a:lnTo>
                      <a:pt x="7161" y="545"/>
                    </a:lnTo>
                    <a:lnTo>
                      <a:pt x="6571" y="409"/>
                    </a:lnTo>
                    <a:lnTo>
                      <a:pt x="5997" y="288"/>
                    </a:lnTo>
                    <a:lnTo>
                      <a:pt x="5454" y="197"/>
                    </a:lnTo>
                    <a:lnTo>
                      <a:pt x="4925" y="122"/>
                    </a:lnTo>
                    <a:lnTo>
                      <a:pt x="4442" y="61"/>
                    </a:lnTo>
                    <a:lnTo>
                      <a:pt x="4003" y="16"/>
                    </a:lnTo>
                    <a:lnTo>
                      <a:pt x="3777" y="1"/>
                    </a:lnTo>
                    <a:close/>
                  </a:path>
                </a:pathLst>
              </a:custGeom>
              <a:solidFill>
                <a:srgbClr val="F395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23"/>
              <p:cNvSpPr/>
              <p:nvPr/>
            </p:nvSpPr>
            <p:spPr>
              <a:xfrm>
                <a:off x="7828065" y="2055636"/>
                <a:ext cx="57967" cy="163881"/>
              </a:xfrm>
              <a:custGeom>
                <a:avLst/>
                <a:gdLst/>
                <a:ahLst/>
                <a:cxnLst/>
                <a:rect l="l" t="t" r="r" b="b"/>
                <a:pathLst>
                  <a:path w="3431" h="9700" extrusionOk="0">
                    <a:moveTo>
                      <a:pt x="1285" y="1"/>
                    </a:moveTo>
                    <a:lnTo>
                      <a:pt x="1240" y="212"/>
                    </a:lnTo>
                    <a:lnTo>
                      <a:pt x="1104" y="771"/>
                    </a:lnTo>
                    <a:lnTo>
                      <a:pt x="1013" y="1164"/>
                    </a:lnTo>
                    <a:lnTo>
                      <a:pt x="938" y="1602"/>
                    </a:lnTo>
                    <a:lnTo>
                      <a:pt x="847" y="2101"/>
                    </a:lnTo>
                    <a:lnTo>
                      <a:pt x="786" y="2614"/>
                    </a:lnTo>
                    <a:lnTo>
                      <a:pt x="741" y="3158"/>
                    </a:lnTo>
                    <a:lnTo>
                      <a:pt x="711" y="3702"/>
                    </a:lnTo>
                    <a:lnTo>
                      <a:pt x="711" y="4246"/>
                    </a:lnTo>
                    <a:lnTo>
                      <a:pt x="726" y="4518"/>
                    </a:lnTo>
                    <a:lnTo>
                      <a:pt x="756" y="4790"/>
                    </a:lnTo>
                    <a:lnTo>
                      <a:pt x="786" y="5046"/>
                    </a:lnTo>
                    <a:lnTo>
                      <a:pt x="832" y="5288"/>
                    </a:lnTo>
                    <a:lnTo>
                      <a:pt x="892" y="5530"/>
                    </a:lnTo>
                    <a:lnTo>
                      <a:pt x="968" y="5771"/>
                    </a:lnTo>
                    <a:lnTo>
                      <a:pt x="1058" y="5983"/>
                    </a:lnTo>
                    <a:lnTo>
                      <a:pt x="1164" y="6194"/>
                    </a:lnTo>
                    <a:lnTo>
                      <a:pt x="1270" y="6376"/>
                    </a:lnTo>
                    <a:lnTo>
                      <a:pt x="1406" y="6557"/>
                    </a:lnTo>
                    <a:lnTo>
                      <a:pt x="1" y="9065"/>
                    </a:lnTo>
                    <a:lnTo>
                      <a:pt x="1376" y="9699"/>
                    </a:lnTo>
                    <a:lnTo>
                      <a:pt x="3385" y="7901"/>
                    </a:lnTo>
                    <a:lnTo>
                      <a:pt x="3400" y="7720"/>
                    </a:lnTo>
                    <a:lnTo>
                      <a:pt x="3415" y="7539"/>
                    </a:lnTo>
                    <a:lnTo>
                      <a:pt x="3430" y="7131"/>
                    </a:lnTo>
                    <a:lnTo>
                      <a:pt x="3400" y="6663"/>
                    </a:lnTo>
                    <a:lnTo>
                      <a:pt x="3339" y="6164"/>
                    </a:lnTo>
                    <a:lnTo>
                      <a:pt x="3264" y="5620"/>
                    </a:lnTo>
                    <a:lnTo>
                      <a:pt x="3158" y="5077"/>
                    </a:lnTo>
                    <a:lnTo>
                      <a:pt x="3037" y="4503"/>
                    </a:lnTo>
                    <a:lnTo>
                      <a:pt x="2916" y="3944"/>
                    </a:lnTo>
                    <a:lnTo>
                      <a:pt x="2645" y="2841"/>
                    </a:lnTo>
                    <a:lnTo>
                      <a:pt x="2373" y="1859"/>
                    </a:lnTo>
                    <a:lnTo>
                      <a:pt x="2131" y="1043"/>
                    </a:lnTo>
                    <a:lnTo>
                      <a:pt x="1965" y="499"/>
                    </a:lnTo>
                    <a:lnTo>
                      <a:pt x="1814" y="379"/>
                    </a:lnTo>
                    <a:lnTo>
                      <a:pt x="1632" y="258"/>
                    </a:lnTo>
                    <a:lnTo>
                      <a:pt x="1451" y="122"/>
                    </a:lnTo>
                    <a:lnTo>
                      <a:pt x="12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23"/>
              <p:cNvSpPr/>
              <p:nvPr/>
            </p:nvSpPr>
            <p:spPr>
              <a:xfrm>
                <a:off x="7213194" y="1688348"/>
                <a:ext cx="131207" cy="103127"/>
              </a:xfrm>
              <a:custGeom>
                <a:avLst/>
                <a:gdLst/>
                <a:ahLst/>
                <a:cxnLst/>
                <a:rect l="l" t="t" r="r" b="b"/>
                <a:pathLst>
                  <a:path w="7766" h="6104" extrusionOk="0">
                    <a:moveTo>
                      <a:pt x="6360" y="1"/>
                    </a:moveTo>
                    <a:lnTo>
                      <a:pt x="1" y="1707"/>
                    </a:lnTo>
                    <a:lnTo>
                      <a:pt x="16" y="1768"/>
                    </a:lnTo>
                    <a:lnTo>
                      <a:pt x="46" y="2100"/>
                    </a:lnTo>
                    <a:lnTo>
                      <a:pt x="152" y="3022"/>
                    </a:lnTo>
                    <a:lnTo>
                      <a:pt x="243" y="3656"/>
                    </a:lnTo>
                    <a:lnTo>
                      <a:pt x="363" y="4381"/>
                    </a:lnTo>
                    <a:lnTo>
                      <a:pt x="499" y="5212"/>
                    </a:lnTo>
                    <a:lnTo>
                      <a:pt x="681" y="6103"/>
                    </a:lnTo>
                    <a:lnTo>
                      <a:pt x="7765" y="3203"/>
                    </a:lnTo>
                    <a:lnTo>
                      <a:pt x="6360" y="1"/>
                    </a:lnTo>
                    <a:close/>
                  </a:path>
                </a:pathLst>
              </a:custGeom>
              <a:solidFill>
                <a:srgbClr val="F395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23"/>
              <p:cNvSpPr/>
              <p:nvPr/>
            </p:nvSpPr>
            <p:spPr>
              <a:xfrm>
                <a:off x="6982216" y="1370060"/>
                <a:ext cx="525756" cy="436432"/>
              </a:xfrm>
              <a:custGeom>
                <a:avLst/>
                <a:gdLst/>
                <a:ahLst/>
                <a:cxnLst/>
                <a:rect l="l" t="t" r="r" b="b"/>
                <a:pathLst>
                  <a:path w="31119" h="25832" extrusionOk="0">
                    <a:moveTo>
                      <a:pt x="24955" y="0"/>
                    </a:moveTo>
                    <a:lnTo>
                      <a:pt x="0" y="9321"/>
                    </a:lnTo>
                    <a:lnTo>
                      <a:pt x="6178" y="25832"/>
                    </a:lnTo>
                    <a:lnTo>
                      <a:pt x="31118" y="16526"/>
                    </a:lnTo>
                    <a:lnTo>
                      <a:pt x="24955" y="0"/>
                    </a:lnTo>
                    <a:close/>
                  </a:path>
                </a:pathLst>
              </a:custGeom>
              <a:solidFill>
                <a:srgbClr val="2C2A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23"/>
              <p:cNvSpPr/>
              <p:nvPr/>
            </p:nvSpPr>
            <p:spPr>
              <a:xfrm>
                <a:off x="6982216" y="1503293"/>
                <a:ext cx="525756" cy="303215"/>
              </a:xfrm>
              <a:custGeom>
                <a:avLst/>
                <a:gdLst/>
                <a:ahLst/>
                <a:cxnLst/>
                <a:rect l="l" t="t" r="r" b="b"/>
                <a:pathLst>
                  <a:path w="31119" h="17947" extrusionOk="0">
                    <a:moveTo>
                      <a:pt x="710" y="1"/>
                    </a:moveTo>
                    <a:lnTo>
                      <a:pt x="242" y="967"/>
                    </a:lnTo>
                    <a:lnTo>
                      <a:pt x="0" y="1436"/>
                    </a:lnTo>
                    <a:lnTo>
                      <a:pt x="6178" y="17947"/>
                    </a:lnTo>
                    <a:lnTo>
                      <a:pt x="31118" y="8641"/>
                    </a:lnTo>
                    <a:lnTo>
                      <a:pt x="30182" y="8369"/>
                    </a:lnTo>
                    <a:lnTo>
                      <a:pt x="71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23"/>
              <p:cNvSpPr/>
              <p:nvPr/>
            </p:nvSpPr>
            <p:spPr>
              <a:xfrm>
                <a:off x="6986288" y="1503293"/>
                <a:ext cx="263393" cy="283819"/>
              </a:xfrm>
              <a:custGeom>
                <a:avLst/>
                <a:gdLst/>
                <a:ahLst/>
                <a:cxnLst/>
                <a:rect l="l" t="t" r="r" b="b"/>
                <a:pathLst>
                  <a:path w="15590" h="16799" extrusionOk="0">
                    <a:moveTo>
                      <a:pt x="469" y="1"/>
                    </a:moveTo>
                    <a:lnTo>
                      <a:pt x="1" y="967"/>
                    </a:lnTo>
                    <a:lnTo>
                      <a:pt x="5892" y="16799"/>
                    </a:lnTo>
                    <a:lnTo>
                      <a:pt x="6647" y="16527"/>
                    </a:lnTo>
                    <a:lnTo>
                      <a:pt x="15590" y="3838"/>
                    </a:lnTo>
                    <a:lnTo>
                      <a:pt x="46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23"/>
              <p:cNvSpPr/>
              <p:nvPr/>
            </p:nvSpPr>
            <p:spPr>
              <a:xfrm>
                <a:off x="6994196" y="1352707"/>
                <a:ext cx="507391" cy="429792"/>
              </a:xfrm>
              <a:custGeom>
                <a:avLst/>
                <a:gdLst/>
                <a:ahLst/>
                <a:cxnLst/>
                <a:rect l="l" t="t" r="r" b="b"/>
                <a:pathLst>
                  <a:path w="30032" h="25439" extrusionOk="0">
                    <a:moveTo>
                      <a:pt x="23868" y="0"/>
                    </a:moveTo>
                    <a:lnTo>
                      <a:pt x="1" y="8913"/>
                    </a:lnTo>
                    <a:lnTo>
                      <a:pt x="6179" y="25439"/>
                    </a:lnTo>
                    <a:lnTo>
                      <a:pt x="30032" y="16526"/>
                    </a:lnTo>
                    <a:lnTo>
                      <a:pt x="238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23"/>
              <p:cNvSpPr/>
              <p:nvPr/>
            </p:nvSpPr>
            <p:spPr>
              <a:xfrm>
                <a:off x="7122847" y="1388951"/>
                <a:ext cx="155687" cy="144976"/>
              </a:xfrm>
              <a:custGeom>
                <a:avLst/>
                <a:gdLst/>
                <a:ahLst/>
                <a:cxnLst/>
                <a:rect l="l" t="t" r="r" b="b"/>
                <a:pathLst>
                  <a:path w="9215" h="8581" extrusionOk="0">
                    <a:moveTo>
                      <a:pt x="5741" y="0"/>
                    </a:moveTo>
                    <a:lnTo>
                      <a:pt x="5544" y="15"/>
                    </a:lnTo>
                    <a:lnTo>
                      <a:pt x="5348" y="61"/>
                    </a:lnTo>
                    <a:lnTo>
                      <a:pt x="5136" y="136"/>
                    </a:lnTo>
                    <a:lnTo>
                      <a:pt x="4955" y="227"/>
                    </a:lnTo>
                    <a:lnTo>
                      <a:pt x="4789" y="348"/>
                    </a:lnTo>
                    <a:lnTo>
                      <a:pt x="4729" y="423"/>
                    </a:lnTo>
                    <a:lnTo>
                      <a:pt x="4668" y="484"/>
                    </a:lnTo>
                    <a:lnTo>
                      <a:pt x="4623" y="514"/>
                    </a:lnTo>
                    <a:lnTo>
                      <a:pt x="4547" y="604"/>
                    </a:lnTo>
                    <a:lnTo>
                      <a:pt x="4441" y="725"/>
                    </a:lnTo>
                    <a:lnTo>
                      <a:pt x="4396" y="816"/>
                    </a:lnTo>
                    <a:lnTo>
                      <a:pt x="4366" y="922"/>
                    </a:lnTo>
                    <a:lnTo>
                      <a:pt x="4185" y="831"/>
                    </a:lnTo>
                    <a:lnTo>
                      <a:pt x="4124" y="816"/>
                    </a:lnTo>
                    <a:lnTo>
                      <a:pt x="4079" y="801"/>
                    </a:lnTo>
                    <a:lnTo>
                      <a:pt x="3943" y="786"/>
                    </a:lnTo>
                    <a:lnTo>
                      <a:pt x="3807" y="816"/>
                    </a:lnTo>
                    <a:lnTo>
                      <a:pt x="3671" y="861"/>
                    </a:lnTo>
                    <a:lnTo>
                      <a:pt x="3535" y="937"/>
                    </a:lnTo>
                    <a:lnTo>
                      <a:pt x="3414" y="1043"/>
                    </a:lnTo>
                    <a:lnTo>
                      <a:pt x="3309" y="1163"/>
                    </a:lnTo>
                    <a:lnTo>
                      <a:pt x="3218" y="1284"/>
                    </a:lnTo>
                    <a:lnTo>
                      <a:pt x="3052" y="1224"/>
                    </a:lnTo>
                    <a:lnTo>
                      <a:pt x="2855" y="1178"/>
                    </a:lnTo>
                    <a:lnTo>
                      <a:pt x="2674" y="1163"/>
                    </a:lnTo>
                    <a:lnTo>
                      <a:pt x="2478" y="1178"/>
                    </a:lnTo>
                    <a:lnTo>
                      <a:pt x="2327" y="1224"/>
                    </a:lnTo>
                    <a:lnTo>
                      <a:pt x="2176" y="1269"/>
                    </a:lnTo>
                    <a:lnTo>
                      <a:pt x="2040" y="1345"/>
                    </a:lnTo>
                    <a:lnTo>
                      <a:pt x="1904" y="1420"/>
                    </a:lnTo>
                    <a:lnTo>
                      <a:pt x="1798" y="1511"/>
                    </a:lnTo>
                    <a:lnTo>
                      <a:pt x="1707" y="1601"/>
                    </a:lnTo>
                    <a:lnTo>
                      <a:pt x="1632" y="1722"/>
                    </a:lnTo>
                    <a:lnTo>
                      <a:pt x="1602" y="1843"/>
                    </a:lnTo>
                    <a:lnTo>
                      <a:pt x="1466" y="1843"/>
                    </a:lnTo>
                    <a:lnTo>
                      <a:pt x="1330" y="1873"/>
                    </a:lnTo>
                    <a:lnTo>
                      <a:pt x="1179" y="1919"/>
                    </a:lnTo>
                    <a:lnTo>
                      <a:pt x="1012" y="1979"/>
                    </a:lnTo>
                    <a:lnTo>
                      <a:pt x="861" y="2055"/>
                    </a:lnTo>
                    <a:lnTo>
                      <a:pt x="710" y="2160"/>
                    </a:lnTo>
                    <a:lnTo>
                      <a:pt x="574" y="2266"/>
                    </a:lnTo>
                    <a:lnTo>
                      <a:pt x="469" y="2387"/>
                    </a:lnTo>
                    <a:lnTo>
                      <a:pt x="454" y="2387"/>
                    </a:lnTo>
                    <a:lnTo>
                      <a:pt x="348" y="2523"/>
                    </a:lnTo>
                    <a:lnTo>
                      <a:pt x="257" y="2659"/>
                    </a:lnTo>
                    <a:lnTo>
                      <a:pt x="167" y="2840"/>
                    </a:lnTo>
                    <a:lnTo>
                      <a:pt x="76" y="3052"/>
                    </a:lnTo>
                    <a:lnTo>
                      <a:pt x="46" y="3172"/>
                    </a:lnTo>
                    <a:lnTo>
                      <a:pt x="15" y="3308"/>
                    </a:lnTo>
                    <a:lnTo>
                      <a:pt x="0" y="3444"/>
                    </a:lnTo>
                    <a:lnTo>
                      <a:pt x="0" y="3595"/>
                    </a:lnTo>
                    <a:lnTo>
                      <a:pt x="0" y="3762"/>
                    </a:lnTo>
                    <a:lnTo>
                      <a:pt x="31" y="3928"/>
                    </a:lnTo>
                    <a:lnTo>
                      <a:pt x="816" y="3626"/>
                    </a:lnTo>
                    <a:lnTo>
                      <a:pt x="967" y="3716"/>
                    </a:lnTo>
                    <a:lnTo>
                      <a:pt x="1118" y="3777"/>
                    </a:lnTo>
                    <a:lnTo>
                      <a:pt x="1239" y="3822"/>
                    </a:lnTo>
                    <a:lnTo>
                      <a:pt x="1360" y="3852"/>
                    </a:lnTo>
                    <a:lnTo>
                      <a:pt x="1556" y="3882"/>
                    </a:lnTo>
                    <a:lnTo>
                      <a:pt x="1722" y="3913"/>
                    </a:lnTo>
                    <a:lnTo>
                      <a:pt x="1813" y="3943"/>
                    </a:lnTo>
                    <a:lnTo>
                      <a:pt x="1889" y="3988"/>
                    </a:lnTo>
                    <a:lnTo>
                      <a:pt x="1964" y="4064"/>
                    </a:lnTo>
                    <a:lnTo>
                      <a:pt x="2055" y="4154"/>
                    </a:lnTo>
                    <a:lnTo>
                      <a:pt x="2130" y="4290"/>
                    </a:lnTo>
                    <a:lnTo>
                      <a:pt x="2221" y="4456"/>
                    </a:lnTo>
                    <a:lnTo>
                      <a:pt x="2327" y="4668"/>
                    </a:lnTo>
                    <a:lnTo>
                      <a:pt x="2432" y="4940"/>
                    </a:lnTo>
                    <a:lnTo>
                      <a:pt x="2614" y="5438"/>
                    </a:lnTo>
                    <a:lnTo>
                      <a:pt x="2765" y="5967"/>
                    </a:lnTo>
                    <a:lnTo>
                      <a:pt x="2916" y="6466"/>
                    </a:lnTo>
                    <a:lnTo>
                      <a:pt x="3067" y="6949"/>
                    </a:lnTo>
                    <a:lnTo>
                      <a:pt x="3157" y="7176"/>
                    </a:lnTo>
                    <a:lnTo>
                      <a:pt x="3233" y="7372"/>
                    </a:lnTo>
                    <a:lnTo>
                      <a:pt x="3324" y="7568"/>
                    </a:lnTo>
                    <a:lnTo>
                      <a:pt x="3414" y="7734"/>
                    </a:lnTo>
                    <a:lnTo>
                      <a:pt x="3520" y="7886"/>
                    </a:lnTo>
                    <a:lnTo>
                      <a:pt x="3626" y="8006"/>
                    </a:lnTo>
                    <a:lnTo>
                      <a:pt x="3747" y="8097"/>
                    </a:lnTo>
                    <a:lnTo>
                      <a:pt x="3883" y="8157"/>
                    </a:lnTo>
                    <a:lnTo>
                      <a:pt x="3988" y="8188"/>
                    </a:lnTo>
                    <a:lnTo>
                      <a:pt x="4079" y="8188"/>
                    </a:lnTo>
                    <a:lnTo>
                      <a:pt x="4170" y="8173"/>
                    </a:lnTo>
                    <a:lnTo>
                      <a:pt x="4230" y="8127"/>
                    </a:lnTo>
                    <a:lnTo>
                      <a:pt x="4290" y="8067"/>
                    </a:lnTo>
                    <a:lnTo>
                      <a:pt x="4351" y="7991"/>
                    </a:lnTo>
                    <a:lnTo>
                      <a:pt x="4396" y="7886"/>
                    </a:lnTo>
                    <a:lnTo>
                      <a:pt x="4426" y="7765"/>
                    </a:lnTo>
                    <a:lnTo>
                      <a:pt x="4457" y="7629"/>
                    </a:lnTo>
                    <a:lnTo>
                      <a:pt x="4472" y="7478"/>
                    </a:lnTo>
                    <a:lnTo>
                      <a:pt x="4487" y="7145"/>
                    </a:lnTo>
                    <a:lnTo>
                      <a:pt x="4487" y="6753"/>
                    </a:lnTo>
                    <a:lnTo>
                      <a:pt x="4457" y="6330"/>
                    </a:lnTo>
                    <a:lnTo>
                      <a:pt x="4577" y="6722"/>
                    </a:lnTo>
                    <a:lnTo>
                      <a:pt x="4713" y="7100"/>
                    </a:lnTo>
                    <a:lnTo>
                      <a:pt x="4864" y="7447"/>
                    </a:lnTo>
                    <a:lnTo>
                      <a:pt x="5031" y="7765"/>
                    </a:lnTo>
                    <a:lnTo>
                      <a:pt x="5197" y="8052"/>
                    </a:lnTo>
                    <a:lnTo>
                      <a:pt x="5287" y="8173"/>
                    </a:lnTo>
                    <a:lnTo>
                      <a:pt x="5363" y="8278"/>
                    </a:lnTo>
                    <a:lnTo>
                      <a:pt x="5454" y="8369"/>
                    </a:lnTo>
                    <a:lnTo>
                      <a:pt x="5544" y="8444"/>
                    </a:lnTo>
                    <a:lnTo>
                      <a:pt x="5650" y="8505"/>
                    </a:lnTo>
                    <a:lnTo>
                      <a:pt x="5741" y="8550"/>
                    </a:lnTo>
                    <a:lnTo>
                      <a:pt x="5831" y="8580"/>
                    </a:lnTo>
                    <a:lnTo>
                      <a:pt x="5922" y="8580"/>
                    </a:lnTo>
                    <a:lnTo>
                      <a:pt x="5997" y="8565"/>
                    </a:lnTo>
                    <a:lnTo>
                      <a:pt x="6073" y="8535"/>
                    </a:lnTo>
                    <a:lnTo>
                      <a:pt x="6133" y="8490"/>
                    </a:lnTo>
                    <a:lnTo>
                      <a:pt x="6179" y="8414"/>
                    </a:lnTo>
                    <a:lnTo>
                      <a:pt x="6224" y="8339"/>
                    </a:lnTo>
                    <a:lnTo>
                      <a:pt x="6254" y="8233"/>
                    </a:lnTo>
                    <a:lnTo>
                      <a:pt x="6284" y="8112"/>
                    </a:lnTo>
                    <a:lnTo>
                      <a:pt x="6315" y="7991"/>
                    </a:lnTo>
                    <a:lnTo>
                      <a:pt x="6345" y="7704"/>
                    </a:lnTo>
                    <a:lnTo>
                      <a:pt x="6345" y="7357"/>
                    </a:lnTo>
                    <a:lnTo>
                      <a:pt x="6330" y="6994"/>
                    </a:lnTo>
                    <a:lnTo>
                      <a:pt x="6435" y="7221"/>
                    </a:lnTo>
                    <a:lnTo>
                      <a:pt x="6541" y="7447"/>
                    </a:lnTo>
                    <a:lnTo>
                      <a:pt x="6662" y="7644"/>
                    </a:lnTo>
                    <a:lnTo>
                      <a:pt x="6783" y="7825"/>
                    </a:lnTo>
                    <a:lnTo>
                      <a:pt x="6904" y="7976"/>
                    </a:lnTo>
                    <a:lnTo>
                      <a:pt x="7025" y="8097"/>
                    </a:lnTo>
                    <a:lnTo>
                      <a:pt x="7145" y="8188"/>
                    </a:lnTo>
                    <a:lnTo>
                      <a:pt x="7281" y="8248"/>
                    </a:lnTo>
                    <a:lnTo>
                      <a:pt x="7387" y="8278"/>
                    </a:lnTo>
                    <a:lnTo>
                      <a:pt x="7478" y="8278"/>
                    </a:lnTo>
                    <a:lnTo>
                      <a:pt x="7568" y="8263"/>
                    </a:lnTo>
                    <a:lnTo>
                      <a:pt x="7629" y="8218"/>
                    </a:lnTo>
                    <a:lnTo>
                      <a:pt x="7704" y="8157"/>
                    </a:lnTo>
                    <a:lnTo>
                      <a:pt x="7750" y="8067"/>
                    </a:lnTo>
                    <a:lnTo>
                      <a:pt x="7795" y="7961"/>
                    </a:lnTo>
                    <a:lnTo>
                      <a:pt x="7825" y="7840"/>
                    </a:lnTo>
                    <a:lnTo>
                      <a:pt x="7855" y="7689"/>
                    </a:lnTo>
                    <a:lnTo>
                      <a:pt x="7871" y="7538"/>
                    </a:lnTo>
                    <a:lnTo>
                      <a:pt x="7886" y="7191"/>
                    </a:lnTo>
                    <a:lnTo>
                      <a:pt x="7871" y="6783"/>
                    </a:lnTo>
                    <a:lnTo>
                      <a:pt x="7840" y="6345"/>
                    </a:lnTo>
                    <a:lnTo>
                      <a:pt x="8022" y="6662"/>
                    </a:lnTo>
                    <a:lnTo>
                      <a:pt x="8112" y="6798"/>
                    </a:lnTo>
                    <a:lnTo>
                      <a:pt x="8218" y="6919"/>
                    </a:lnTo>
                    <a:lnTo>
                      <a:pt x="8309" y="7024"/>
                    </a:lnTo>
                    <a:lnTo>
                      <a:pt x="8414" y="7115"/>
                    </a:lnTo>
                    <a:lnTo>
                      <a:pt x="8520" y="7176"/>
                    </a:lnTo>
                    <a:lnTo>
                      <a:pt x="8611" y="7236"/>
                    </a:lnTo>
                    <a:lnTo>
                      <a:pt x="8701" y="7251"/>
                    </a:lnTo>
                    <a:lnTo>
                      <a:pt x="8777" y="7266"/>
                    </a:lnTo>
                    <a:lnTo>
                      <a:pt x="8852" y="7251"/>
                    </a:lnTo>
                    <a:lnTo>
                      <a:pt x="8913" y="7236"/>
                    </a:lnTo>
                    <a:lnTo>
                      <a:pt x="8958" y="7206"/>
                    </a:lnTo>
                    <a:lnTo>
                      <a:pt x="9019" y="7160"/>
                    </a:lnTo>
                    <a:lnTo>
                      <a:pt x="9064" y="7100"/>
                    </a:lnTo>
                    <a:lnTo>
                      <a:pt x="9094" y="7024"/>
                    </a:lnTo>
                    <a:lnTo>
                      <a:pt x="9155" y="6843"/>
                    </a:lnTo>
                    <a:lnTo>
                      <a:pt x="9200" y="6632"/>
                    </a:lnTo>
                    <a:lnTo>
                      <a:pt x="9215" y="6375"/>
                    </a:lnTo>
                    <a:lnTo>
                      <a:pt x="9215" y="6088"/>
                    </a:lnTo>
                    <a:lnTo>
                      <a:pt x="9215" y="5771"/>
                    </a:lnTo>
                    <a:lnTo>
                      <a:pt x="9185" y="5438"/>
                    </a:lnTo>
                    <a:lnTo>
                      <a:pt x="9124" y="4698"/>
                    </a:lnTo>
                    <a:lnTo>
                      <a:pt x="8928" y="3157"/>
                    </a:lnTo>
                    <a:lnTo>
                      <a:pt x="8898" y="2976"/>
                    </a:lnTo>
                    <a:lnTo>
                      <a:pt x="8852" y="2795"/>
                    </a:lnTo>
                    <a:lnTo>
                      <a:pt x="8807" y="2614"/>
                    </a:lnTo>
                    <a:lnTo>
                      <a:pt x="8732" y="2447"/>
                    </a:lnTo>
                    <a:lnTo>
                      <a:pt x="8656" y="2281"/>
                    </a:lnTo>
                    <a:lnTo>
                      <a:pt x="8565" y="2115"/>
                    </a:lnTo>
                    <a:lnTo>
                      <a:pt x="8475" y="1964"/>
                    </a:lnTo>
                    <a:lnTo>
                      <a:pt x="8369" y="1813"/>
                    </a:lnTo>
                    <a:lnTo>
                      <a:pt x="8158" y="1541"/>
                    </a:lnTo>
                    <a:lnTo>
                      <a:pt x="7901" y="1284"/>
                    </a:lnTo>
                    <a:lnTo>
                      <a:pt x="7659" y="1058"/>
                    </a:lnTo>
                    <a:lnTo>
                      <a:pt x="7387" y="846"/>
                    </a:lnTo>
                    <a:lnTo>
                      <a:pt x="7130" y="665"/>
                    </a:lnTo>
                    <a:lnTo>
                      <a:pt x="6889" y="499"/>
                    </a:lnTo>
                    <a:lnTo>
                      <a:pt x="6662" y="363"/>
                    </a:lnTo>
                    <a:lnTo>
                      <a:pt x="6451" y="257"/>
                    </a:lnTo>
                    <a:lnTo>
                      <a:pt x="6148" y="106"/>
                    </a:lnTo>
                    <a:lnTo>
                      <a:pt x="6043" y="61"/>
                    </a:lnTo>
                    <a:lnTo>
                      <a:pt x="5982" y="30"/>
                    </a:lnTo>
                    <a:lnTo>
                      <a:pt x="5907" y="15"/>
                    </a:lnTo>
                    <a:lnTo>
                      <a:pt x="5741" y="0"/>
                    </a:lnTo>
                    <a:close/>
                  </a:path>
                </a:pathLst>
              </a:custGeom>
              <a:solidFill>
                <a:srgbClr val="F9B5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23"/>
              <p:cNvSpPr/>
              <p:nvPr/>
            </p:nvSpPr>
            <p:spPr>
              <a:xfrm>
                <a:off x="8463870" y="2405334"/>
                <a:ext cx="263140" cy="323877"/>
              </a:xfrm>
              <a:custGeom>
                <a:avLst/>
                <a:gdLst/>
                <a:ahLst/>
                <a:cxnLst/>
                <a:rect l="l" t="t" r="r" b="b"/>
                <a:pathLst>
                  <a:path w="15575" h="19170" extrusionOk="0">
                    <a:moveTo>
                      <a:pt x="12342" y="0"/>
                    </a:moveTo>
                    <a:lnTo>
                      <a:pt x="12206" y="15"/>
                    </a:lnTo>
                    <a:lnTo>
                      <a:pt x="12101" y="45"/>
                    </a:lnTo>
                    <a:lnTo>
                      <a:pt x="11980" y="76"/>
                    </a:lnTo>
                    <a:lnTo>
                      <a:pt x="11799" y="181"/>
                    </a:lnTo>
                    <a:lnTo>
                      <a:pt x="11753" y="212"/>
                    </a:lnTo>
                    <a:lnTo>
                      <a:pt x="11693" y="287"/>
                    </a:lnTo>
                    <a:lnTo>
                      <a:pt x="11542" y="544"/>
                    </a:lnTo>
                    <a:lnTo>
                      <a:pt x="11360" y="907"/>
                    </a:lnTo>
                    <a:lnTo>
                      <a:pt x="11149" y="1375"/>
                    </a:lnTo>
                    <a:lnTo>
                      <a:pt x="10666" y="2508"/>
                    </a:lnTo>
                    <a:lnTo>
                      <a:pt x="10122" y="3807"/>
                    </a:lnTo>
                    <a:lnTo>
                      <a:pt x="9608" y="5121"/>
                    </a:lnTo>
                    <a:lnTo>
                      <a:pt x="9155" y="6284"/>
                    </a:lnTo>
                    <a:lnTo>
                      <a:pt x="8657" y="7614"/>
                    </a:lnTo>
                    <a:lnTo>
                      <a:pt x="8581" y="7795"/>
                    </a:lnTo>
                    <a:lnTo>
                      <a:pt x="8490" y="7976"/>
                    </a:lnTo>
                    <a:lnTo>
                      <a:pt x="8385" y="8142"/>
                    </a:lnTo>
                    <a:lnTo>
                      <a:pt x="8324" y="8218"/>
                    </a:lnTo>
                    <a:lnTo>
                      <a:pt x="8249" y="8278"/>
                    </a:lnTo>
                    <a:lnTo>
                      <a:pt x="8188" y="8308"/>
                    </a:lnTo>
                    <a:lnTo>
                      <a:pt x="8128" y="8339"/>
                    </a:lnTo>
                    <a:lnTo>
                      <a:pt x="8067" y="8339"/>
                    </a:lnTo>
                    <a:lnTo>
                      <a:pt x="8007" y="8308"/>
                    </a:lnTo>
                    <a:lnTo>
                      <a:pt x="7931" y="8263"/>
                    </a:lnTo>
                    <a:lnTo>
                      <a:pt x="7886" y="8188"/>
                    </a:lnTo>
                    <a:lnTo>
                      <a:pt x="7826" y="8067"/>
                    </a:lnTo>
                    <a:lnTo>
                      <a:pt x="7765" y="7916"/>
                    </a:lnTo>
                    <a:lnTo>
                      <a:pt x="7750" y="7840"/>
                    </a:lnTo>
                    <a:lnTo>
                      <a:pt x="7750" y="7734"/>
                    </a:lnTo>
                    <a:lnTo>
                      <a:pt x="7750" y="7614"/>
                    </a:lnTo>
                    <a:lnTo>
                      <a:pt x="7765" y="7493"/>
                    </a:lnTo>
                    <a:lnTo>
                      <a:pt x="7841" y="7206"/>
                    </a:lnTo>
                    <a:lnTo>
                      <a:pt x="7931" y="6888"/>
                    </a:lnTo>
                    <a:lnTo>
                      <a:pt x="8067" y="6526"/>
                    </a:lnTo>
                    <a:lnTo>
                      <a:pt x="8218" y="6148"/>
                    </a:lnTo>
                    <a:lnTo>
                      <a:pt x="8596" y="5317"/>
                    </a:lnTo>
                    <a:lnTo>
                      <a:pt x="8989" y="4456"/>
                    </a:lnTo>
                    <a:lnTo>
                      <a:pt x="9366" y="3595"/>
                    </a:lnTo>
                    <a:lnTo>
                      <a:pt x="9533" y="3172"/>
                    </a:lnTo>
                    <a:lnTo>
                      <a:pt x="9684" y="2765"/>
                    </a:lnTo>
                    <a:lnTo>
                      <a:pt x="9820" y="2387"/>
                    </a:lnTo>
                    <a:lnTo>
                      <a:pt x="9910" y="2024"/>
                    </a:lnTo>
                    <a:lnTo>
                      <a:pt x="9986" y="1692"/>
                    </a:lnTo>
                    <a:lnTo>
                      <a:pt x="10031" y="1405"/>
                    </a:lnTo>
                    <a:lnTo>
                      <a:pt x="10061" y="1163"/>
                    </a:lnTo>
                    <a:lnTo>
                      <a:pt x="10061" y="937"/>
                    </a:lnTo>
                    <a:lnTo>
                      <a:pt x="10061" y="755"/>
                    </a:lnTo>
                    <a:lnTo>
                      <a:pt x="10031" y="604"/>
                    </a:lnTo>
                    <a:lnTo>
                      <a:pt x="9986" y="468"/>
                    </a:lnTo>
                    <a:lnTo>
                      <a:pt x="9941" y="378"/>
                    </a:lnTo>
                    <a:lnTo>
                      <a:pt x="9880" y="287"/>
                    </a:lnTo>
                    <a:lnTo>
                      <a:pt x="9805" y="242"/>
                    </a:lnTo>
                    <a:lnTo>
                      <a:pt x="9714" y="197"/>
                    </a:lnTo>
                    <a:lnTo>
                      <a:pt x="9623" y="181"/>
                    </a:lnTo>
                    <a:lnTo>
                      <a:pt x="9412" y="181"/>
                    </a:lnTo>
                    <a:lnTo>
                      <a:pt x="9306" y="212"/>
                    </a:lnTo>
                    <a:lnTo>
                      <a:pt x="9185" y="242"/>
                    </a:lnTo>
                    <a:lnTo>
                      <a:pt x="9110" y="287"/>
                    </a:lnTo>
                    <a:lnTo>
                      <a:pt x="9034" y="363"/>
                    </a:lnTo>
                    <a:lnTo>
                      <a:pt x="8944" y="484"/>
                    </a:lnTo>
                    <a:lnTo>
                      <a:pt x="8838" y="620"/>
                    </a:lnTo>
                    <a:lnTo>
                      <a:pt x="8596" y="1012"/>
                    </a:lnTo>
                    <a:lnTo>
                      <a:pt x="8324" y="1496"/>
                    </a:lnTo>
                    <a:lnTo>
                      <a:pt x="8007" y="2070"/>
                    </a:lnTo>
                    <a:lnTo>
                      <a:pt x="7675" y="2704"/>
                    </a:lnTo>
                    <a:lnTo>
                      <a:pt x="6995" y="4094"/>
                    </a:lnTo>
                    <a:lnTo>
                      <a:pt x="6315" y="5529"/>
                    </a:lnTo>
                    <a:lnTo>
                      <a:pt x="5726" y="6843"/>
                    </a:lnTo>
                    <a:lnTo>
                      <a:pt x="5258" y="7885"/>
                    </a:lnTo>
                    <a:lnTo>
                      <a:pt x="5001" y="8490"/>
                    </a:lnTo>
                    <a:lnTo>
                      <a:pt x="4925" y="8671"/>
                    </a:lnTo>
                    <a:lnTo>
                      <a:pt x="4820" y="8852"/>
                    </a:lnTo>
                    <a:lnTo>
                      <a:pt x="4699" y="9018"/>
                    </a:lnTo>
                    <a:lnTo>
                      <a:pt x="4563" y="9185"/>
                    </a:lnTo>
                    <a:lnTo>
                      <a:pt x="4412" y="9336"/>
                    </a:lnTo>
                    <a:lnTo>
                      <a:pt x="4246" y="9472"/>
                    </a:lnTo>
                    <a:lnTo>
                      <a:pt x="4079" y="9608"/>
                    </a:lnTo>
                    <a:lnTo>
                      <a:pt x="3913" y="9728"/>
                    </a:lnTo>
                    <a:lnTo>
                      <a:pt x="3747" y="9819"/>
                    </a:lnTo>
                    <a:lnTo>
                      <a:pt x="3581" y="9910"/>
                    </a:lnTo>
                    <a:lnTo>
                      <a:pt x="3430" y="9970"/>
                    </a:lnTo>
                    <a:lnTo>
                      <a:pt x="3279" y="10000"/>
                    </a:lnTo>
                    <a:lnTo>
                      <a:pt x="3143" y="10015"/>
                    </a:lnTo>
                    <a:lnTo>
                      <a:pt x="3022" y="9985"/>
                    </a:lnTo>
                    <a:lnTo>
                      <a:pt x="2977" y="9970"/>
                    </a:lnTo>
                    <a:lnTo>
                      <a:pt x="2931" y="9940"/>
                    </a:lnTo>
                    <a:lnTo>
                      <a:pt x="2886" y="9910"/>
                    </a:lnTo>
                    <a:lnTo>
                      <a:pt x="2856" y="9864"/>
                    </a:lnTo>
                    <a:lnTo>
                      <a:pt x="2795" y="9744"/>
                    </a:lnTo>
                    <a:lnTo>
                      <a:pt x="2735" y="9608"/>
                    </a:lnTo>
                    <a:lnTo>
                      <a:pt x="2659" y="9441"/>
                    </a:lnTo>
                    <a:lnTo>
                      <a:pt x="2614" y="9260"/>
                    </a:lnTo>
                    <a:lnTo>
                      <a:pt x="2554" y="9049"/>
                    </a:lnTo>
                    <a:lnTo>
                      <a:pt x="2493" y="8822"/>
                    </a:lnTo>
                    <a:lnTo>
                      <a:pt x="2463" y="8580"/>
                    </a:lnTo>
                    <a:lnTo>
                      <a:pt x="2418" y="8308"/>
                    </a:lnTo>
                    <a:lnTo>
                      <a:pt x="2403" y="8037"/>
                    </a:lnTo>
                    <a:lnTo>
                      <a:pt x="2388" y="7765"/>
                    </a:lnTo>
                    <a:lnTo>
                      <a:pt x="2403" y="7463"/>
                    </a:lnTo>
                    <a:lnTo>
                      <a:pt x="2418" y="7160"/>
                    </a:lnTo>
                    <a:lnTo>
                      <a:pt x="2463" y="6858"/>
                    </a:lnTo>
                    <a:lnTo>
                      <a:pt x="2524" y="6556"/>
                    </a:lnTo>
                    <a:lnTo>
                      <a:pt x="2599" y="6254"/>
                    </a:lnTo>
                    <a:lnTo>
                      <a:pt x="2705" y="5952"/>
                    </a:lnTo>
                    <a:lnTo>
                      <a:pt x="2765" y="5801"/>
                    </a:lnTo>
                    <a:lnTo>
                      <a:pt x="2795" y="5650"/>
                    </a:lnTo>
                    <a:lnTo>
                      <a:pt x="2826" y="5514"/>
                    </a:lnTo>
                    <a:lnTo>
                      <a:pt x="2841" y="5363"/>
                    </a:lnTo>
                    <a:lnTo>
                      <a:pt x="2856" y="5227"/>
                    </a:lnTo>
                    <a:lnTo>
                      <a:pt x="2856" y="5106"/>
                    </a:lnTo>
                    <a:lnTo>
                      <a:pt x="2826" y="4849"/>
                    </a:lnTo>
                    <a:lnTo>
                      <a:pt x="2765" y="4607"/>
                    </a:lnTo>
                    <a:lnTo>
                      <a:pt x="2675" y="4396"/>
                    </a:lnTo>
                    <a:lnTo>
                      <a:pt x="2569" y="4185"/>
                    </a:lnTo>
                    <a:lnTo>
                      <a:pt x="2433" y="4018"/>
                    </a:lnTo>
                    <a:lnTo>
                      <a:pt x="2312" y="3852"/>
                    </a:lnTo>
                    <a:lnTo>
                      <a:pt x="2161" y="3731"/>
                    </a:lnTo>
                    <a:lnTo>
                      <a:pt x="2025" y="3610"/>
                    </a:lnTo>
                    <a:lnTo>
                      <a:pt x="1889" y="3535"/>
                    </a:lnTo>
                    <a:lnTo>
                      <a:pt x="1768" y="3475"/>
                    </a:lnTo>
                    <a:lnTo>
                      <a:pt x="1662" y="3444"/>
                    </a:lnTo>
                    <a:lnTo>
                      <a:pt x="1572" y="3444"/>
                    </a:lnTo>
                    <a:lnTo>
                      <a:pt x="1542" y="3459"/>
                    </a:lnTo>
                    <a:lnTo>
                      <a:pt x="1511" y="3490"/>
                    </a:lnTo>
                    <a:lnTo>
                      <a:pt x="1451" y="3550"/>
                    </a:lnTo>
                    <a:lnTo>
                      <a:pt x="1375" y="3671"/>
                    </a:lnTo>
                    <a:lnTo>
                      <a:pt x="1209" y="4033"/>
                    </a:lnTo>
                    <a:lnTo>
                      <a:pt x="1028" y="4502"/>
                    </a:lnTo>
                    <a:lnTo>
                      <a:pt x="817" y="5076"/>
                    </a:lnTo>
                    <a:lnTo>
                      <a:pt x="620" y="5680"/>
                    </a:lnTo>
                    <a:lnTo>
                      <a:pt x="454" y="6299"/>
                    </a:lnTo>
                    <a:lnTo>
                      <a:pt x="378" y="6601"/>
                    </a:lnTo>
                    <a:lnTo>
                      <a:pt x="333" y="6888"/>
                    </a:lnTo>
                    <a:lnTo>
                      <a:pt x="288" y="7160"/>
                    </a:lnTo>
                    <a:lnTo>
                      <a:pt x="258" y="7402"/>
                    </a:lnTo>
                    <a:lnTo>
                      <a:pt x="137" y="8641"/>
                    </a:lnTo>
                    <a:lnTo>
                      <a:pt x="76" y="9411"/>
                    </a:lnTo>
                    <a:lnTo>
                      <a:pt x="16" y="10242"/>
                    </a:lnTo>
                    <a:lnTo>
                      <a:pt x="1" y="10665"/>
                    </a:lnTo>
                    <a:lnTo>
                      <a:pt x="1" y="11088"/>
                    </a:lnTo>
                    <a:lnTo>
                      <a:pt x="1" y="11496"/>
                    </a:lnTo>
                    <a:lnTo>
                      <a:pt x="16" y="11889"/>
                    </a:lnTo>
                    <a:lnTo>
                      <a:pt x="46" y="12281"/>
                    </a:lnTo>
                    <a:lnTo>
                      <a:pt x="91" y="12629"/>
                    </a:lnTo>
                    <a:lnTo>
                      <a:pt x="167" y="12961"/>
                    </a:lnTo>
                    <a:lnTo>
                      <a:pt x="258" y="13248"/>
                    </a:lnTo>
                    <a:lnTo>
                      <a:pt x="439" y="13822"/>
                    </a:lnTo>
                    <a:lnTo>
                      <a:pt x="605" y="14366"/>
                    </a:lnTo>
                    <a:lnTo>
                      <a:pt x="681" y="14608"/>
                    </a:lnTo>
                    <a:lnTo>
                      <a:pt x="756" y="14834"/>
                    </a:lnTo>
                    <a:lnTo>
                      <a:pt x="847" y="15061"/>
                    </a:lnTo>
                    <a:lnTo>
                      <a:pt x="952" y="15287"/>
                    </a:lnTo>
                    <a:lnTo>
                      <a:pt x="1058" y="15499"/>
                    </a:lnTo>
                    <a:lnTo>
                      <a:pt x="1179" y="15710"/>
                    </a:lnTo>
                    <a:lnTo>
                      <a:pt x="1315" y="15907"/>
                    </a:lnTo>
                    <a:lnTo>
                      <a:pt x="1451" y="16103"/>
                    </a:lnTo>
                    <a:lnTo>
                      <a:pt x="1602" y="16300"/>
                    </a:lnTo>
                    <a:lnTo>
                      <a:pt x="1753" y="16481"/>
                    </a:lnTo>
                    <a:lnTo>
                      <a:pt x="1919" y="16647"/>
                    </a:lnTo>
                    <a:lnTo>
                      <a:pt x="2101" y="16813"/>
                    </a:lnTo>
                    <a:lnTo>
                      <a:pt x="2282" y="16979"/>
                    </a:lnTo>
                    <a:lnTo>
                      <a:pt x="2463" y="17130"/>
                    </a:lnTo>
                    <a:lnTo>
                      <a:pt x="2659" y="17266"/>
                    </a:lnTo>
                    <a:lnTo>
                      <a:pt x="2871" y="17402"/>
                    </a:lnTo>
                    <a:lnTo>
                      <a:pt x="3324" y="17689"/>
                    </a:lnTo>
                    <a:lnTo>
                      <a:pt x="3808" y="17976"/>
                    </a:lnTo>
                    <a:lnTo>
                      <a:pt x="4291" y="18248"/>
                    </a:lnTo>
                    <a:lnTo>
                      <a:pt x="4774" y="18505"/>
                    </a:lnTo>
                    <a:lnTo>
                      <a:pt x="5243" y="18732"/>
                    </a:lnTo>
                    <a:lnTo>
                      <a:pt x="5696" y="18913"/>
                    </a:lnTo>
                    <a:lnTo>
                      <a:pt x="5907" y="18988"/>
                    </a:lnTo>
                    <a:lnTo>
                      <a:pt x="6104" y="19049"/>
                    </a:lnTo>
                    <a:lnTo>
                      <a:pt x="6300" y="19109"/>
                    </a:lnTo>
                    <a:lnTo>
                      <a:pt x="6496" y="19139"/>
                    </a:lnTo>
                    <a:lnTo>
                      <a:pt x="6783" y="19170"/>
                    </a:lnTo>
                    <a:lnTo>
                      <a:pt x="7055" y="19170"/>
                    </a:lnTo>
                    <a:lnTo>
                      <a:pt x="7327" y="19155"/>
                    </a:lnTo>
                    <a:lnTo>
                      <a:pt x="7584" y="19094"/>
                    </a:lnTo>
                    <a:lnTo>
                      <a:pt x="7826" y="19019"/>
                    </a:lnTo>
                    <a:lnTo>
                      <a:pt x="8067" y="18928"/>
                    </a:lnTo>
                    <a:lnTo>
                      <a:pt x="8294" y="18807"/>
                    </a:lnTo>
                    <a:lnTo>
                      <a:pt x="8536" y="18671"/>
                    </a:lnTo>
                    <a:lnTo>
                      <a:pt x="8762" y="18505"/>
                    </a:lnTo>
                    <a:lnTo>
                      <a:pt x="9004" y="18324"/>
                    </a:lnTo>
                    <a:lnTo>
                      <a:pt x="9246" y="18112"/>
                    </a:lnTo>
                    <a:lnTo>
                      <a:pt x="9502" y="17901"/>
                    </a:lnTo>
                    <a:lnTo>
                      <a:pt x="10046" y="17402"/>
                    </a:lnTo>
                    <a:lnTo>
                      <a:pt x="10650" y="16843"/>
                    </a:lnTo>
                    <a:lnTo>
                      <a:pt x="11134" y="16360"/>
                    </a:lnTo>
                    <a:lnTo>
                      <a:pt x="11587" y="15877"/>
                    </a:lnTo>
                    <a:lnTo>
                      <a:pt x="11995" y="15408"/>
                    </a:lnTo>
                    <a:lnTo>
                      <a:pt x="12373" y="14925"/>
                    </a:lnTo>
                    <a:lnTo>
                      <a:pt x="12705" y="14457"/>
                    </a:lnTo>
                    <a:lnTo>
                      <a:pt x="13007" y="13973"/>
                    </a:lnTo>
                    <a:lnTo>
                      <a:pt x="13279" y="13505"/>
                    </a:lnTo>
                    <a:lnTo>
                      <a:pt x="13536" y="13022"/>
                    </a:lnTo>
                    <a:lnTo>
                      <a:pt x="13762" y="12538"/>
                    </a:lnTo>
                    <a:lnTo>
                      <a:pt x="13974" y="12055"/>
                    </a:lnTo>
                    <a:lnTo>
                      <a:pt x="14185" y="11556"/>
                    </a:lnTo>
                    <a:lnTo>
                      <a:pt x="14367" y="11058"/>
                    </a:lnTo>
                    <a:lnTo>
                      <a:pt x="14744" y="10061"/>
                    </a:lnTo>
                    <a:lnTo>
                      <a:pt x="15107" y="9034"/>
                    </a:lnTo>
                    <a:lnTo>
                      <a:pt x="15273" y="8535"/>
                    </a:lnTo>
                    <a:lnTo>
                      <a:pt x="15409" y="8097"/>
                    </a:lnTo>
                    <a:lnTo>
                      <a:pt x="15499" y="7704"/>
                    </a:lnTo>
                    <a:lnTo>
                      <a:pt x="15545" y="7357"/>
                    </a:lnTo>
                    <a:lnTo>
                      <a:pt x="15575" y="7070"/>
                    </a:lnTo>
                    <a:lnTo>
                      <a:pt x="15560" y="6813"/>
                    </a:lnTo>
                    <a:lnTo>
                      <a:pt x="15530" y="6586"/>
                    </a:lnTo>
                    <a:lnTo>
                      <a:pt x="15484" y="6420"/>
                    </a:lnTo>
                    <a:lnTo>
                      <a:pt x="15424" y="6269"/>
                    </a:lnTo>
                    <a:lnTo>
                      <a:pt x="15333" y="6163"/>
                    </a:lnTo>
                    <a:lnTo>
                      <a:pt x="15258" y="6088"/>
                    </a:lnTo>
                    <a:lnTo>
                      <a:pt x="15152" y="6027"/>
                    </a:lnTo>
                    <a:lnTo>
                      <a:pt x="15061" y="6012"/>
                    </a:lnTo>
                    <a:lnTo>
                      <a:pt x="14971" y="5997"/>
                    </a:lnTo>
                    <a:lnTo>
                      <a:pt x="14880" y="6027"/>
                    </a:lnTo>
                    <a:lnTo>
                      <a:pt x="14805" y="6058"/>
                    </a:lnTo>
                    <a:lnTo>
                      <a:pt x="14774" y="6088"/>
                    </a:lnTo>
                    <a:lnTo>
                      <a:pt x="14729" y="6148"/>
                    </a:lnTo>
                    <a:lnTo>
                      <a:pt x="14608" y="6314"/>
                    </a:lnTo>
                    <a:lnTo>
                      <a:pt x="14472" y="6541"/>
                    </a:lnTo>
                    <a:lnTo>
                      <a:pt x="14321" y="6828"/>
                    </a:lnTo>
                    <a:lnTo>
                      <a:pt x="13989" y="7523"/>
                    </a:lnTo>
                    <a:lnTo>
                      <a:pt x="13611" y="8308"/>
                    </a:lnTo>
                    <a:lnTo>
                      <a:pt x="13249" y="9094"/>
                    </a:lnTo>
                    <a:lnTo>
                      <a:pt x="12916" y="9789"/>
                    </a:lnTo>
                    <a:lnTo>
                      <a:pt x="12660" y="10287"/>
                    </a:lnTo>
                    <a:lnTo>
                      <a:pt x="12569" y="10438"/>
                    </a:lnTo>
                    <a:lnTo>
                      <a:pt x="12524" y="10499"/>
                    </a:lnTo>
                    <a:lnTo>
                      <a:pt x="12493" y="10514"/>
                    </a:lnTo>
                    <a:lnTo>
                      <a:pt x="12403" y="10559"/>
                    </a:lnTo>
                    <a:lnTo>
                      <a:pt x="12327" y="10559"/>
                    </a:lnTo>
                    <a:lnTo>
                      <a:pt x="12282" y="10529"/>
                    </a:lnTo>
                    <a:lnTo>
                      <a:pt x="12237" y="10484"/>
                    </a:lnTo>
                    <a:lnTo>
                      <a:pt x="12222" y="10408"/>
                    </a:lnTo>
                    <a:lnTo>
                      <a:pt x="12222" y="10318"/>
                    </a:lnTo>
                    <a:lnTo>
                      <a:pt x="12237" y="10197"/>
                    </a:lnTo>
                    <a:lnTo>
                      <a:pt x="12267" y="10091"/>
                    </a:lnTo>
                    <a:lnTo>
                      <a:pt x="12388" y="9819"/>
                    </a:lnTo>
                    <a:lnTo>
                      <a:pt x="12599" y="9321"/>
                    </a:lnTo>
                    <a:lnTo>
                      <a:pt x="13249" y="7870"/>
                    </a:lnTo>
                    <a:lnTo>
                      <a:pt x="13611" y="7024"/>
                    </a:lnTo>
                    <a:lnTo>
                      <a:pt x="13974" y="6163"/>
                    </a:lnTo>
                    <a:lnTo>
                      <a:pt x="14306" y="5363"/>
                    </a:lnTo>
                    <a:lnTo>
                      <a:pt x="14563" y="4653"/>
                    </a:lnTo>
                    <a:lnTo>
                      <a:pt x="14654" y="4336"/>
                    </a:lnTo>
                    <a:lnTo>
                      <a:pt x="14729" y="4049"/>
                    </a:lnTo>
                    <a:lnTo>
                      <a:pt x="14774" y="3792"/>
                    </a:lnTo>
                    <a:lnTo>
                      <a:pt x="14805" y="3550"/>
                    </a:lnTo>
                    <a:lnTo>
                      <a:pt x="14805" y="3339"/>
                    </a:lnTo>
                    <a:lnTo>
                      <a:pt x="14790" y="3142"/>
                    </a:lnTo>
                    <a:lnTo>
                      <a:pt x="14759" y="2976"/>
                    </a:lnTo>
                    <a:lnTo>
                      <a:pt x="14714" y="2840"/>
                    </a:lnTo>
                    <a:lnTo>
                      <a:pt x="14638" y="2719"/>
                    </a:lnTo>
                    <a:lnTo>
                      <a:pt x="14563" y="2629"/>
                    </a:lnTo>
                    <a:lnTo>
                      <a:pt x="14472" y="2568"/>
                    </a:lnTo>
                    <a:lnTo>
                      <a:pt x="14367" y="2523"/>
                    </a:lnTo>
                    <a:lnTo>
                      <a:pt x="14246" y="2508"/>
                    </a:lnTo>
                    <a:lnTo>
                      <a:pt x="14125" y="2508"/>
                    </a:lnTo>
                    <a:lnTo>
                      <a:pt x="13989" y="2553"/>
                    </a:lnTo>
                    <a:lnTo>
                      <a:pt x="13853" y="2614"/>
                    </a:lnTo>
                    <a:lnTo>
                      <a:pt x="13777" y="2659"/>
                    </a:lnTo>
                    <a:lnTo>
                      <a:pt x="13702" y="2749"/>
                    </a:lnTo>
                    <a:lnTo>
                      <a:pt x="13596" y="2885"/>
                    </a:lnTo>
                    <a:lnTo>
                      <a:pt x="13490" y="3036"/>
                    </a:lnTo>
                    <a:lnTo>
                      <a:pt x="13264" y="3429"/>
                    </a:lnTo>
                    <a:lnTo>
                      <a:pt x="13007" y="3913"/>
                    </a:lnTo>
                    <a:lnTo>
                      <a:pt x="12735" y="4456"/>
                    </a:lnTo>
                    <a:lnTo>
                      <a:pt x="12448" y="5061"/>
                    </a:lnTo>
                    <a:lnTo>
                      <a:pt x="11859" y="6345"/>
                    </a:lnTo>
                    <a:lnTo>
                      <a:pt x="11300" y="7568"/>
                    </a:lnTo>
                    <a:lnTo>
                      <a:pt x="10832" y="8580"/>
                    </a:lnTo>
                    <a:lnTo>
                      <a:pt x="10635" y="8958"/>
                    </a:lnTo>
                    <a:lnTo>
                      <a:pt x="10484" y="9215"/>
                    </a:lnTo>
                    <a:lnTo>
                      <a:pt x="10424" y="9290"/>
                    </a:lnTo>
                    <a:lnTo>
                      <a:pt x="10379" y="9336"/>
                    </a:lnTo>
                    <a:lnTo>
                      <a:pt x="10363" y="9351"/>
                    </a:lnTo>
                    <a:lnTo>
                      <a:pt x="10348" y="9351"/>
                    </a:lnTo>
                    <a:lnTo>
                      <a:pt x="10333" y="9305"/>
                    </a:lnTo>
                    <a:lnTo>
                      <a:pt x="10333" y="9245"/>
                    </a:lnTo>
                    <a:lnTo>
                      <a:pt x="10333" y="9154"/>
                    </a:lnTo>
                    <a:lnTo>
                      <a:pt x="10379" y="8943"/>
                    </a:lnTo>
                    <a:lnTo>
                      <a:pt x="10454" y="8671"/>
                    </a:lnTo>
                    <a:lnTo>
                      <a:pt x="10575" y="8354"/>
                    </a:lnTo>
                    <a:lnTo>
                      <a:pt x="10892" y="7583"/>
                    </a:lnTo>
                    <a:lnTo>
                      <a:pt x="11285" y="6662"/>
                    </a:lnTo>
                    <a:lnTo>
                      <a:pt x="11708" y="5650"/>
                    </a:lnTo>
                    <a:lnTo>
                      <a:pt x="11919" y="5106"/>
                    </a:lnTo>
                    <a:lnTo>
                      <a:pt x="12116" y="4562"/>
                    </a:lnTo>
                    <a:lnTo>
                      <a:pt x="12312" y="4003"/>
                    </a:lnTo>
                    <a:lnTo>
                      <a:pt x="12493" y="3444"/>
                    </a:lnTo>
                    <a:lnTo>
                      <a:pt x="12660" y="2901"/>
                    </a:lnTo>
                    <a:lnTo>
                      <a:pt x="12780" y="2357"/>
                    </a:lnTo>
                    <a:lnTo>
                      <a:pt x="12886" y="1858"/>
                    </a:lnTo>
                    <a:lnTo>
                      <a:pt x="12947" y="1435"/>
                    </a:lnTo>
                    <a:lnTo>
                      <a:pt x="12962" y="1088"/>
                    </a:lnTo>
                    <a:lnTo>
                      <a:pt x="12947" y="786"/>
                    </a:lnTo>
                    <a:lnTo>
                      <a:pt x="12916" y="544"/>
                    </a:lnTo>
                    <a:lnTo>
                      <a:pt x="12886" y="438"/>
                    </a:lnTo>
                    <a:lnTo>
                      <a:pt x="12856" y="348"/>
                    </a:lnTo>
                    <a:lnTo>
                      <a:pt x="12826" y="272"/>
                    </a:lnTo>
                    <a:lnTo>
                      <a:pt x="12780" y="212"/>
                    </a:lnTo>
                    <a:lnTo>
                      <a:pt x="12735" y="151"/>
                    </a:lnTo>
                    <a:lnTo>
                      <a:pt x="12675" y="106"/>
                    </a:lnTo>
                    <a:lnTo>
                      <a:pt x="12569" y="45"/>
                    </a:lnTo>
                    <a:lnTo>
                      <a:pt x="12463" y="15"/>
                    </a:lnTo>
                    <a:lnTo>
                      <a:pt x="12342" y="0"/>
                    </a:lnTo>
                    <a:close/>
                  </a:path>
                </a:pathLst>
              </a:custGeom>
              <a:solidFill>
                <a:srgbClr val="F9B5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23"/>
              <p:cNvSpPr/>
              <p:nvPr/>
            </p:nvSpPr>
            <p:spPr>
              <a:xfrm>
                <a:off x="7602696" y="2411705"/>
                <a:ext cx="325668" cy="783539"/>
              </a:xfrm>
              <a:custGeom>
                <a:avLst/>
                <a:gdLst/>
                <a:ahLst/>
                <a:cxnLst/>
                <a:rect l="l" t="t" r="r" b="b"/>
                <a:pathLst>
                  <a:path w="19276" h="46377" extrusionOk="0">
                    <a:moveTo>
                      <a:pt x="13203" y="1"/>
                    </a:moveTo>
                    <a:lnTo>
                      <a:pt x="12992" y="16"/>
                    </a:lnTo>
                    <a:lnTo>
                      <a:pt x="12765" y="31"/>
                    </a:lnTo>
                    <a:lnTo>
                      <a:pt x="12538" y="61"/>
                    </a:lnTo>
                    <a:lnTo>
                      <a:pt x="12312" y="91"/>
                    </a:lnTo>
                    <a:lnTo>
                      <a:pt x="12085" y="152"/>
                    </a:lnTo>
                    <a:lnTo>
                      <a:pt x="11859" y="212"/>
                    </a:lnTo>
                    <a:lnTo>
                      <a:pt x="11617" y="288"/>
                    </a:lnTo>
                    <a:lnTo>
                      <a:pt x="11390" y="378"/>
                    </a:lnTo>
                    <a:lnTo>
                      <a:pt x="11149" y="469"/>
                    </a:lnTo>
                    <a:lnTo>
                      <a:pt x="10907" y="575"/>
                    </a:lnTo>
                    <a:lnTo>
                      <a:pt x="10424" y="817"/>
                    </a:lnTo>
                    <a:lnTo>
                      <a:pt x="9940" y="1104"/>
                    </a:lnTo>
                    <a:lnTo>
                      <a:pt x="9442" y="1436"/>
                    </a:lnTo>
                    <a:lnTo>
                      <a:pt x="8943" y="1798"/>
                    </a:lnTo>
                    <a:lnTo>
                      <a:pt x="8460" y="2191"/>
                    </a:lnTo>
                    <a:lnTo>
                      <a:pt x="7961" y="2629"/>
                    </a:lnTo>
                    <a:lnTo>
                      <a:pt x="7463" y="3098"/>
                    </a:lnTo>
                    <a:lnTo>
                      <a:pt x="6979" y="3596"/>
                    </a:lnTo>
                    <a:lnTo>
                      <a:pt x="6496" y="4140"/>
                    </a:lnTo>
                    <a:lnTo>
                      <a:pt x="6028" y="4699"/>
                    </a:lnTo>
                    <a:lnTo>
                      <a:pt x="5559" y="5273"/>
                    </a:lnTo>
                    <a:lnTo>
                      <a:pt x="5106" y="5892"/>
                    </a:lnTo>
                    <a:lnTo>
                      <a:pt x="4653" y="6527"/>
                    </a:lnTo>
                    <a:lnTo>
                      <a:pt x="4230" y="7191"/>
                    </a:lnTo>
                    <a:lnTo>
                      <a:pt x="3807" y="7871"/>
                    </a:lnTo>
                    <a:lnTo>
                      <a:pt x="3414" y="8581"/>
                    </a:lnTo>
                    <a:lnTo>
                      <a:pt x="3022" y="9291"/>
                    </a:lnTo>
                    <a:lnTo>
                      <a:pt x="2659" y="10031"/>
                    </a:lnTo>
                    <a:lnTo>
                      <a:pt x="2327" y="10786"/>
                    </a:lnTo>
                    <a:lnTo>
                      <a:pt x="1994" y="11557"/>
                    </a:lnTo>
                    <a:lnTo>
                      <a:pt x="1707" y="12342"/>
                    </a:lnTo>
                    <a:lnTo>
                      <a:pt x="1436" y="13143"/>
                    </a:lnTo>
                    <a:lnTo>
                      <a:pt x="1194" y="13944"/>
                    </a:lnTo>
                    <a:lnTo>
                      <a:pt x="967" y="14759"/>
                    </a:lnTo>
                    <a:lnTo>
                      <a:pt x="786" y="15575"/>
                    </a:lnTo>
                    <a:lnTo>
                      <a:pt x="650" y="16300"/>
                    </a:lnTo>
                    <a:lnTo>
                      <a:pt x="514" y="17025"/>
                    </a:lnTo>
                    <a:lnTo>
                      <a:pt x="408" y="17735"/>
                    </a:lnTo>
                    <a:lnTo>
                      <a:pt x="303" y="18460"/>
                    </a:lnTo>
                    <a:lnTo>
                      <a:pt x="227" y="19170"/>
                    </a:lnTo>
                    <a:lnTo>
                      <a:pt x="152" y="19880"/>
                    </a:lnTo>
                    <a:lnTo>
                      <a:pt x="91" y="20575"/>
                    </a:lnTo>
                    <a:lnTo>
                      <a:pt x="61" y="21270"/>
                    </a:lnTo>
                    <a:lnTo>
                      <a:pt x="31" y="21965"/>
                    </a:lnTo>
                    <a:lnTo>
                      <a:pt x="16" y="22660"/>
                    </a:lnTo>
                    <a:lnTo>
                      <a:pt x="0" y="23340"/>
                    </a:lnTo>
                    <a:lnTo>
                      <a:pt x="16" y="24019"/>
                    </a:lnTo>
                    <a:lnTo>
                      <a:pt x="31" y="24699"/>
                    </a:lnTo>
                    <a:lnTo>
                      <a:pt x="76" y="25364"/>
                    </a:lnTo>
                    <a:lnTo>
                      <a:pt x="106" y="26028"/>
                    </a:lnTo>
                    <a:lnTo>
                      <a:pt x="167" y="26678"/>
                    </a:lnTo>
                    <a:lnTo>
                      <a:pt x="227" y="27328"/>
                    </a:lnTo>
                    <a:lnTo>
                      <a:pt x="318" y="27962"/>
                    </a:lnTo>
                    <a:lnTo>
                      <a:pt x="393" y="28612"/>
                    </a:lnTo>
                    <a:lnTo>
                      <a:pt x="499" y="29231"/>
                    </a:lnTo>
                    <a:lnTo>
                      <a:pt x="605" y="29850"/>
                    </a:lnTo>
                    <a:lnTo>
                      <a:pt x="710" y="30470"/>
                    </a:lnTo>
                    <a:lnTo>
                      <a:pt x="831" y="31074"/>
                    </a:lnTo>
                    <a:lnTo>
                      <a:pt x="967" y="31663"/>
                    </a:lnTo>
                    <a:lnTo>
                      <a:pt x="1118" y="32252"/>
                    </a:lnTo>
                    <a:lnTo>
                      <a:pt x="1269" y="32841"/>
                    </a:lnTo>
                    <a:lnTo>
                      <a:pt x="1420" y="33400"/>
                    </a:lnTo>
                    <a:lnTo>
                      <a:pt x="1587" y="33974"/>
                    </a:lnTo>
                    <a:lnTo>
                      <a:pt x="1753" y="34518"/>
                    </a:lnTo>
                    <a:lnTo>
                      <a:pt x="1934" y="35062"/>
                    </a:lnTo>
                    <a:lnTo>
                      <a:pt x="2115" y="35606"/>
                    </a:lnTo>
                    <a:lnTo>
                      <a:pt x="2312" y="36119"/>
                    </a:lnTo>
                    <a:lnTo>
                      <a:pt x="2704" y="37146"/>
                    </a:lnTo>
                    <a:lnTo>
                      <a:pt x="3127" y="38128"/>
                    </a:lnTo>
                    <a:lnTo>
                      <a:pt x="3565" y="39050"/>
                    </a:lnTo>
                    <a:lnTo>
                      <a:pt x="4019" y="39941"/>
                    </a:lnTo>
                    <a:lnTo>
                      <a:pt x="4502" y="40787"/>
                    </a:lnTo>
                    <a:lnTo>
                      <a:pt x="4970" y="41572"/>
                    </a:lnTo>
                    <a:lnTo>
                      <a:pt x="5469" y="42313"/>
                    </a:lnTo>
                    <a:lnTo>
                      <a:pt x="5967" y="42992"/>
                    </a:lnTo>
                    <a:lnTo>
                      <a:pt x="6209" y="43325"/>
                    </a:lnTo>
                    <a:lnTo>
                      <a:pt x="6466" y="43627"/>
                    </a:lnTo>
                    <a:lnTo>
                      <a:pt x="6723" y="43929"/>
                    </a:lnTo>
                    <a:lnTo>
                      <a:pt x="6964" y="44201"/>
                    </a:lnTo>
                    <a:lnTo>
                      <a:pt x="7221" y="44473"/>
                    </a:lnTo>
                    <a:lnTo>
                      <a:pt x="7478" y="44730"/>
                    </a:lnTo>
                    <a:lnTo>
                      <a:pt x="7720" y="44956"/>
                    </a:lnTo>
                    <a:lnTo>
                      <a:pt x="7976" y="45183"/>
                    </a:lnTo>
                    <a:lnTo>
                      <a:pt x="8218" y="45394"/>
                    </a:lnTo>
                    <a:lnTo>
                      <a:pt x="8475" y="45576"/>
                    </a:lnTo>
                    <a:lnTo>
                      <a:pt x="8717" y="45757"/>
                    </a:lnTo>
                    <a:lnTo>
                      <a:pt x="8958" y="45908"/>
                    </a:lnTo>
                    <a:lnTo>
                      <a:pt x="9200" y="46059"/>
                    </a:lnTo>
                    <a:lnTo>
                      <a:pt x="9427" y="46180"/>
                    </a:lnTo>
                    <a:lnTo>
                      <a:pt x="9668" y="46286"/>
                    </a:lnTo>
                    <a:lnTo>
                      <a:pt x="9895" y="46376"/>
                    </a:lnTo>
                    <a:lnTo>
                      <a:pt x="10076" y="46225"/>
                    </a:lnTo>
                    <a:lnTo>
                      <a:pt x="10288" y="46029"/>
                    </a:lnTo>
                    <a:lnTo>
                      <a:pt x="10544" y="45772"/>
                    </a:lnTo>
                    <a:lnTo>
                      <a:pt x="10831" y="45440"/>
                    </a:lnTo>
                    <a:lnTo>
                      <a:pt x="11134" y="45047"/>
                    </a:lnTo>
                    <a:lnTo>
                      <a:pt x="11269" y="44820"/>
                    </a:lnTo>
                    <a:lnTo>
                      <a:pt x="11421" y="44594"/>
                    </a:lnTo>
                    <a:lnTo>
                      <a:pt x="11556" y="44337"/>
                    </a:lnTo>
                    <a:lnTo>
                      <a:pt x="11692" y="44080"/>
                    </a:lnTo>
                    <a:lnTo>
                      <a:pt x="11828" y="43793"/>
                    </a:lnTo>
                    <a:lnTo>
                      <a:pt x="11934" y="43506"/>
                    </a:lnTo>
                    <a:lnTo>
                      <a:pt x="12025" y="43204"/>
                    </a:lnTo>
                    <a:lnTo>
                      <a:pt x="12115" y="42887"/>
                    </a:lnTo>
                    <a:lnTo>
                      <a:pt x="12176" y="42569"/>
                    </a:lnTo>
                    <a:lnTo>
                      <a:pt x="12206" y="42222"/>
                    </a:lnTo>
                    <a:lnTo>
                      <a:pt x="12236" y="41875"/>
                    </a:lnTo>
                    <a:lnTo>
                      <a:pt x="12221" y="41512"/>
                    </a:lnTo>
                    <a:lnTo>
                      <a:pt x="12176" y="41134"/>
                    </a:lnTo>
                    <a:lnTo>
                      <a:pt x="12115" y="40757"/>
                    </a:lnTo>
                    <a:lnTo>
                      <a:pt x="12010" y="40364"/>
                    </a:lnTo>
                    <a:lnTo>
                      <a:pt x="11889" y="39971"/>
                    </a:lnTo>
                    <a:lnTo>
                      <a:pt x="11708" y="39563"/>
                    </a:lnTo>
                    <a:lnTo>
                      <a:pt x="11496" y="39140"/>
                    </a:lnTo>
                    <a:lnTo>
                      <a:pt x="11254" y="38717"/>
                    </a:lnTo>
                    <a:lnTo>
                      <a:pt x="10952" y="38294"/>
                    </a:lnTo>
                    <a:lnTo>
                      <a:pt x="10847" y="38174"/>
                    </a:lnTo>
                    <a:lnTo>
                      <a:pt x="10575" y="37856"/>
                    </a:lnTo>
                    <a:lnTo>
                      <a:pt x="10137" y="37343"/>
                    </a:lnTo>
                    <a:lnTo>
                      <a:pt x="9880" y="37010"/>
                    </a:lnTo>
                    <a:lnTo>
                      <a:pt x="9593" y="36633"/>
                    </a:lnTo>
                    <a:lnTo>
                      <a:pt x="9275" y="36210"/>
                    </a:lnTo>
                    <a:lnTo>
                      <a:pt x="8958" y="35742"/>
                    </a:lnTo>
                    <a:lnTo>
                      <a:pt x="8611" y="35213"/>
                    </a:lnTo>
                    <a:lnTo>
                      <a:pt x="8263" y="34654"/>
                    </a:lnTo>
                    <a:lnTo>
                      <a:pt x="7916" y="34050"/>
                    </a:lnTo>
                    <a:lnTo>
                      <a:pt x="7569" y="33415"/>
                    </a:lnTo>
                    <a:lnTo>
                      <a:pt x="7221" y="32720"/>
                    </a:lnTo>
                    <a:lnTo>
                      <a:pt x="6874" y="31995"/>
                    </a:lnTo>
                    <a:lnTo>
                      <a:pt x="6556" y="31240"/>
                    </a:lnTo>
                    <a:lnTo>
                      <a:pt x="6239" y="30424"/>
                    </a:lnTo>
                    <a:lnTo>
                      <a:pt x="5952" y="29593"/>
                    </a:lnTo>
                    <a:lnTo>
                      <a:pt x="5680" y="28717"/>
                    </a:lnTo>
                    <a:lnTo>
                      <a:pt x="5559" y="28264"/>
                    </a:lnTo>
                    <a:lnTo>
                      <a:pt x="5439" y="27811"/>
                    </a:lnTo>
                    <a:lnTo>
                      <a:pt x="5333" y="27343"/>
                    </a:lnTo>
                    <a:lnTo>
                      <a:pt x="5242" y="26859"/>
                    </a:lnTo>
                    <a:lnTo>
                      <a:pt x="5152" y="26376"/>
                    </a:lnTo>
                    <a:lnTo>
                      <a:pt x="5076" y="25877"/>
                    </a:lnTo>
                    <a:lnTo>
                      <a:pt x="5001" y="25379"/>
                    </a:lnTo>
                    <a:lnTo>
                      <a:pt x="4940" y="24865"/>
                    </a:lnTo>
                    <a:lnTo>
                      <a:pt x="4895" y="24352"/>
                    </a:lnTo>
                    <a:lnTo>
                      <a:pt x="4849" y="23823"/>
                    </a:lnTo>
                    <a:lnTo>
                      <a:pt x="4834" y="23294"/>
                    </a:lnTo>
                    <a:lnTo>
                      <a:pt x="4819" y="22750"/>
                    </a:lnTo>
                    <a:lnTo>
                      <a:pt x="4819" y="22207"/>
                    </a:lnTo>
                    <a:lnTo>
                      <a:pt x="4834" y="21648"/>
                    </a:lnTo>
                    <a:lnTo>
                      <a:pt x="4865" y="21089"/>
                    </a:lnTo>
                    <a:lnTo>
                      <a:pt x="4910" y="20515"/>
                    </a:lnTo>
                    <a:lnTo>
                      <a:pt x="4970" y="19941"/>
                    </a:lnTo>
                    <a:lnTo>
                      <a:pt x="5046" y="19367"/>
                    </a:lnTo>
                    <a:lnTo>
                      <a:pt x="5152" y="18778"/>
                    </a:lnTo>
                    <a:lnTo>
                      <a:pt x="5257" y="18173"/>
                    </a:lnTo>
                    <a:lnTo>
                      <a:pt x="5378" y="17569"/>
                    </a:lnTo>
                    <a:lnTo>
                      <a:pt x="5529" y="16965"/>
                    </a:lnTo>
                    <a:lnTo>
                      <a:pt x="5695" y="16345"/>
                    </a:lnTo>
                    <a:lnTo>
                      <a:pt x="5877" y="15726"/>
                    </a:lnTo>
                    <a:lnTo>
                      <a:pt x="6194" y="14714"/>
                    </a:lnTo>
                    <a:lnTo>
                      <a:pt x="6526" y="13747"/>
                    </a:lnTo>
                    <a:lnTo>
                      <a:pt x="6874" y="12826"/>
                    </a:lnTo>
                    <a:lnTo>
                      <a:pt x="7236" y="11950"/>
                    </a:lnTo>
                    <a:lnTo>
                      <a:pt x="7599" y="11134"/>
                    </a:lnTo>
                    <a:lnTo>
                      <a:pt x="7961" y="10364"/>
                    </a:lnTo>
                    <a:lnTo>
                      <a:pt x="8339" y="9638"/>
                    </a:lnTo>
                    <a:lnTo>
                      <a:pt x="8717" y="8959"/>
                    </a:lnTo>
                    <a:lnTo>
                      <a:pt x="9109" y="8324"/>
                    </a:lnTo>
                    <a:lnTo>
                      <a:pt x="9502" y="7750"/>
                    </a:lnTo>
                    <a:lnTo>
                      <a:pt x="9880" y="7221"/>
                    </a:lnTo>
                    <a:lnTo>
                      <a:pt x="10272" y="6738"/>
                    </a:lnTo>
                    <a:lnTo>
                      <a:pt x="10665" y="6300"/>
                    </a:lnTo>
                    <a:lnTo>
                      <a:pt x="11058" y="5907"/>
                    </a:lnTo>
                    <a:lnTo>
                      <a:pt x="11451" y="5575"/>
                    </a:lnTo>
                    <a:lnTo>
                      <a:pt x="11632" y="5424"/>
                    </a:lnTo>
                    <a:lnTo>
                      <a:pt x="11828" y="5273"/>
                    </a:lnTo>
                    <a:lnTo>
                      <a:pt x="12025" y="5152"/>
                    </a:lnTo>
                    <a:lnTo>
                      <a:pt x="12206" y="5031"/>
                    </a:lnTo>
                    <a:lnTo>
                      <a:pt x="12402" y="4940"/>
                    </a:lnTo>
                    <a:lnTo>
                      <a:pt x="12584" y="4850"/>
                    </a:lnTo>
                    <a:lnTo>
                      <a:pt x="12765" y="4759"/>
                    </a:lnTo>
                    <a:lnTo>
                      <a:pt x="12961" y="4699"/>
                    </a:lnTo>
                    <a:lnTo>
                      <a:pt x="13143" y="4638"/>
                    </a:lnTo>
                    <a:lnTo>
                      <a:pt x="13324" y="4608"/>
                    </a:lnTo>
                    <a:lnTo>
                      <a:pt x="13490" y="4578"/>
                    </a:lnTo>
                    <a:lnTo>
                      <a:pt x="13671" y="4548"/>
                    </a:lnTo>
                    <a:lnTo>
                      <a:pt x="14019" y="4548"/>
                    </a:lnTo>
                    <a:lnTo>
                      <a:pt x="14185" y="4578"/>
                    </a:lnTo>
                    <a:lnTo>
                      <a:pt x="14351" y="4608"/>
                    </a:lnTo>
                    <a:lnTo>
                      <a:pt x="14517" y="4638"/>
                    </a:lnTo>
                    <a:lnTo>
                      <a:pt x="14683" y="4699"/>
                    </a:lnTo>
                    <a:lnTo>
                      <a:pt x="14834" y="4774"/>
                    </a:lnTo>
                    <a:lnTo>
                      <a:pt x="14986" y="4850"/>
                    </a:lnTo>
                    <a:lnTo>
                      <a:pt x="15137" y="4940"/>
                    </a:lnTo>
                    <a:lnTo>
                      <a:pt x="15288" y="5046"/>
                    </a:lnTo>
                    <a:lnTo>
                      <a:pt x="15439" y="5152"/>
                    </a:lnTo>
                    <a:lnTo>
                      <a:pt x="15575" y="5288"/>
                    </a:lnTo>
                    <a:lnTo>
                      <a:pt x="15711" y="5424"/>
                    </a:lnTo>
                    <a:lnTo>
                      <a:pt x="15847" y="5575"/>
                    </a:lnTo>
                    <a:lnTo>
                      <a:pt x="15983" y="5741"/>
                    </a:lnTo>
                    <a:lnTo>
                      <a:pt x="16103" y="5922"/>
                    </a:lnTo>
                    <a:lnTo>
                      <a:pt x="16224" y="6104"/>
                    </a:lnTo>
                    <a:lnTo>
                      <a:pt x="16345" y="6300"/>
                    </a:lnTo>
                    <a:lnTo>
                      <a:pt x="16451" y="6511"/>
                    </a:lnTo>
                    <a:lnTo>
                      <a:pt x="16557" y="6738"/>
                    </a:lnTo>
                    <a:lnTo>
                      <a:pt x="16662" y="6980"/>
                    </a:lnTo>
                    <a:lnTo>
                      <a:pt x="16768" y="7221"/>
                    </a:lnTo>
                    <a:lnTo>
                      <a:pt x="19261" y="9215"/>
                    </a:lnTo>
                    <a:lnTo>
                      <a:pt x="19276" y="8883"/>
                    </a:lnTo>
                    <a:lnTo>
                      <a:pt x="19276" y="8505"/>
                    </a:lnTo>
                    <a:lnTo>
                      <a:pt x="19276" y="8007"/>
                    </a:lnTo>
                    <a:lnTo>
                      <a:pt x="19230" y="7418"/>
                    </a:lnTo>
                    <a:lnTo>
                      <a:pt x="19200" y="7086"/>
                    </a:lnTo>
                    <a:lnTo>
                      <a:pt x="19155" y="6738"/>
                    </a:lnTo>
                    <a:lnTo>
                      <a:pt x="19109" y="6391"/>
                    </a:lnTo>
                    <a:lnTo>
                      <a:pt x="19034" y="6013"/>
                    </a:lnTo>
                    <a:lnTo>
                      <a:pt x="18958" y="5635"/>
                    </a:lnTo>
                    <a:lnTo>
                      <a:pt x="18853" y="5243"/>
                    </a:lnTo>
                    <a:lnTo>
                      <a:pt x="18747" y="4865"/>
                    </a:lnTo>
                    <a:lnTo>
                      <a:pt x="18611" y="4457"/>
                    </a:lnTo>
                    <a:lnTo>
                      <a:pt x="18460" y="4064"/>
                    </a:lnTo>
                    <a:lnTo>
                      <a:pt x="18279" y="3687"/>
                    </a:lnTo>
                    <a:lnTo>
                      <a:pt x="18082" y="3294"/>
                    </a:lnTo>
                    <a:lnTo>
                      <a:pt x="17856" y="2916"/>
                    </a:lnTo>
                    <a:lnTo>
                      <a:pt x="17614" y="2554"/>
                    </a:lnTo>
                    <a:lnTo>
                      <a:pt x="17342" y="2191"/>
                    </a:lnTo>
                    <a:lnTo>
                      <a:pt x="17040" y="1859"/>
                    </a:lnTo>
                    <a:lnTo>
                      <a:pt x="16708" y="1542"/>
                    </a:lnTo>
                    <a:lnTo>
                      <a:pt x="16526" y="1375"/>
                    </a:lnTo>
                    <a:lnTo>
                      <a:pt x="16345" y="1240"/>
                    </a:lnTo>
                    <a:lnTo>
                      <a:pt x="16149" y="1088"/>
                    </a:lnTo>
                    <a:lnTo>
                      <a:pt x="15952" y="952"/>
                    </a:lnTo>
                    <a:lnTo>
                      <a:pt x="15741" y="832"/>
                    </a:lnTo>
                    <a:lnTo>
                      <a:pt x="15529" y="696"/>
                    </a:lnTo>
                    <a:lnTo>
                      <a:pt x="15303" y="590"/>
                    </a:lnTo>
                    <a:lnTo>
                      <a:pt x="15061" y="469"/>
                    </a:lnTo>
                    <a:lnTo>
                      <a:pt x="14819" y="378"/>
                    </a:lnTo>
                    <a:lnTo>
                      <a:pt x="14563" y="273"/>
                    </a:lnTo>
                    <a:lnTo>
                      <a:pt x="14306" y="197"/>
                    </a:lnTo>
                    <a:lnTo>
                      <a:pt x="14034" y="107"/>
                    </a:lnTo>
                    <a:lnTo>
                      <a:pt x="13822" y="61"/>
                    </a:lnTo>
                    <a:lnTo>
                      <a:pt x="13626" y="31"/>
                    </a:lnTo>
                    <a:lnTo>
                      <a:pt x="13415" y="16"/>
                    </a:lnTo>
                    <a:lnTo>
                      <a:pt x="1320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23"/>
              <p:cNvSpPr/>
              <p:nvPr/>
            </p:nvSpPr>
            <p:spPr>
              <a:xfrm>
                <a:off x="7281355" y="2237126"/>
                <a:ext cx="287637" cy="479058"/>
              </a:xfrm>
              <a:custGeom>
                <a:avLst/>
                <a:gdLst/>
                <a:ahLst/>
                <a:cxnLst/>
                <a:rect l="l" t="t" r="r" b="b"/>
                <a:pathLst>
                  <a:path w="17025" h="28355" extrusionOk="0">
                    <a:moveTo>
                      <a:pt x="16934" y="0"/>
                    </a:moveTo>
                    <a:lnTo>
                      <a:pt x="16707" y="31"/>
                    </a:lnTo>
                    <a:lnTo>
                      <a:pt x="16405" y="91"/>
                    </a:lnTo>
                    <a:lnTo>
                      <a:pt x="16012" y="182"/>
                    </a:lnTo>
                    <a:lnTo>
                      <a:pt x="15559" y="318"/>
                    </a:lnTo>
                    <a:lnTo>
                      <a:pt x="15031" y="484"/>
                    </a:lnTo>
                    <a:lnTo>
                      <a:pt x="14426" y="695"/>
                    </a:lnTo>
                    <a:lnTo>
                      <a:pt x="13777" y="952"/>
                    </a:lnTo>
                    <a:lnTo>
                      <a:pt x="13082" y="1254"/>
                    </a:lnTo>
                    <a:lnTo>
                      <a:pt x="12357" y="1602"/>
                    </a:lnTo>
                    <a:lnTo>
                      <a:pt x="11586" y="2009"/>
                    </a:lnTo>
                    <a:lnTo>
                      <a:pt x="11179" y="2236"/>
                    </a:lnTo>
                    <a:lnTo>
                      <a:pt x="10786" y="2463"/>
                    </a:lnTo>
                    <a:lnTo>
                      <a:pt x="10378" y="2719"/>
                    </a:lnTo>
                    <a:lnTo>
                      <a:pt x="9970" y="2976"/>
                    </a:lnTo>
                    <a:lnTo>
                      <a:pt x="9562" y="3248"/>
                    </a:lnTo>
                    <a:lnTo>
                      <a:pt x="9139" y="3550"/>
                    </a:lnTo>
                    <a:lnTo>
                      <a:pt x="8731" y="3852"/>
                    </a:lnTo>
                    <a:lnTo>
                      <a:pt x="8308" y="4170"/>
                    </a:lnTo>
                    <a:lnTo>
                      <a:pt x="7901" y="4517"/>
                    </a:lnTo>
                    <a:lnTo>
                      <a:pt x="7478" y="4864"/>
                    </a:lnTo>
                    <a:lnTo>
                      <a:pt x="7070" y="5227"/>
                    </a:lnTo>
                    <a:lnTo>
                      <a:pt x="6662" y="5620"/>
                    </a:lnTo>
                    <a:lnTo>
                      <a:pt x="6254" y="6028"/>
                    </a:lnTo>
                    <a:lnTo>
                      <a:pt x="5846" y="6435"/>
                    </a:lnTo>
                    <a:lnTo>
                      <a:pt x="5453" y="6874"/>
                    </a:lnTo>
                    <a:lnTo>
                      <a:pt x="5076" y="7327"/>
                    </a:lnTo>
                    <a:lnTo>
                      <a:pt x="4683" y="7810"/>
                    </a:lnTo>
                    <a:lnTo>
                      <a:pt x="4320" y="8294"/>
                    </a:lnTo>
                    <a:lnTo>
                      <a:pt x="3958" y="8807"/>
                    </a:lnTo>
                    <a:lnTo>
                      <a:pt x="3610" y="9336"/>
                    </a:lnTo>
                    <a:lnTo>
                      <a:pt x="3263" y="9880"/>
                    </a:lnTo>
                    <a:lnTo>
                      <a:pt x="2931" y="10439"/>
                    </a:lnTo>
                    <a:lnTo>
                      <a:pt x="2613" y="11028"/>
                    </a:lnTo>
                    <a:lnTo>
                      <a:pt x="2311" y="11632"/>
                    </a:lnTo>
                    <a:lnTo>
                      <a:pt x="2024" y="12266"/>
                    </a:lnTo>
                    <a:lnTo>
                      <a:pt x="1752" y="12916"/>
                    </a:lnTo>
                    <a:lnTo>
                      <a:pt x="1496" y="13581"/>
                    </a:lnTo>
                    <a:lnTo>
                      <a:pt x="1254" y="14260"/>
                    </a:lnTo>
                    <a:lnTo>
                      <a:pt x="1027" y="14970"/>
                    </a:lnTo>
                    <a:lnTo>
                      <a:pt x="831" y="15711"/>
                    </a:lnTo>
                    <a:lnTo>
                      <a:pt x="650" y="16451"/>
                    </a:lnTo>
                    <a:lnTo>
                      <a:pt x="484" y="17236"/>
                    </a:lnTo>
                    <a:lnTo>
                      <a:pt x="348" y="18022"/>
                    </a:lnTo>
                    <a:lnTo>
                      <a:pt x="227" y="18853"/>
                    </a:lnTo>
                    <a:lnTo>
                      <a:pt x="136" y="19683"/>
                    </a:lnTo>
                    <a:lnTo>
                      <a:pt x="61" y="20560"/>
                    </a:lnTo>
                    <a:lnTo>
                      <a:pt x="15" y="21451"/>
                    </a:lnTo>
                    <a:lnTo>
                      <a:pt x="0" y="22357"/>
                    </a:lnTo>
                    <a:lnTo>
                      <a:pt x="15" y="23294"/>
                    </a:lnTo>
                    <a:lnTo>
                      <a:pt x="45" y="24261"/>
                    </a:lnTo>
                    <a:lnTo>
                      <a:pt x="106" y="25242"/>
                    </a:lnTo>
                    <a:lnTo>
                      <a:pt x="197" y="26255"/>
                    </a:lnTo>
                    <a:lnTo>
                      <a:pt x="332" y="27297"/>
                    </a:lnTo>
                    <a:lnTo>
                      <a:pt x="484" y="28354"/>
                    </a:lnTo>
                    <a:lnTo>
                      <a:pt x="3021" y="20560"/>
                    </a:lnTo>
                    <a:lnTo>
                      <a:pt x="3021" y="20409"/>
                    </a:lnTo>
                    <a:lnTo>
                      <a:pt x="3036" y="19970"/>
                    </a:lnTo>
                    <a:lnTo>
                      <a:pt x="3082" y="19291"/>
                    </a:lnTo>
                    <a:lnTo>
                      <a:pt x="3127" y="18853"/>
                    </a:lnTo>
                    <a:lnTo>
                      <a:pt x="3187" y="18384"/>
                    </a:lnTo>
                    <a:lnTo>
                      <a:pt x="3263" y="17856"/>
                    </a:lnTo>
                    <a:lnTo>
                      <a:pt x="3369" y="17297"/>
                    </a:lnTo>
                    <a:lnTo>
                      <a:pt x="3505" y="16708"/>
                    </a:lnTo>
                    <a:lnTo>
                      <a:pt x="3671" y="16073"/>
                    </a:lnTo>
                    <a:lnTo>
                      <a:pt x="3852" y="15424"/>
                    </a:lnTo>
                    <a:lnTo>
                      <a:pt x="4079" y="14744"/>
                    </a:lnTo>
                    <a:lnTo>
                      <a:pt x="4336" y="14034"/>
                    </a:lnTo>
                    <a:lnTo>
                      <a:pt x="4638" y="13324"/>
                    </a:lnTo>
                    <a:lnTo>
                      <a:pt x="4804" y="12961"/>
                    </a:lnTo>
                    <a:lnTo>
                      <a:pt x="4985" y="12599"/>
                    </a:lnTo>
                    <a:lnTo>
                      <a:pt x="5166" y="12236"/>
                    </a:lnTo>
                    <a:lnTo>
                      <a:pt x="5363" y="11874"/>
                    </a:lnTo>
                    <a:lnTo>
                      <a:pt x="5574" y="11511"/>
                    </a:lnTo>
                    <a:lnTo>
                      <a:pt x="5801" y="11149"/>
                    </a:lnTo>
                    <a:lnTo>
                      <a:pt x="6042" y="10786"/>
                    </a:lnTo>
                    <a:lnTo>
                      <a:pt x="6284" y="10423"/>
                    </a:lnTo>
                    <a:lnTo>
                      <a:pt x="6541" y="10061"/>
                    </a:lnTo>
                    <a:lnTo>
                      <a:pt x="6828" y="9698"/>
                    </a:lnTo>
                    <a:lnTo>
                      <a:pt x="7115" y="9336"/>
                    </a:lnTo>
                    <a:lnTo>
                      <a:pt x="7417" y="8988"/>
                    </a:lnTo>
                    <a:lnTo>
                      <a:pt x="7734" y="8641"/>
                    </a:lnTo>
                    <a:lnTo>
                      <a:pt x="8067" y="8294"/>
                    </a:lnTo>
                    <a:lnTo>
                      <a:pt x="8414" y="7961"/>
                    </a:lnTo>
                    <a:lnTo>
                      <a:pt x="8777" y="7629"/>
                    </a:lnTo>
                    <a:lnTo>
                      <a:pt x="9154" y="7297"/>
                    </a:lnTo>
                    <a:lnTo>
                      <a:pt x="9562" y="6979"/>
                    </a:lnTo>
                    <a:lnTo>
                      <a:pt x="9970" y="6662"/>
                    </a:lnTo>
                    <a:lnTo>
                      <a:pt x="10408" y="6360"/>
                    </a:lnTo>
                    <a:lnTo>
                      <a:pt x="10846" y="6073"/>
                    </a:lnTo>
                    <a:lnTo>
                      <a:pt x="11314" y="5786"/>
                    </a:lnTo>
                    <a:lnTo>
                      <a:pt x="11798" y="5499"/>
                    </a:lnTo>
                    <a:lnTo>
                      <a:pt x="12311" y="5227"/>
                    </a:lnTo>
                    <a:lnTo>
                      <a:pt x="12825" y="4970"/>
                    </a:lnTo>
                    <a:lnTo>
                      <a:pt x="13369" y="4729"/>
                    </a:lnTo>
                    <a:lnTo>
                      <a:pt x="13928" y="4487"/>
                    </a:lnTo>
                    <a:lnTo>
                      <a:pt x="14502" y="4275"/>
                    </a:lnTo>
                    <a:lnTo>
                      <a:pt x="15106" y="4064"/>
                    </a:lnTo>
                    <a:lnTo>
                      <a:pt x="15725" y="3867"/>
                    </a:lnTo>
                    <a:lnTo>
                      <a:pt x="16375" y="3686"/>
                    </a:lnTo>
                    <a:lnTo>
                      <a:pt x="17024" y="3520"/>
                    </a:lnTo>
                    <a:lnTo>
                      <a:pt x="16934" y="3173"/>
                    </a:lnTo>
                    <a:lnTo>
                      <a:pt x="16873" y="2810"/>
                    </a:lnTo>
                    <a:lnTo>
                      <a:pt x="16843" y="2448"/>
                    </a:lnTo>
                    <a:lnTo>
                      <a:pt x="16843" y="2070"/>
                    </a:lnTo>
                    <a:lnTo>
                      <a:pt x="1693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3"/>
              <p:cNvSpPr/>
              <p:nvPr/>
            </p:nvSpPr>
            <p:spPr>
              <a:xfrm>
                <a:off x="8234667" y="2887995"/>
                <a:ext cx="23501" cy="96487"/>
              </a:xfrm>
              <a:custGeom>
                <a:avLst/>
                <a:gdLst/>
                <a:ahLst/>
                <a:cxnLst/>
                <a:rect l="l" t="t" r="r" b="b"/>
                <a:pathLst>
                  <a:path w="1391" h="5711" extrusionOk="0">
                    <a:moveTo>
                      <a:pt x="137" y="1"/>
                    </a:moveTo>
                    <a:lnTo>
                      <a:pt x="76" y="439"/>
                    </a:lnTo>
                    <a:lnTo>
                      <a:pt x="46" y="846"/>
                    </a:lnTo>
                    <a:lnTo>
                      <a:pt x="16" y="1239"/>
                    </a:lnTo>
                    <a:lnTo>
                      <a:pt x="1" y="1617"/>
                    </a:lnTo>
                    <a:lnTo>
                      <a:pt x="1" y="1979"/>
                    </a:lnTo>
                    <a:lnTo>
                      <a:pt x="16" y="2312"/>
                    </a:lnTo>
                    <a:lnTo>
                      <a:pt x="31" y="2614"/>
                    </a:lnTo>
                    <a:lnTo>
                      <a:pt x="61" y="2916"/>
                    </a:lnTo>
                    <a:lnTo>
                      <a:pt x="106" y="3188"/>
                    </a:lnTo>
                    <a:lnTo>
                      <a:pt x="152" y="3445"/>
                    </a:lnTo>
                    <a:lnTo>
                      <a:pt x="197" y="3686"/>
                    </a:lnTo>
                    <a:lnTo>
                      <a:pt x="258" y="3913"/>
                    </a:lnTo>
                    <a:lnTo>
                      <a:pt x="318" y="4124"/>
                    </a:lnTo>
                    <a:lnTo>
                      <a:pt x="378" y="4321"/>
                    </a:lnTo>
                    <a:lnTo>
                      <a:pt x="529" y="4653"/>
                    </a:lnTo>
                    <a:lnTo>
                      <a:pt x="680" y="4940"/>
                    </a:lnTo>
                    <a:lnTo>
                      <a:pt x="832" y="5167"/>
                    </a:lnTo>
                    <a:lnTo>
                      <a:pt x="967" y="5348"/>
                    </a:lnTo>
                    <a:lnTo>
                      <a:pt x="1103" y="5499"/>
                    </a:lnTo>
                    <a:lnTo>
                      <a:pt x="1224" y="5590"/>
                    </a:lnTo>
                    <a:lnTo>
                      <a:pt x="1315" y="5665"/>
                    </a:lnTo>
                    <a:lnTo>
                      <a:pt x="1390" y="5711"/>
                    </a:lnTo>
                    <a:lnTo>
                      <a:pt x="1390" y="5711"/>
                    </a:lnTo>
                    <a:lnTo>
                      <a:pt x="1345" y="5257"/>
                    </a:lnTo>
                    <a:lnTo>
                      <a:pt x="1315" y="4819"/>
                    </a:lnTo>
                    <a:lnTo>
                      <a:pt x="1270" y="3973"/>
                    </a:lnTo>
                    <a:lnTo>
                      <a:pt x="1270" y="3203"/>
                    </a:lnTo>
                    <a:lnTo>
                      <a:pt x="1285" y="2523"/>
                    </a:lnTo>
                    <a:lnTo>
                      <a:pt x="1315" y="1964"/>
                    </a:lnTo>
                    <a:lnTo>
                      <a:pt x="1345" y="1541"/>
                    </a:lnTo>
                    <a:lnTo>
                      <a:pt x="1390" y="1164"/>
                    </a:lnTo>
                    <a:lnTo>
                      <a:pt x="1103" y="877"/>
                    </a:lnTo>
                    <a:lnTo>
                      <a:pt x="801" y="575"/>
                    </a:lnTo>
                    <a:lnTo>
                      <a:pt x="469" y="288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395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/>
              <p:cNvSpPr/>
              <p:nvPr/>
            </p:nvSpPr>
            <p:spPr>
              <a:xfrm>
                <a:off x="7280324" y="1926493"/>
                <a:ext cx="66887" cy="30124"/>
              </a:xfrm>
              <a:custGeom>
                <a:avLst/>
                <a:gdLst/>
                <a:ahLst/>
                <a:cxnLst/>
                <a:rect l="l" t="t" r="r" b="b"/>
                <a:pathLst>
                  <a:path w="3959" h="1783" extrusionOk="0">
                    <a:moveTo>
                      <a:pt x="3958" y="0"/>
                    </a:moveTo>
                    <a:lnTo>
                      <a:pt x="3581" y="15"/>
                    </a:lnTo>
                    <a:lnTo>
                      <a:pt x="3158" y="46"/>
                    </a:lnTo>
                    <a:lnTo>
                      <a:pt x="2629" y="106"/>
                    </a:lnTo>
                    <a:lnTo>
                      <a:pt x="2010" y="197"/>
                    </a:lnTo>
                    <a:lnTo>
                      <a:pt x="1693" y="257"/>
                    </a:lnTo>
                    <a:lnTo>
                      <a:pt x="1345" y="318"/>
                    </a:lnTo>
                    <a:lnTo>
                      <a:pt x="1013" y="393"/>
                    </a:lnTo>
                    <a:lnTo>
                      <a:pt x="665" y="499"/>
                    </a:lnTo>
                    <a:lnTo>
                      <a:pt x="333" y="605"/>
                    </a:lnTo>
                    <a:lnTo>
                      <a:pt x="1" y="710"/>
                    </a:lnTo>
                    <a:lnTo>
                      <a:pt x="197" y="997"/>
                    </a:lnTo>
                    <a:lnTo>
                      <a:pt x="409" y="1269"/>
                    </a:lnTo>
                    <a:lnTo>
                      <a:pt x="620" y="1526"/>
                    </a:lnTo>
                    <a:lnTo>
                      <a:pt x="847" y="1783"/>
                    </a:lnTo>
                    <a:lnTo>
                      <a:pt x="2146" y="1028"/>
                    </a:lnTo>
                    <a:lnTo>
                      <a:pt x="3173" y="438"/>
                    </a:lnTo>
                    <a:lnTo>
                      <a:pt x="3958" y="0"/>
                    </a:lnTo>
                    <a:close/>
                  </a:path>
                </a:pathLst>
              </a:custGeom>
              <a:solidFill>
                <a:srgbClr val="F395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/>
              <p:cNvSpPr/>
              <p:nvPr/>
            </p:nvSpPr>
            <p:spPr>
              <a:xfrm>
                <a:off x="7934260" y="3752002"/>
                <a:ext cx="443832" cy="353224"/>
              </a:xfrm>
              <a:custGeom>
                <a:avLst/>
                <a:gdLst/>
                <a:ahLst/>
                <a:cxnLst/>
                <a:rect l="l" t="t" r="r" b="b"/>
                <a:pathLst>
                  <a:path w="26270" h="20907" extrusionOk="0">
                    <a:moveTo>
                      <a:pt x="3912" y="0"/>
                    </a:moveTo>
                    <a:lnTo>
                      <a:pt x="3610" y="46"/>
                    </a:lnTo>
                    <a:lnTo>
                      <a:pt x="3474" y="76"/>
                    </a:lnTo>
                    <a:lnTo>
                      <a:pt x="3354" y="106"/>
                    </a:lnTo>
                    <a:lnTo>
                      <a:pt x="3233" y="151"/>
                    </a:lnTo>
                    <a:lnTo>
                      <a:pt x="3127" y="197"/>
                    </a:lnTo>
                    <a:lnTo>
                      <a:pt x="3036" y="257"/>
                    </a:lnTo>
                    <a:lnTo>
                      <a:pt x="2946" y="317"/>
                    </a:lnTo>
                    <a:lnTo>
                      <a:pt x="2885" y="393"/>
                    </a:lnTo>
                    <a:lnTo>
                      <a:pt x="2825" y="469"/>
                    </a:lnTo>
                    <a:lnTo>
                      <a:pt x="2417" y="1103"/>
                    </a:lnTo>
                    <a:lnTo>
                      <a:pt x="891" y="3550"/>
                    </a:lnTo>
                    <a:lnTo>
                      <a:pt x="0" y="5000"/>
                    </a:lnTo>
                    <a:lnTo>
                      <a:pt x="242" y="5242"/>
                    </a:lnTo>
                    <a:lnTo>
                      <a:pt x="483" y="5529"/>
                    </a:lnTo>
                    <a:lnTo>
                      <a:pt x="710" y="5846"/>
                    </a:lnTo>
                    <a:lnTo>
                      <a:pt x="922" y="6194"/>
                    </a:lnTo>
                    <a:lnTo>
                      <a:pt x="1148" y="6556"/>
                    </a:lnTo>
                    <a:lnTo>
                      <a:pt x="1360" y="6949"/>
                    </a:lnTo>
                    <a:lnTo>
                      <a:pt x="1556" y="7357"/>
                    </a:lnTo>
                    <a:lnTo>
                      <a:pt x="1752" y="7795"/>
                    </a:lnTo>
                    <a:lnTo>
                      <a:pt x="1934" y="8233"/>
                    </a:lnTo>
                    <a:lnTo>
                      <a:pt x="2115" y="8686"/>
                    </a:lnTo>
                    <a:lnTo>
                      <a:pt x="2447" y="9593"/>
                    </a:lnTo>
                    <a:lnTo>
                      <a:pt x="2764" y="10514"/>
                    </a:lnTo>
                    <a:lnTo>
                      <a:pt x="3036" y="11405"/>
                    </a:lnTo>
                    <a:lnTo>
                      <a:pt x="3036" y="11420"/>
                    </a:lnTo>
                    <a:lnTo>
                      <a:pt x="3233" y="12100"/>
                    </a:lnTo>
                    <a:lnTo>
                      <a:pt x="3399" y="12750"/>
                    </a:lnTo>
                    <a:lnTo>
                      <a:pt x="3671" y="13822"/>
                    </a:lnTo>
                    <a:lnTo>
                      <a:pt x="3837" y="14562"/>
                    </a:lnTo>
                    <a:lnTo>
                      <a:pt x="3897" y="14819"/>
                    </a:lnTo>
                    <a:lnTo>
                      <a:pt x="4003" y="14940"/>
                    </a:lnTo>
                    <a:lnTo>
                      <a:pt x="4124" y="15046"/>
                    </a:lnTo>
                    <a:lnTo>
                      <a:pt x="4260" y="15136"/>
                    </a:lnTo>
                    <a:lnTo>
                      <a:pt x="4396" y="15227"/>
                    </a:lnTo>
                    <a:lnTo>
                      <a:pt x="4547" y="15303"/>
                    </a:lnTo>
                    <a:lnTo>
                      <a:pt x="4698" y="15378"/>
                    </a:lnTo>
                    <a:lnTo>
                      <a:pt x="4864" y="15439"/>
                    </a:lnTo>
                    <a:lnTo>
                      <a:pt x="5045" y="15499"/>
                    </a:lnTo>
                    <a:lnTo>
                      <a:pt x="5408" y="15605"/>
                    </a:lnTo>
                    <a:lnTo>
                      <a:pt x="5831" y="15680"/>
                    </a:lnTo>
                    <a:lnTo>
                      <a:pt x="6269" y="15741"/>
                    </a:lnTo>
                    <a:lnTo>
                      <a:pt x="6752" y="15801"/>
                    </a:lnTo>
                    <a:lnTo>
                      <a:pt x="7266" y="15846"/>
                    </a:lnTo>
                    <a:lnTo>
                      <a:pt x="7825" y="15877"/>
                    </a:lnTo>
                    <a:lnTo>
                      <a:pt x="9033" y="15952"/>
                    </a:lnTo>
                    <a:lnTo>
                      <a:pt x="10393" y="16043"/>
                    </a:lnTo>
                    <a:lnTo>
                      <a:pt x="11133" y="16103"/>
                    </a:lnTo>
                    <a:lnTo>
                      <a:pt x="11904" y="16179"/>
                    </a:lnTo>
                    <a:lnTo>
                      <a:pt x="12266" y="16224"/>
                    </a:lnTo>
                    <a:lnTo>
                      <a:pt x="12613" y="16285"/>
                    </a:lnTo>
                    <a:lnTo>
                      <a:pt x="12946" y="16345"/>
                    </a:lnTo>
                    <a:lnTo>
                      <a:pt x="13278" y="16436"/>
                    </a:lnTo>
                    <a:lnTo>
                      <a:pt x="13610" y="16526"/>
                    </a:lnTo>
                    <a:lnTo>
                      <a:pt x="13943" y="16617"/>
                    </a:lnTo>
                    <a:lnTo>
                      <a:pt x="14260" y="16723"/>
                    </a:lnTo>
                    <a:lnTo>
                      <a:pt x="14562" y="16843"/>
                    </a:lnTo>
                    <a:lnTo>
                      <a:pt x="15181" y="17100"/>
                    </a:lnTo>
                    <a:lnTo>
                      <a:pt x="15771" y="17387"/>
                    </a:lnTo>
                    <a:lnTo>
                      <a:pt x="16360" y="17689"/>
                    </a:lnTo>
                    <a:lnTo>
                      <a:pt x="16919" y="18007"/>
                    </a:lnTo>
                    <a:lnTo>
                      <a:pt x="17478" y="18324"/>
                    </a:lnTo>
                    <a:lnTo>
                      <a:pt x="18021" y="18656"/>
                    </a:lnTo>
                    <a:lnTo>
                      <a:pt x="19094" y="19291"/>
                    </a:lnTo>
                    <a:lnTo>
                      <a:pt x="19638" y="19593"/>
                    </a:lnTo>
                    <a:lnTo>
                      <a:pt x="20151" y="19880"/>
                    </a:lnTo>
                    <a:lnTo>
                      <a:pt x="20680" y="20152"/>
                    </a:lnTo>
                    <a:lnTo>
                      <a:pt x="21224" y="20378"/>
                    </a:lnTo>
                    <a:lnTo>
                      <a:pt x="21692" y="20544"/>
                    </a:lnTo>
                    <a:lnTo>
                      <a:pt x="22176" y="20695"/>
                    </a:lnTo>
                    <a:lnTo>
                      <a:pt x="22478" y="20771"/>
                    </a:lnTo>
                    <a:lnTo>
                      <a:pt x="22780" y="20831"/>
                    </a:lnTo>
                    <a:lnTo>
                      <a:pt x="23067" y="20862"/>
                    </a:lnTo>
                    <a:lnTo>
                      <a:pt x="23339" y="20892"/>
                    </a:lnTo>
                    <a:lnTo>
                      <a:pt x="23611" y="20907"/>
                    </a:lnTo>
                    <a:lnTo>
                      <a:pt x="23852" y="20892"/>
                    </a:lnTo>
                    <a:lnTo>
                      <a:pt x="24094" y="20877"/>
                    </a:lnTo>
                    <a:lnTo>
                      <a:pt x="24321" y="20847"/>
                    </a:lnTo>
                    <a:lnTo>
                      <a:pt x="24532" y="20786"/>
                    </a:lnTo>
                    <a:lnTo>
                      <a:pt x="24744" y="20726"/>
                    </a:lnTo>
                    <a:lnTo>
                      <a:pt x="24925" y="20650"/>
                    </a:lnTo>
                    <a:lnTo>
                      <a:pt x="25106" y="20559"/>
                    </a:lnTo>
                    <a:lnTo>
                      <a:pt x="25272" y="20439"/>
                    </a:lnTo>
                    <a:lnTo>
                      <a:pt x="25423" y="20318"/>
                    </a:lnTo>
                    <a:lnTo>
                      <a:pt x="25574" y="20197"/>
                    </a:lnTo>
                    <a:lnTo>
                      <a:pt x="25695" y="20046"/>
                    </a:lnTo>
                    <a:lnTo>
                      <a:pt x="25801" y="19895"/>
                    </a:lnTo>
                    <a:lnTo>
                      <a:pt x="25892" y="19744"/>
                    </a:lnTo>
                    <a:lnTo>
                      <a:pt x="25982" y="19578"/>
                    </a:lnTo>
                    <a:lnTo>
                      <a:pt x="26058" y="19411"/>
                    </a:lnTo>
                    <a:lnTo>
                      <a:pt x="26118" y="19230"/>
                    </a:lnTo>
                    <a:lnTo>
                      <a:pt x="26163" y="19034"/>
                    </a:lnTo>
                    <a:lnTo>
                      <a:pt x="26209" y="18837"/>
                    </a:lnTo>
                    <a:lnTo>
                      <a:pt x="26239" y="18626"/>
                    </a:lnTo>
                    <a:lnTo>
                      <a:pt x="26254" y="18399"/>
                    </a:lnTo>
                    <a:lnTo>
                      <a:pt x="26269" y="18173"/>
                    </a:lnTo>
                    <a:lnTo>
                      <a:pt x="26269" y="17931"/>
                    </a:lnTo>
                    <a:lnTo>
                      <a:pt x="26254" y="17689"/>
                    </a:lnTo>
                    <a:lnTo>
                      <a:pt x="26224" y="17433"/>
                    </a:lnTo>
                    <a:lnTo>
                      <a:pt x="26194" y="17176"/>
                    </a:lnTo>
                    <a:lnTo>
                      <a:pt x="26148" y="16904"/>
                    </a:lnTo>
                    <a:lnTo>
                      <a:pt x="26088" y="16632"/>
                    </a:lnTo>
                    <a:lnTo>
                      <a:pt x="25997" y="16330"/>
                    </a:lnTo>
                    <a:lnTo>
                      <a:pt x="25876" y="15997"/>
                    </a:lnTo>
                    <a:lnTo>
                      <a:pt x="25710" y="15665"/>
                    </a:lnTo>
                    <a:lnTo>
                      <a:pt x="25514" y="15303"/>
                    </a:lnTo>
                    <a:lnTo>
                      <a:pt x="25272" y="14925"/>
                    </a:lnTo>
                    <a:lnTo>
                      <a:pt x="25015" y="14532"/>
                    </a:lnTo>
                    <a:lnTo>
                      <a:pt x="24728" y="14139"/>
                    </a:lnTo>
                    <a:lnTo>
                      <a:pt x="24411" y="13732"/>
                    </a:lnTo>
                    <a:lnTo>
                      <a:pt x="24064" y="13309"/>
                    </a:lnTo>
                    <a:lnTo>
                      <a:pt x="23701" y="12886"/>
                    </a:lnTo>
                    <a:lnTo>
                      <a:pt x="23324" y="12463"/>
                    </a:lnTo>
                    <a:lnTo>
                      <a:pt x="22931" y="12040"/>
                    </a:lnTo>
                    <a:lnTo>
                      <a:pt x="22523" y="11602"/>
                    </a:lnTo>
                    <a:lnTo>
                      <a:pt x="22100" y="11179"/>
                    </a:lnTo>
                    <a:lnTo>
                      <a:pt x="21224" y="10333"/>
                    </a:lnTo>
                    <a:lnTo>
                      <a:pt x="20348" y="9502"/>
                    </a:lnTo>
                    <a:lnTo>
                      <a:pt x="19456" y="8732"/>
                    </a:lnTo>
                    <a:lnTo>
                      <a:pt x="18595" y="7991"/>
                    </a:lnTo>
                    <a:lnTo>
                      <a:pt x="17765" y="7342"/>
                    </a:lnTo>
                    <a:lnTo>
                      <a:pt x="16994" y="6768"/>
                    </a:lnTo>
                    <a:lnTo>
                      <a:pt x="16632" y="6511"/>
                    </a:lnTo>
                    <a:lnTo>
                      <a:pt x="16284" y="6284"/>
                    </a:lnTo>
                    <a:lnTo>
                      <a:pt x="15982" y="6088"/>
                    </a:lnTo>
                    <a:lnTo>
                      <a:pt x="15695" y="5922"/>
                    </a:lnTo>
                    <a:lnTo>
                      <a:pt x="15423" y="5786"/>
                    </a:lnTo>
                    <a:lnTo>
                      <a:pt x="15197" y="5680"/>
                    </a:lnTo>
                    <a:lnTo>
                      <a:pt x="14381" y="5348"/>
                    </a:lnTo>
                    <a:lnTo>
                      <a:pt x="13626" y="5031"/>
                    </a:lnTo>
                    <a:lnTo>
                      <a:pt x="12900" y="4698"/>
                    </a:lnTo>
                    <a:lnTo>
                      <a:pt x="12538" y="4532"/>
                    </a:lnTo>
                    <a:lnTo>
                      <a:pt x="12175" y="4336"/>
                    </a:lnTo>
                    <a:lnTo>
                      <a:pt x="11798" y="4124"/>
                    </a:lnTo>
                    <a:lnTo>
                      <a:pt x="11420" y="3898"/>
                    </a:lnTo>
                    <a:lnTo>
                      <a:pt x="11042" y="3656"/>
                    </a:lnTo>
                    <a:lnTo>
                      <a:pt x="10635" y="3384"/>
                    </a:lnTo>
                    <a:lnTo>
                      <a:pt x="10212" y="3097"/>
                    </a:lnTo>
                    <a:lnTo>
                      <a:pt x="9774" y="2765"/>
                    </a:lnTo>
                    <a:lnTo>
                      <a:pt x="9305" y="2402"/>
                    </a:lnTo>
                    <a:lnTo>
                      <a:pt x="8822" y="2009"/>
                    </a:lnTo>
                    <a:lnTo>
                      <a:pt x="8565" y="1798"/>
                    </a:lnTo>
                    <a:lnTo>
                      <a:pt x="8308" y="1617"/>
                    </a:lnTo>
                    <a:lnTo>
                      <a:pt x="8067" y="1435"/>
                    </a:lnTo>
                    <a:lnTo>
                      <a:pt x="7810" y="1269"/>
                    </a:lnTo>
                    <a:lnTo>
                      <a:pt x="7311" y="967"/>
                    </a:lnTo>
                    <a:lnTo>
                      <a:pt x="6828" y="710"/>
                    </a:lnTo>
                    <a:lnTo>
                      <a:pt x="6345" y="499"/>
                    </a:lnTo>
                    <a:lnTo>
                      <a:pt x="5876" y="317"/>
                    </a:lnTo>
                    <a:lnTo>
                      <a:pt x="5438" y="197"/>
                    </a:lnTo>
                    <a:lnTo>
                      <a:pt x="5015" y="91"/>
                    </a:lnTo>
                    <a:lnTo>
                      <a:pt x="4622" y="30"/>
                    </a:lnTo>
                    <a:lnTo>
                      <a:pt x="4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/>
              <p:cNvSpPr/>
              <p:nvPr/>
            </p:nvSpPr>
            <p:spPr>
              <a:xfrm>
                <a:off x="7975083" y="3752002"/>
                <a:ext cx="403013" cy="353224"/>
              </a:xfrm>
              <a:custGeom>
                <a:avLst/>
                <a:gdLst/>
                <a:ahLst/>
                <a:cxnLst/>
                <a:rect l="l" t="t" r="r" b="b"/>
                <a:pathLst>
                  <a:path w="23854" h="20907" extrusionOk="0">
                    <a:moveTo>
                      <a:pt x="1496" y="0"/>
                    </a:moveTo>
                    <a:lnTo>
                      <a:pt x="1194" y="46"/>
                    </a:lnTo>
                    <a:lnTo>
                      <a:pt x="1058" y="76"/>
                    </a:lnTo>
                    <a:lnTo>
                      <a:pt x="938" y="106"/>
                    </a:lnTo>
                    <a:lnTo>
                      <a:pt x="817" y="151"/>
                    </a:lnTo>
                    <a:lnTo>
                      <a:pt x="711" y="197"/>
                    </a:lnTo>
                    <a:lnTo>
                      <a:pt x="620" y="257"/>
                    </a:lnTo>
                    <a:lnTo>
                      <a:pt x="530" y="317"/>
                    </a:lnTo>
                    <a:lnTo>
                      <a:pt x="469" y="393"/>
                    </a:lnTo>
                    <a:lnTo>
                      <a:pt x="409" y="469"/>
                    </a:lnTo>
                    <a:lnTo>
                      <a:pt x="1" y="1103"/>
                    </a:lnTo>
                    <a:lnTo>
                      <a:pt x="364" y="1058"/>
                    </a:lnTo>
                    <a:lnTo>
                      <a:pt x="771" y="1043"/>
                    </a:lnTo>
                    <a:lnTo>
                      <a:pt x="1209" y="1043"/>
                    </a:lnTo>
                    <a:lnTo>
                      <a:pt x="1678" y="1058"/>
                    </a:lnTo>
                    <a:lnTo>
                      <a:pt x="1919" y="1088"/>
                    </a:lnTo>
                    <a:lnTo>
                      <a:pt x="2146" y="1118"/>
                    </a:lnTo>
                    <a:lnTo>
                      <a:pt x="2388" y="1163"/>
                    </a:lnTo>
                    <a:lnTo>
                      <a:pt x="2614" y="1224"/>
                    </a:lnTo>
                    <a:lnTo>
                      <a:pt x="2841" y="1284"/>
                    </a:lnTo>
                    <a:lnTo>
                      <a:pt x="3067" y="1375"/>
                    </a:lnTo>
                    <a:lnTo>
                      <a:pt x="3279" y="1466"/>
                    </a:lnTo>
                    <a:lnTo>
                      <a:pt x="3490" y="1571"/>
                    </a:lnTo>
                    <a:lnTo>
                      <a:pt x="3808" y="1768"/>
                    </a:lnTo>
                    <a:lnTo>
                      <a:pt x="4125" y="1979"/>
                    </a:lnTo>
                    <a:lnTo>
                      <a:pt x="4820" y="2478"/>
                    </a:lnTo>
                    <a:lnTo>
                      <a:pt x="6361" y="3641"/>
                    </a:lnTo>
                    <a:lnTo>
                      <a:pt x="7191" y="4245"/>
                    </a:lnTo>
                    <a:lnTo>
                      <a:pt x="7614" y="4547"/>
                    </a:lnTo>
                    <a:lnTo>
                      <a:pt x="8052" y="4834"/>
                    </a:lnTo>
                    <a:lnTo>
                      <a:pt x="8506" y="5121"/>
                    </a:lnTo>
                    <a:lnTo>
                      <a:pt x="8944" y="5378"/>
                    </a:lnTo>
                    <a:lnTo>
                      <a:pt x="9397" y="5635"/>
                    </a:lnTo>
                    <a:lnTo>
                      <a:pt x="9865" y="5861"/>
                    </a:lnTo>
                    <a:lnTo>
                      <a:pt x="10349" y="6103"/>
                    </a:lnTo>
                    <a:lnTo>
                      <a:pt x="10877" y="6375"/>
                    </a:lnTo>
                    <a:lnTo>
                      <a:pt x="11451" y="6707"/>
                    </a:lnTo>
                    <a:lnTo>
                      <a:pt x="12056" y="7070"/>
                    </a:lnTo>
                    <a:lnTo>
                      <a:pt x="12675" y="7463"/>
                    </a:lnTo>
                    <a:lnTo>
                      <a:pt x="13324" y="7870"/>
                    </a:lnTo>
                    <a:lnTo>
                      <a:pt x="13989" y="8309"/>
                    </a:lnTo>
                    <a:lnTo>
                      <a:pt x="14669" y="8777"/>
                    </a:lnTo>
                    <a:lnTo>
                      <a:pt x="15333" y="9245"/>
                    </a:lnTo>
                    <a:lnTo>
                      <a:pt x="15998" y="9729"/>
                    </a:lnTo>
                    <a:lnTo>
                      <a:pt x="16648" y="10212"/>
                    </a:lnTo>
                    <a:lnTo>
                      <a:pt x="17282" y="10695"/>
                    </a:lnTo>
                    <a:lnTo>
                      <a:pt x="17886" y="11179"/>
                    </a:lnTo>
                    <a:lnTo>
                      <a:pt x="18445" y="11647"/>
                    </a:lnTo>
                    <a:lnTo>
                      <a:pt x="18989" y="12100"/>
                    </a:lnTo>
                    <a:lnTo>
                      <a:pt x="19473" y="12538"/>
                    </a:lnTo>
                    <a:lnTo>
                      <a:pt x="19699" y="12765"/>
                    </a:lnTo>
                    <a:lnTo>
                      <a:pt x="19911" y="12991"/>
                    </a:lnTo>
                    <a:lnTo>
                      <a:pt x="20334" y="13460"/>
                    </a:lnTo>
                    <a:lnTo>
                      <a:pt x="20741" y="13943"/>
                    </a:lnTo>
                    <a:lnTo>
                      <a:pt x="21104" y="14457"/>
                    </a:lnTo>
                    <a:lnTo>
                      <a:pt x="21436" y="14970"/>
                    </a:lnTo>
                    <a:lnTo>
                      <a:pt x="21738" y="15484"/>
                    </a:lnTo>
                    <a:lnTo>
                      <a:pt x="22010" y="15997"/>
                    </a:lnTo>
                    <a:lnTo>
                      <a:pt x="22252" y="16511"/>
                    </a:lnTo>
                    <a:lnTo>
                      <a:pt x="22448" y="17010"/>
                    </a:lnTo>
                    <a:lnTo>
                      <a:pt x="22599" y="17478"/>
                    </a:lnTo>
                    <a:lnTo>
                      <a:pt x="22720" y="17931"/>
                    </a:lnTo>
                    <a:lnTo>
                      <a:pt x="22766" y="18143"/>
                    </a:lnTo>
                    <a:lnTo>
                      <a:pt x="22796" y="18354"/>
                    </a:lnTo>
                    <a:lnTo>
                      <a:pt x="22826" y="18550"/>
                    </a:lnTo>
                    <a:lnTo>
                      <a:pt x="22841" y="18747"/>
                    </a:lnTo>
                    <a:lnTo>
                      <a:pt x="22841" y="18928"/>
                    </a:lnTo>
                    <a:lnTo>
                      <a:pt x="22826" y="19094"/>
                    </a:lnTo>
                    <a:lnTo>
                      <a:pt x="22796" y="19245"/>
                    </a:lnTo>
                    <a:lnTo>
                      <a:pt x="22766" y="19396"/>
                    </a:lnTo>
                    <a:lnTo>
                      <a:pt x="22720" y="19532"/>
                    </a:lnTo>
                    <a:lnTo>
                      <a:pt x="22660" y="19638"/>
                    </a:lnTo>
                    <a:lnTo>
                      <a:pt x="22509" y="19850"/>
                    </a:lnTo>
                    <a:lnTo>
                      <a:pt x="22358" y="20031"/>
                    </a:lnTo>
                    <a:lnTo>
                      <a:pt x="22192" y="20182"/>
                    </a:lnTo>
                    <a:lnTo>
                      <a:pt x="22010" y="20318"/>
                    </a:lnTo>
                    <a:lnTo>
                      <a:pt x="21814" y="20424"/>
                    </a:lnTo>
                    <a:lnTo>
                      <a:pt x="21602" y="20514"/>
                    </a:lnTo>
                    <a:lnTo>
                      <a:pt x="21391" y="20575"/>
                    </a:lnTo>
                    <a:lnTo>
                      <a:pt x="21149" y="20605"/>
                    </a:lnTo>
                    <a:lnTo>
                      <a:pt x="20908" y="20635"/>
                    </a:lnTo>
                    <a:lnTo>
                      <a:pt x="20364" y="20635"/>
                    </a:lnTo>
                    <a:lnTo>
                      <a:pt x="20077" y="20605"/>
                    </a:lnTo>
                    <a:lnTo>
                      <a:pt x="19775" y="20559"/>
                    </a:lnTo>
                    <a:lnTo>
                      <a:pt x="19473" y="20514"/>
                    </a:lnTo>
                    <a:lnTo>
                      <a:pt x="18808" y="20378"/>
                    </a:lnTo>
                    <a:lnTo>
                      <a:pt x="18808" y="20378"/>
                    </a:lnTo>
                    <a:lnTo>
                      <a:pt x="19276" y="20544"/>
                    </a:lnTo>
                    <a:lnTo>
                      <a:pt x="19760" y="20695"/>
                    </a:lnTo>
                    <a:lnTo>
                      <a:pt x="20047" y="20771"/>
                    </a:lnTo>
                    <a:lnTo>
                      <a:pt x="20334" y="20816"/>
                    </a:lnTo>
                    <a:lnTo>
                      <a:pt x="20605" y="20862"/>
                    </a:lnTo>
                    <a:lnTo>
                      <a:pt x="20877" y="20892"/>
                    </a:lnTo>
                    <a:lnTo>
                      <a:pt x="21134" y="20907"/>
                    </a:lnTo>
                    <a:lnTo>
                      <a:pt x="21376" y="20907"/>
                    </a:lnTo>
                    <a:lnTo>
                      <a:pt x="21602" y="20892"/>
                    </a:lnTo>
                    <a:lnTo>
                      <a:pt x="21814" y="20862"/>
                    </a:lnTo>
                    <a:lnTo>
                      <a:pt x="22025" y="20816"/>
                    </a:lnTo>
                    <a:lnTo>
                      <a:pt x="22222" y="20756"/>
                    </a:lnTo>
                    <a:lnTo>
                      <a:pt x="22418" y="20695"/>
                    </a:lnTo>
                    <a:lnTo>
                      <a:pt x="22584" y="20605"/>
                    </a:lnTo>
                    <a:lnTo>
                      <a:pt x="22750" y="20514"/>
                    </a:lnTo>
                    <a:lnTo>
                      <a:pt x="22917" y="20408"/>
                    </a:lnTo>
                    <a:lnTo>
                      <a:pt x="23053" y="20288"/>
                    </a:lnTo>
                    <a:lnTo>
                      <a:pt x="23189" y="20152"/>
                    </a:lnTo>
                    <a:lnTo>
                      <a:pt x="23294" y="20016"/>
                    </a:lnTo>
                    <a:lnTo>
                      <a:pt x="23415" y="19865"/>
                    </a:lnTo>
                    <a:lnTo>
                      <a:pt x="23506" y="19698"/>
                    </a:lnTo>
                    <a:lnTo>
                      <a:pt x="23596" y="19517"/>
                    </a:lnTo>
                    <a:lnTo>
                      <a:pt x="23657" y="19336"/>
                    </a:lnTo>
                    <a:lnTo>
                      <a:pt x="23717" y="19140"/>
                    </a:lnTo>
                    <a:lnTo>
                      <a:pt x="23778" y="18928"/>
                    </a:lnTo>
                    <a:lnTo>
                      <a:pt x="23808" y="18717"/>
                    </a:lnTo>
                    <a:lnTo>
                      <a:pt x="23838" y="18490"/>
                    </a:lnTo>
                    <a:lnTo>
                      <a:pt x="23853" y="18248"/>
                    </a:lnTo>
                    <a:lnTo>
                      <a:pt x="23853" y="18007"/>
                    </a:lnTo>
                    <a:lnTo>
                      <a:pt x="23838" y="17750"/>
                    </a:lnTo>
                    <a:lnTo>
                      <a:pt x="23808" y="17478"/>
                    </a:lnTo>
                    <a:lnTo>
                      <a:pt x="23778" y="17206"/>
                    </a:lnTo>
                    <a:lnTo>
                      <a:pt x="23732" y="16919"/>
                    </a:lnTo>
                    <a:lnTo>
                      <a:pt x="23672" y="16632"/>
                    </a:lnTo>
                    <a:lnTo>
                      <a:pt x="23581" y="16330"/>
                    </a:lnTo>
                    <a:lnTo>
                      <a:pt x="23460" y="15997"/>
                    </a:lnTo>
                    <a:lnTo>
                      <a:pt x="23294" y="15665"/>
                    </a:lnTo>
                    <a:lnTo>
                      <a:pt x="23098" y="15303"/>
                    </a:lnTo>
                    <a:lnTo>
                      <a:pt x="22856" y="14925"/>
                    </a:lnTo>
                    <a:lnTo>
                      <a:pt x="22599" y="14532"/>
                    </a:lnTo>
                    <a:lnTo>
                      <a:pt x="22312" y="14139"/>
                    </a:lnTo>
                    <a:lnTo>
                      <a:pt x="21995" y="13732"/>
                    </a:lnTo>
                    <a:lnTo>
                      <a:pt x="21648" y="13309"/>
                    </a:lnTo>
                    <a:lnTo>
                      <a:pt x="21285" y="12886"/>
                    </a:lnTo>
                    <a:lnTo>
                      <a:pt x="20908" y="12463"/>
                    </a:lnTo>
                    <a:lnTo>
                      <a:pt x="20515" y="12040"/>
                    </a:lnTo>
                    <a:lnTo>
                      <a:pt x="20107" y="11602"/>
                    </a:lnTo>
                    <a:lnTo>
                      <a:pt x="19684" y="11179"/>
                    </a:lnTo>
                    <a:lnTo>
                      <a:pt x="18808" y="10333"/>
                    </a:lnTo>
                    <a:lnTo>
                      <a:pt x="17932" y="9502"/>
                    </a:lnTo>
                    <a:lnTo>
                      <a:pt x="17040" y="8732"/>
                    </a:lnTo>
                    <a:lnTo>
                      <a:pt x="16179" y="7991"/>
                    </a:lnTo>
                    <a:lnTo>
                      <a:pt x="15349" y="7342"/>
                    </a:lnTo>
                    <a:lnTo>
                      <a:pt x="14578" y="6768"/>
                    </a:lnTo>
                    <a:lnTo>
                      <a:pt x="14216" y="6511"/>
                    </a:lnTo>
                    <a:lnTo>
                      <a:pt x="13868" y="6284"/>
                    </a:lnTo>
                    <a:lnTo>
                      <a:pt x="13566" y="6088"/>
                    </a:lnTo>
                    <a:lnTo>
                      <a:pt x="13279" y="5922"/>
                    </a:lnTo>
                    <a:lnTo>
                      <a:pt x="13007" y="5786"/>
                    </a:lnTo>
                    <a:lnTo>
                      <a:pt x="12781" y="5680"/>
                    </a:lnTo>
                    <a:lnTo>
                      <a:pt x="11965" y="5348"/>
                    </a:lnTo>
                    <a:lnTo>
                      <a:pt x="11210" y="5031"/>
                    </a:lnTo>
                    <a:lnTo>
                      <a:pt x="10484" y="4698"/>
                    </a:lnTo>
                    <a:lnTo>
                      <a:pt x="10122" y="4532"/>
                    </a:lnTo>
                    <a:lnTo>
                      <a:pt x="9759" y="4336"/>
                    </a:lnTo>
                    <a:lnTo>
                      <a:pt x="9382" y="4124"/>
                    </a:lnTo>
                    <a:lnTo>
                      <a:pt x="9004" y="3898"/>
                    </a:lnTo>
                    <a:lnTo>
                      <a:pt x="8626" y="3656"/>
                    </a:lnTo>
                    <a:lnTo>
                      <a:pt x="8219" y="3384"/>
                    </a:lnTo>
                    <a:lnTo>
                      <a:pt x="7796" y="3097"/>
                    </a:lnTo>
                    <a:lnTo>
                      <a:pt x="7358" y="2765"/>
                    </a:lnTo>
                    <a:lnTo>
                      <a:pt x="6889" y="2402"/>
                    </a:lnTo>
                    <a:lnTo>
                      <a:pt x="6406" y="2009"/>
                    </a:lnTo>
                    <a:lnTo>
                      <a:pt x="6149" y="1798"/>
                    </a:lnTo>
                    <a:lnTo>
                      <a:pt x="5892" y="1617"/>
                    </a:lnTo>
                    <a:lnTo>
                      <a:pt x="5651" y="1435"/>
                    </a:lnTo>
                    <a:lnTo>
                      <a:pt x="5394" y="1269"/>
                    </a:lnTo>
                    <a:lnTo>
                      <a:pt x="4895" y="967"/>
                    </a:lnTo>
                    <a:lnTo>
                      <a:pt x="4412" y="710"/>
                    </a:lnTo>
                    <a:lnTo>
                      <a:pt x="3929" y="499"/>
                    </a:lnTo>
                    <a:lnTo>
                      <a:pt x="3460" y="317"/>
                    </a:lnTo>
                    <a:lnTo>
                      <a:pt x="3022" y="197"/>
                    </a:lnTo>
                    <a:lnTo>
                      <a:pt x="2599" y="91"/>
                    </a:lnTo>
                    <a:lnTo>
                      <a:pt x="2206" y="30"/>
                    </a:lnTo>
                    <a:lnTo>
                      <a:pt x="18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9" name="Google Shape;509;p23"/>
            <p:cNvSpPr/>
            <p:nvPr/>
          </p:nvSpPr>
          <p:spPr>
            <a:xfrm>
              <a:off x="7199175" y="4588925"/>
              <a:ext cx="963300" cy="1281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0" name="Google Shape;510;p2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511" name="Google Shape;511;p23"/>
          <p:cNvSpPr/>
          <p:nvPr/>
        </p:nvSpPr>
        <p:spPr>
          <a:xfrm rot="5400000">
            <a:off x="421200" y="2636400"/>
            <a:ext cx="533100" cy="4611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865F51-E719-6AFF-0BBD-1D30F1C25FBB}"/>
              </a:ext>
            </a:extLst>
          </p:cNvPr>
          <p:cNvSpPr txBox="1"/>
          <p:nvPr/>
        </p:nvSpPr>
        <p:spPr>
          <a:xfrm>
            <a:off x="980470" y="1222101"/>
            <a:ext cx="6567193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Successfully built a </a:t>
            </a:r>
            <a:r>
              <a:rPr lang="en-US" b="1" dirty="0"/>
              <a:t>machine learning model to predict student dropout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Performed </a:t>
            </a:r>
            <a:r>
              <a:rPr lang="en-US" b="1" dirty="0"/>
              <a:t>EDA to identify key factors</a:t>
            </a:r>
            <a:r>
              <a:rPr lang="en-US" dirty="0"/>
              <a:t> affecting dropout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Found that </a:t>
            </a:r>
            <a:r>
              <a:rPr lang="en-US" b="1" dirty="0"/>
              <a:t>attendance, GPA, stress, and study habits</a:t>
            </a:r>
            <a:r>
              <a:rPr lang="en-US" dirty="0"/>
              <a:t> are major indicators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Applied </a:t>
            </a:r>
            <a:r>
              <a:rPr lang="en-US" b="1" dirty="0"/>
              <a:t>data preprocessing techniques</a:t>
            </a:r>
            <a:r>
              <a:rPr lang="en-US" dirty="0"/>
              <a:t> like encoding and scaling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Compared multiple models to improve prediction performance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Gradient boost classifier</a:t>
            </a:r>
            <a:r>
              <a:rPr lang="en-US" dirty="0"/>
              <a:t> provided better accuracy and predicted using it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Deployed the model using </a:t>
            </a:r>
            <a:r>
              <a:rPr lang="en-US" b="1" dirty="0" err="1"/>
              <a:t>Streamlit</a:t>
            </a:r>
            <a:r>
              <a:rPr lang="en-US" b="1" dirty="0"/>
              <a:t> for real-time prediction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system can help institutions </a:t>
            </a:r>
            <a:r>
              <a:rPr lang="en-US" b="1" dirty="0"/>
              <a:t>identify at-risk students early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Enables </a:t>
            </a:r>
            <a:r>
              <a:rPr lang="en-US" b="1" dirty="0"/>
              <a:t>data-driven decision making in education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F89D2-2008-9AF2-7969-5D7BB67080FF}"/>
              </a:ext>
            </a:extLst>
          </p:cNvPr>
          <p:cNvSpPr txBox="1"/>
          <p:nvPr/>
        </p:nvSpPr>
        <p:spPr>
          <a:xfrm>
            <a:off x="146745" y="4532654"/>
            <a:ext cx="79700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ahnschrift Light" panose="020B0502040204020203" pitchFamily="34" charset="0"/>
              </a:rPr>
              <a:t>“This project demonstrates how machine learning can be used to proactively reduce student dropout and improve academic success.”</a:t>
            </a:r>
            <a:endParaRPr lang="en-IN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ent Orientation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FAD902"/>
      </a:accent1>
      <a:accent2>
        <a:srgbClr val="F7AA49"/>
      </a:accent2>
      <a:accent3>
        <a:srgbClr val="E2564E"/>
      </a:accent3>
      <a:accent4>
        <a:srgbClr val="223064"/>
      </a:accent4>
      <a:accent5>
        <a:srgbClr val="02ABE4"/>
      </a:accent5>
      <a:accent6>
        <a:srgbClr val="04977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754</Words>
  <Application>Microsoft Office PowerPoint</Application>
  <PresentationFormat>On-screen Show (16:9)</PresentationFormat>
  <Paragraphs>122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Fira Sans Extra Condensed</vt:lpstr>
      <vt:lpstr>Bahnschrift Light</vt:lpstr>
      <vt:lpstr>Wingdings</vt:lpstr>
      <vt:lpstr>Fira Sans Extra Condensed SemiBold</vt:lpstr>
      <vt:lpstr>Roboto</vt:lpstr>
      <vt:lpstr>Arial</vt:lpstr>
      <vt:lpstr>Cambria</vt:lpstr>
      <vt:lpstr>Courier New</vt:lpstr>
      <vt:lpstr>Student Orientation Infographics by Slidesgo</vt:lpstr>
      <vt:lpstr>Student Dropout Prediction System</vt:lpstr>
      <vt:lpstr>PowerPoint Presentation</vt:lpstr>
      <vt:lpstr>PowerPoint Presentation</vt:lpstr>
      <vt:lpstr>DATASET EXPLANATION</vt:lpstr>
      <vt:lpstr>Understanding Data </vt:lpstr>
      <vt:lpstr>Handling Null Values</vt:lpstr>
      <vt:lpstr>EDA</vt:lpstr>
      <vt:lpstr>outliers</vt:lpstr>
      <vt:lpstr>Preprocessing</vt:lpstr>
      <vt:lpstr>Models used</vt:lpstr>
      <vt:lpstr>Evaluation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Akhil A K</dc:creator>
  <cp:lastModifiedBy>Akhil A K</cp:lastModifiedBy>
  <cp:revision>6</cp:revision>
  <dcterms:modified xsi:type="dcterms:W3CDTF">2026-04-23T15:27:04Z</dcterms:modified>
</cp:coreProperties>
</file>